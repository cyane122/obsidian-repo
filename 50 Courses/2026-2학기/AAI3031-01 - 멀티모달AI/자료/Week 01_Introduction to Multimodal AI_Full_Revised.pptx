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xml" ContentType="application/inkml+xml"/>
  <Override PartName="/ppt/ink/ink2.xml" ContentType="application/inkml+xml"/>
  <Override PartName="/ppt/notesSlides/notesSlide1.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ink/ink7.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handoutMasterIdLst>
    <p:handoutMasterId r:id="rId54"/>
  </p:handoutMasterIdLst>
  <p:sldIdLst>
    <p:sldId id="256" r:id="rId2"/>
    <p:sldId id="289" r:id="rId3"/>
    <p:sldId id="277" r:id="rId4"/>
    <p:sldId id="278" r:id="rId5"/>
    <p:sldId id="279" r:id="rId6"/>
    <p:sldId id="280" r:id="rId7"/>
    <p:sldId id="281" r:id="rId8"/>
    <p:sldId id="282" r:id="rId9"/>
    <p:sldId id="283" r:id="rId10"/>
    <p:sldId id="284" r:id="rId11"/>
    <p:sldId id="285" r:id="rId12"/>
    <p:sldId id="286" r:id="rId13"/>
    <p:sldId id="287" r:id="rId14"/>
    <p:sldId id="288" r:id="rId15"/>
    <p:sldId id="292" r:id="rId16"/>
    <p:sldId id="291" r:id="rId17"/>
    <p:sldId id="293" r:id="rId18"/>
    <p:sldId id="294" r:id="rId19"/>
    <p:sldId id="296" r:id="rId20"/>
    <p:sldId id="295" r:id="rId21"/>
    <p:sldId id="257" r:id="rId22"/>
    <p:sldId id="258" r:id="rId23"/>
    <p:sldId id="259" r:id="rId24"/>
    <p:sldId id="260" r:id="rId25"/>
    <p:sldId id="261" r:id="rId26"/>
    <p:sldId id="262" r:id="rId27"/>
    <p:sldId id="263" r:id="rId28"/>
    <p:sldId id="264" r:id="rId29"/>
    <p:sldId id="265" r:id="rId30"/>
    <p:sldId id="266" r:id="rId31"/>
    <p:sldId id="267" r:id="rId32"/>
    <p:sldId id="268" r:id="rId33"/>
    <p:sldId id="269" r:id="rId34"/>
    <p:sldId id="270" r:id="rId35"/>
    <p:sldId id="1161" r:id="rId36"/>
    <p:sldId id="271" r:id="rId37"/>
    <p:sldId id="1158" r:id="rId38"/>
    <p:sldId id="1159" r:id="rId39"/>
    <p:sldId id="1157" r:id="rId40"/>
    <p:sldId id="272" r:id="rId41"/>
    <p:sldId id="1163" r:id="rId42"/>
    <p:sldId id="1162" r:id="rId43"/>
    <p:sldId id="1165" r:id="rId44"/>
    <p:sldId id="1166" r:id="rId45"/>
    <p:sldId id="273" r:id="rId46"/>
    <p:sldId id="274" r:id="rId47"/>
    <p:sldId id="275" r:id="rId48"/>
    <p:sldId id="1156" r:id="rId49"/>
    <p:sldId id="1164" r:id="rId50"/>
    <p:sldId id="1167" r:id="rId51"/>
    <p:sldId id="276" r:id="rId52"/>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6247" autoAdjust="0"/>
  </p:normalViewPr>
  <p:slideViewPr>
    <p:cSldViewPr snapToGrid="0">
      <p:cViewPr varScale="1">
        <p:scale>
          <a:sx n="106" d="100"/>
          <a:sy n="106" d="100"/>
        </p:scale>
        <p:origin x="79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2">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3#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4">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5">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1">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3#6">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D89427A-DF50-4534-A3F1-5543B87AF861}" type="doc">
      <dgm:prSet loTypeId="urn:microsoft.com/office/officeart/2005/8/layout/process1" loCatId="process" qsTypeId="urn:microsoft.com/office/officeart/2005/8/quickstyle/simple5#1" qsCatId="simple" csTypeId="urn:microsoft.com/office/officeart/2005/8/colors/colorful3#1" csCatId="colorful" phldr="1"/>
      <dgm:spPr/>
      <dgm:t>
        <a:bodyPr/>
        <a:lstStyle/>
        <a:p>
          <a:endParaRPr lang="en-PK"/>
        </a:p>
      </dgm:t>
    </dgm:pt>
    <dgm:pt modelId="{F90F7007-39F6-4BE9-A79C-35A6893AE3BE}">
      <dgm:prSet phldrT="[Text]" phldr="0"/>
      <dgm:spPr/>
      <dgm:t>
        <a:bodyPr/>
        <a:lstStyle/>
        <a:p>
          <a:r>
            <a:rPr lang="en-GB" dirty="0"/>
            <a:t>Observe</a:t>
          </a:r>
          <a:endParaRPr lang="en-PK" dirty="0"/>
        </a:p>
      </dgm:t>
    </dgm:pt>
    <dgm:pt modelId="{2497C29E-E6C3-452B-A37E-6AD119026267}" type="parTrans" cxnId="{C1263995-A40C-45EE-9F63-B266FC38E371}">
      <dgm:prSet/>
      <dgm:spPr/>
      <dgm:t>
        <a:bodyPr/>
        <a:lstStyle/>
        <a:p>
          <a:endParaRPr lang="en-PK"/>
        </a:p>
      </dgm:t>
    </dgm:pt>
    <dgm:pt modelId="{D8C1408A-3328-435C-81BB-A15F31625C34}" type="sibTrans" cxnId="{C1263995-A40C-45EE-9F63-B266FC38E371}">
      <dgm:prSet/>
      <dgm:spPr/>
      <dgm:t>
        <a:bodyPr/>
        <a:lstStyle/>
        <a:p>
          <a:endParaRPr lang="en-PK"/>
        </a:p>
      </dgm:t>
    </dgm:pt>
    <dgm:pt modelId="{6E6A352E-6FAA-4EE8-9FED-3134D9832D7F}">
      <dgm:prSet phldrT="[Text]" phldr="0"/>
      <dgm:spPr/>
      <dgm:t>
        <a:bodyPr/>
        <a:lstStyle/>
        <a:p>
          <a:r>
            <a:rPr lang="en-GB" dirty="0"/>
            <a:t>Interpret</a:t>
          </a:r>
          <a:endParaRPr lang="en-PK" dirty="0"/>
        </a:p>
      </dgm:t>
    </dgm:pt>
    <dgm:pt modelId="{0F63ABAC-043B-4EC6-911A-FEBBC7550BE4}" type="parTrans" cxnId="{64E9C6B0-880B-4DA2-A8AA-3B5FDFDD40E9}">
      <dgm:prSet/>
      <dgm:spPr/>
      <dgm:t>
        <a:bodyPr/>
        <a:lstStyle/>
        <a:p>
          <a:endParaRPr lang="en-PK"/>
        </a:p>
      </dgm:t>
    </dgm:pt>
    <dgm:pt modelId="{2F3F6E4E-D062-4F03-B649-F77F9FD63D26}" type="sibTrans" cxnId="{64E9C6B0-880B-4DA2-A8AA-3B5FDFDD40E9}">
      <dgm:prSet/>
      <dgm:spPr/>
      <dgm:t>
        <a:bodyPr/>
        <a:lstStyle/>
        <a:p>
          <a:endParaRPr lang="en-PK"/>
        </a:p>
      </dgm:t>
    </dgm:pt>
    <dgm:pt modelId="{A0DEE862-D9C7-4548-B9EC-630637408936}">
      <dgm:prSet phldrT="[Text]" phldr="0"/>
      <dgm:spPr/>
      <dgm:t>
        <a:bodyPr/>
        <a:lstStyle/>
        <a:p>
          <a:r>
            <a:rPr lang="en-GB" dirty="0"/>
            <a:t>Decide</a:t>
          </a:r>
          <a:endParaRPr lang="en-PK" dirty="0"/>
        </a:p>
      </dgm:t>
    </dgm:pt>
    <dgm:pt modelId="{9EF2A7E6-0B15-44F6-9176-E615805FBB95}" type="parTrans" cxnId="{252DA588-FBBF-44E4-A683-7214868BF77C}">
      <dgm:prSet/>
      <dgm:spPr/>
      <dgm:t>
        <a:bodyPr/>
        <a:lstStyle/>
        <a:p>
          <a:endParaRPr lang="en-PK"/>
        </a:p>
      </dgm:t>
    </dgm:pt>
    <dgm:pt modelId="{C753EEBC-7230-4CC8-BAF8-4520E22216DB}" type="sibTrans" cxnId="{252DA588-FBBF-44E4-A683-7214868BF77C}">
      <dgm:prSet/>
      <dgm:spPr/>
      <dgm:t>
        <a:bodyPr/>
        <a:lstStyle/>
        <a:p>
          <a:endParaRPr lang="en-PK"/>
        </a:p>
      </dgm:t>
    </dgm:pt>
    <dgm:pt modelId="{A5BE2323-BD17-4E9E-9F7C-2234DE93F8A4}">
      <dgm:prSet phldrT="[Text]" phldr="0"/>
      <dgm:spPr/>
      <dgm:t>
        <a:bodyPr/>
        <a:lstStyle/>
        <a:p>
          <a:r>
            <a:rPr lang="en-GB"/>
            <a:t>Act</a:t>
          </a:r>
          <a:endParaRPr lang="en-PK" dirty="0"/>
        </a:p>
      </dgm:t>
    </dgm:pt>
    <dgm:pt modelId="{C05EC96F-8351-4D94-A43C-50C665E09FDC}" type="parTrans" cxnId="{DDF5446E-3F9C-424B-B302-9C5101E66B35}">
      <dgm:prSet/>
      <dgm:spPr/>
      <dgm:t>
        <a:bodyPr/>
        <a:lstStyle/>
        <a:p>
          <a:endParaRPr lang="en-PK"/>
        </a:p>
      </dgm:t>
    </dgm:pt>
    <dgm:pt modelId="{552F802C-6CE0-43B3-A7E4-F64D44FA7037}" type="sibTrans" cxnId="{DDF5446E-3F9C-424B-B302-9C5101E66B35}">
      <dgm:prSet/>
      <dgm:spPr/>
      <dgm:t>
        <a:bodyPr/>
        <a:lstStyle/>
        <a:p>
          <a:endParaRPr lang="en-PK"/>
        </a:p>
      </dgm:t>
    </dgm:pt>
    <dgm:pt modelId="{F88486BF-6FE2-466A-9D6A-DDDB75A27F7B}" type="pres">
      <dgm:prSet presAssocID="{4D89427A-DF50-4534-A3F1-5543B87AF861}" presName="Name0" presStyleCnt="0">
        <dgm:presLayoutVars>
          <dgm:dir/>
          <dgm:resizeHandles val="exact"/>
        </dgm:presLayoutVars>
      </dgm:prSet>
      <dgm:spPr/>
    </dgm:pt>
    <dgm:pt modelId="{A545F828-3340-4316-8EC5-996E8CF08B9D}" type="pres">
      <dgm:prSet presAssocID="{F90F7007-39F6-4BE9-A79C-35A6893AE3BE}" presName="node" presStyleLbl="node1" presStyleIdx="0" presStyleCnt="4">
        <dgm:presLayoutVars>
          <dgm:bulletEnabled val="1"/>
        </dgm:presLayoutVars>
      </dgm:prSet>
      <dgm:spPr/>
    </dgm:pt>
    <dgm:pt modelId="{7EA166A0-E5BD-4003-9F55-F0F12A3033B2}" type="pres">
      <dgm:prSet presAssocID="{D8C1408A-3328-435C-81BB-A15F31625C34}" presName="sibTrans" presStyleLbl="sibTrans2D1" presStyleIdx="0" presStyleCnt="3"/>
      <dgm:spPr/>
    </dgm:pt>
    <dgm:pt modelId="{47B30A56-711C-46DF-89D6-533993080772}" type="pres">
      <dgm:prSet presAssocID="{D8C1408A-3328-435C-81BB-A15F31625C34}" presName="connectorText" presStyleLbl="sibTrans2D1" presStyleIdx="0" presStyleCnt="3"/>
      <dgm:spPr/>
    </dgm:pt>
    <dgm:pt modelId="{1D199DA5-7A40-4DFD-B98D-1E25A9924815}" type="pres">
      <dgm:prSet presAssocID="{6E6A352E-6FAA-4EE8-9FED-3134D9832D7F}" presName="node" presStyleLbl="node1" presStyleIdx="1" presStyleCnt="4">
        <dgm:presLayoutVars>
          <dgm:bulletEnabled val="1"/>
        </dgm:presLayoutVars>
      </dgm:prSet>
      <dgm:spPr/>
    </dgm:pt>
    <dgm:pt modelId="{82E2F3E7-44A9-4917-8964-1742A2BD61BE}" type="pres">
      <dgm:prSet presAssocID="{2F3F6E4E-D062-4F03-B649-F77F9FD63D26}" presName="sibTrans" presStyleLbl="sibTrans2D1" presStyleIdx="1" presStyleCnt="3"/>
      <dgm:spPr/>
    </dgm:pt>
    <dgm:pt modelId="{854BFF18-90F8-4661-A383-62AF620E88C4}" type="pres">
      <dgm:prSet presAssocID="{2F3F6E4E-D062-4F03-B649-F77F9FD63D26}" presName="connectorText" presStyleLbl="sibTrans2D1" presStyleIdx="1" presStyleCnt="3"/>
      <dgm:spPr/>
    </dgm:pt>
    <dgm:pt modelId="{0BD68431-FB72-4243-BB32-EED952FED1BD}" type="pres">
      <dgm:prSet presAssocID="{A0DEE862-D9C7-4548-B9EC-630637408936}" presName="node" presStyleLbl="node1" presStyleIdx="2" presStyleCnt="4">
        <dgm:presLayoutVars>
          <dgm:bulletEnabled val="1"/>
        </dgm:presLayoutVars>
      </dgm:prSet>
      <dgm:spPr/>
    </dgm:pt>
    <dgm:pt modelId="{8B084D11-2B4E-41A0-9906-2628E8A69CEA}" type="pres">
      <dgm:prSet presAssocID="{C753EEBC-7230-4CC8-BAF8-4520E22216DB}" presName="sibTrans" presStyleLbl="sibTrans2D1" presStyleIdx="2" presStyleCnt="3"/>
      <dgm:spPr/>
    </dgm:pt>
    <dgm:pt modelId="{A34AA47B-254D-483D-9605-A214C6370B20}" type="pres">
      <dgm:prSet presAssocID="{C753EEBC-7230-4CC8-BAF8-4520E22216DB}" presName="connectorText" presStyleLbl="sibTrans2D1" presStyleIdx="2" presStyleCnt="3"/>
      <dgm:spPr/>
    </dgm:pt>
    <dgm:pt modelId="{06206196-6438-4472-927A-3958183C1A1D}" type="pres">
      <dgm:prSet presAssocID="{A5BE2323-BD17-4E9E-9F7C-2234DE93F8A4}" presName="node" presStyleLbl="node1" presStyleIdx="3" presStyleCnt="4">
        <dgm:presLayoutVars>
          <dgm:bulletEnabled val="1"/>
        </dgm:presLayoutVars>
      </dgm:prSet>
      <dgm:spPr/>
    </dgm:pt>
  </dgm:ptLst>
  <dgm:cxnLst>
    <dgm:cxn modelId="{3EC63C1C-7066-4731-8F94-8E3973CA603F}" type="presOf" srcId="{C753EEBC-7230-4CC8-BAF8-4520E22216DB}" destId="{A34AA47B-254D-483D-9605-A214C6370B20}" srcOrd="1" destOrd="0" presId="urn:microsoft.com/office/officeart/2005/8/layout/process1"/>
    <dgm:cxn modelId="{57C75341-9B24-4179-AB7D-0630C183CB35}" type="presOf" srcId="{A5BE2323-BD17-4E9E-9F7C-2234DE93F8A4}" destId="{06206196-6438-4472-927A-3958183C1A1D}" srcOrd="0" destOrd="0" presId="urn:microsoft.com/office/officeart/2005/8/layout/process1"/>
    <dgm:cxn modelId="{DC857F4B-C74F-404A-9071-2141D2E19DD8}" type="presOf" srcId="{6E6A352E-6FAA-4EE8-9FED-3134D9832D7F}" destId="{1D199DA5-7A40-4DFD-B98D-1E25A9924815}" srcOrd="0" destOrd="0" presId="urn:microsoft.com/office/officeart/2005/8/layout/process1"/>
    <dgm:cxn modelId="{DDF5446E-3F9C-424B-B302-9C5101E66B35}" srcId="{4D89427A-DF50-4534-A3F1-5543B87AF861}" destId="{A5BE2323-BD17-4E9E-9F7C-2234DE93F8A4}" srcOrd="3" destOrd="0" parTransId="{C05EC96F-8351-4D94-A43C-50C665E09FDC}" sibTransId="{552F802C-6CE0-43B3-A7E4-F64D44FA7037}"/>
    <dgm:cxn modelId="{D488E174-AF23-41B8-9E9D-B594E0D42550}" type="presOf" srcId="{2F3F6E4E-D062-4F03-B649-F77F9FD63D26}" destId="{82E2F3E7-44A9-4917-8964-1742A2BD61BE}" srcOrd="0" destOrd="0" presId="urn:microsoft.com/office/officeart/2005/8/layout/process1"/>
    <dgm:cxn modelId="{252DA588-FBBF-44E4-A683-7214868BF77C}" srcId="{4D89427A-DF50-4534-A3F1-5543B87AF861}" destId="{A0DEE862-D9C7-4548-B9EC-630637408936}" srcOrd="2" destOrd="0" parTransId="{9EF2A7E6-0B15-44F6-9176-E615805FBB95}" sibTransId="{C753EEBC-7230-4CC8-BAF8-4520E22216DB}"/>
    <dgm:cxn modelId="{D2C32391-01CE-4B45-8867-B0BC96AD7C96}" type="presOf" srcId="{4D89427A-DF50-4534-A3F1-5543B87AF861}" destId="{F88486BF-6FE2-466A-9D6A-DDDB75A27F7B}" srcOrd="0" destOrd="0" presId="urn:microsoft.com/office/officeart/2005/8/layout/process1"/>
    <dgm:cxn modelId="{C1263995-A40C-45EE-9F63-B266FC38E371}" srcId="{4D89427A-DF50-4534-A3F1-5543B87AF861}" destId="{F90F7007-39F6-4BE9-A79C-35A6893AE3BE}" srcOrd="0" destOrd="0" parTransId="{2497C29E-E6C3-452B-A37E-6AD119026267}" sibTransId="{D8C1408A-3328-435C-81BB-A15F31625C34}"/>
    <dgm:cxn modelId="{07EFF09D-699E-43F6-99EE-99D66C302F39}" type="presOf" srcId="{2F3F6E4E-D062-4F03-B649-F77F9FD63D26}" destId="{854BFF18-90F8-4661-A383-62AF620E88C4}" srcOrd="1" destOrd="0" presId="urn:microsoft.com/office/officeart/2005/8/layout/process1"/>
    <dgm:cxn modelId="{8C7D00A5-B6AA-44D6-811E-B378C26932E8}" type="presOf" srcId="{F90F7007-39F6-4BE9-A79C-35A6893AE3BE}" destId="{A545F828-3340-4316-8EC5-996E8CF08B9D}" srcOrd="0" destOrd="0" presId="urn:microsoft.com/office/officeart/2005/8/layout/process1"/>
    <dgm:cxn modelId="{8A3550AC-CA99-49BD-B3B0-4283FA5B7F44}" type="presOf" srcId="{C753EEBC-7230-4CC8-BAF8-4520E22216DB}" destId="{8B084D11-2B4E-41A0-9906-2628E8A69CEA}" srcOrd="0" destOrd="0" presId="urn:microsoft.com/office/officeart/2005/8/layout/process1"/>
    <dgm:cxn modelId="{64E9C6B0-880B-4DA2-A8AA-3B5FDFDD40E9}" srcId="{4D89427A-DF50-4534-A3F1-5543B87AF861}" destId="{6E6A352E-6FAA-4EE8-9FED-3134D9832D7F}" srcOrd="1" destOrd="0" parTransId="{0F63ABAC-043B-4EC6-911A-FEBBC7550BE4}" sibTransId="{2F3F6E4E-D062-4F03-B649-F77F9FD63D26}"/>
    <dgm:cxn modelId="{66BE41DB-359C-47EC-BACB-BD326CB76DE3}" type="presOf" srcId="{A0DEE862-D9C7-4548-B9EC-630637408936}" destId="{0BD68431-FB72-4243-BB32-EED952FED1BD}" srcOrd="0" destOrd="0" presId="urn:microsoft.com/office/officeart/2005/8/layout/process1"/>
    <dgm:cxn modelId="{2896A7E4-FC09-478E-8DB7-FE3E27413DC5}" type="presOf" srcId="{D8C1408A-3328-435C-81BB-A15F31625C34}" destId="{47B30A56-711C-46DF-89D6-533993080772}" srcOrd="1" destOrd="0" presId="urn:microsoft.com/office/officeart/2005/8/layout/process1"/>
    <dgm:cxn modelId="{E0E2FAF7-E62F-4A37-9215-8A44AE01C252}" type="presOf" srcId="{D8C1408A-3328-435C-81BB-A15F31625C34}" destId="{7EA166A0-E5BD-4003-9F55-F0F12A3033B2}" srcOrd="0" destOrd="0" presId="urn:microsoft.com/office/officeart/2005/8/layout/process1"/>
    <dgm:cxn modelId="{2E1AEC10-B31D-4AC8-8062-30C07BFEA714}" type="presParOf" srcId="{F88486BF-6FE2-466A-9D6A-DDDB75A27F7B}" destId="{A545F828-3340-4316-8EC5-996E8CF08B9D}" srcOrd="0" destOrd="0" presId="urn:microsoft.com/office/officeart/2005/8/layout/process1"/>
    <dgm:cxn modelId="{8B8624CC-0501-4455-B094-D7F43A10597F}" type="presParOf" srcId="{F88486BF-6FE2-466A-9D6A-DDDB75A27F7B}" destId="{7EA166A0-E5BD-4003-9F55-F0F12A3033B2}" srcOrd="1" destOrd="0" presId="urn:microsoft.com/office/officeart/2005/8/layout/process1"/>
    <dgm:cxn modelId="{549EC998-497C-4B37-AA73-C8A6EED19F3A}" type="presParOf" srcId="{7EA166A0-E5BD-4003-9F55-F0F12A3033B2}" destId="{47B30A56-711C-46DF-89D6-533993080772}" srcOrd="0" destOrd="0" presId="urn:microsoft.com/office/officeart/2005/8/layout/process1"/>
    <dgm:cxn modelId="{88663045-72EE-41EF-89A5-46AC690C5F5F}" type="presParOf" srcId="{F88486BF-6FE2-466A-9D6A-DDDB75A27F7B}" destId="{1D199DA5-7A40-4DFD-B98D-1E25A9924815}" srcOrd="2" destOrd="0" presId="urn:microsoft.com/office/officeart/2005/8/layout/process1"/>
    <dgm:cxn modelId="{FAC65DFA-7C9C-4A64-9514-E8FE8FE03327}" type="presParOf" srcId="{F88486BF-6FE2-466A-9D6A-DDDB75A27F7B}" destId="{82E2F3E7-44A9-4917-8964-1742A2BD61BE}" srcOrd="3" destOrd="0" presId="urn:microsoft.com/office/officeart/2005/8/layout/process1"/>
    <dgm:cxn modelId="{4C0A3A77-A77E-4664-AF0A-CF367B4A5799}" type="presParOf" srcId="{82E2F3E7-44A9-4917-8964-1742A2BD61BE}" destId="{854BFF18-90F8-4661-A383-62AF620E88C4}" srcOrd="0" destOrd="0" presId="urn:microsoft.com/office/officeart/2005/8/layout/process1"/>
    <dgm:cxn modelId="{82AC04DD-15A5-4675-A845-2FE32374CDC2}" type="presParOf" srcId="{F88486BF-6FE2-466A-9D6A-DDDB75A27F7B}" destId="{0BD68431-FB72-4243-BB32-EED952FED1BD}" srcOrd="4" destOrd="0" presId="urn:microsoft.com/office/officeart/2005/8/layout/process1"/>
    <dgm:cxn modelId="{3342F1DE-D9C8-40AC-A294-50BC20DB67AC}" type="presParOf" srcId="{F88486BF-6FE2-466A-9D6A-DDDB75A27F7B}" destId="{8B084D11-2B4E-41A0-9906-2628E8A69CEA}" srcOrd="5" destOrd="0" presId="urn:microsoft.com/office/officeart/2005/8/layout/process1"/>
    <dgm:cxn modelId="{30D24BFF-59CF-4AA3-91A3-631DBDF6E919}" type="presParOf" srcId="{8B084D11-2B4E-41A0-9906-2628E8A69CEA}" destId="{A34AA47B-254D-483D-9605-A214C6370B20}" srcOrd="0" destOrd="0" presId="urn:microsoft.com/office/officeart/2005/8/layout/process1"/>
    <dgm:cxn modelId="{22474ED9-9E8B-410E-877C-AC0005F30C0A}" type="presParOf" srcId="{F88486BF-6FE2-466A-9D6A-DDDB75A27F7B}" destId="{06206196-6438-4472-927A-3958183C1A1D}"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7559348-D13A-47F7-851D-C5419F8EEF4D}" type="doc">
      <dgm:prSet loTypeId="urn:microsoft.com/office/officeart/2005/8/layout/lProcess3" loCatId="process" qsTypeId="urn:microsoft.com/office/officeart/2005/8/quickstyle/simple5#2" qsCatId="simple" csTypeId="urn:microsoft.com/office/officeart/2005/8/colors/colorful3#2" csCatId="colorful" phldr="1"/>
      <dgm:spPr/>
      <dgm:t>
        <a:bodyPr/>
        <a:lstStyle/>
        <a:p>
          <a:endParaRPr lang="en-PK"/>
        </a:p>
      </dgm:t>
    </dgm:pt>
    <dgm:pt modelId="{3BB62957-8060-4AAE-BFB5-868E5589A791}">
      <dgm:prSet phldrT="[Text]" phldr="0"/>
      <dgm:spPr/>
      <dgm:t>
        <a:bodyPr/>
        <a:lstStyle/>
        <a:p>
          <a:r>
            <a:rPr lang="en-GB" dirty="0"/>
            <a:t>1:Explicit Rules</a:t>
          </a:r>
          <a:endParaRPr lang="en-PK" dirty="0"/>
        </a:p>
      </dgm:t>
    </dgm:pt>
    <dgm:pt modelId="{DB09D0AD-3ABA-44F1-A151-BE694B50BE39}" type="parTrans" cxnId="{0FEF1F28-658A-46AD-A39C-5993255142EC}">
      <dgm:prSet/>
      <dgm:spPr/>
      <dgm:t>
        <a:bodyPr/>
        <a:lstStyle/>
        <a:p>
          <a:endParaRPr lang="en-PK"/>
        </a:p>
      </dgm:t>
    </dgm:pt>
    <dgm:pt modelId="{FC49A204-D66D-45D1-B5BD-23E0DF0912F6}" type="sibTrans" cxnId="{0FEF1F28-658A-46AD-A39C-5993255142EC}">
      <dgm:prSet/>
      <dgm:spPr/>
      <dgm:t>
        <a:bodyPr/>
        <a:lstStyle/>
        <a:p>
          <a:endParaRPr lang="en-PK"/>
        </a:p>
      </dgm:t>
    </dgm:pt>
    <dgm:pt modelId="{BBB9C3D8-E026-4BB4-8F4A-4AE4CD92A718}">
      <dgm:prSet phldrT="[Text]" phldr="0"/>
      <dgm:spPr/>
      <dgm:t>
        <a:bodyPr/>
        <a:lstStyle/>
        <a:p>
          <a:r>
            <a:rPr lang="en-GB" dirty="0"/>
            <a:t>“Tell me what to do?”</a:t>
          </a:r>
          <a:endParaRPr lang="en-PK" dirty="0"/>
        </a:p>
      </dgm:t>
    </dgm:pt>
    <dgm:pt modelId="{22F66DFB-1404-41FD-8AB9-0512CE8494C3}" type="parTrans" cxnId="{BAAD9FD0-2B30-446D-A928-93BF2018521D}">
      <dgm:prSet/>
      <dgm:spPr/>
      <dgm:t>
        <a:bodyPr/>
        <a:lstStyle/>
        <a:p>
          <a:endParaRPr lang="en-PK"/>
        </a:p>
      </dgm:t>
    </dgm:pt>
    <dgm:pt modelId="{6EEE5279-09BF-493B-AFE5-ADC7770792FD}" type="sibTrans" cxnId="{BAAD9FD0-2B30-446D-A928-93BF2018521D}">
      <dgm:prSet/>
      <dgm:spPr/>
      <dgm:t>
        <a:bodyPr/>
        <a:lstStyle/>
        <a:p>
          <a:endParaRPr lang="en-PK"/>
        </a:p>
      </dgm:t>
    </dgm:pt>
    <dgm:pt modelId="{6C0FC333-1CAF-4EE6-A155-0518713772A0}">
      <dgm:prSet phldrT="[Text]" phldr="0"/>
      <dgm:spPr/>
      <dgm:t>
        <a:bodyPr/>
        <a:lstStyle/>
        <a:p>
          <a:r>
            <a:rPr lang="en-GB" dirty="0"/>
            <a:t>2:Machine Learning</a:t>
          </a:r>
          <a:endParaRPr lang="en-PK" dirty="0"/>
        </a:p>
      </dgm:t>
    </dgm:pt>
    <dgm:pt modelId="{D82DAAC4-7CED-4E38-B883-6E5AFF2C8EB3}" type="parTrans" cxnId="{ADD369D3-DDEA-4C76-849C-B415BA90E331}">
      <dgm:prSet/>
      <dgm:spPr/>
      <dgm:t>
        <a:bodyPr/>
        <a:lstStyle/>
        <a:p>
          <a:endParaRPr lang="en-PK"/>
        </a:p>
      </dgm:t>
    </dgm:pt>
    <dgm:pt modelId="{A801CA5D-5045-4AE7-B1D3-873D9E9EFB68}" type="sibTrans" cxnId="{ADD369D3-DDEA-4C76-849C-B415BA90E331}">
      <dgm:prSet/>
      <dgm:spPr/>
      <dgm:t>
        <a:bodyPr/>
        <a:lstStyle/>
        <a:p>
          <a:endParaRPr lang="en-PK"/>
        </a:p>
      </dgm:t>
    </dgm:pt>
    <dgm:pt modelId="{384832A4-67DA-4B74-8302-A06C5F683333}">
      <dgm:prSet phldrT="[Text]" phldr="0"/>
      <dgm:spPr/>
      <dgm:t>
        <a:bodyPr/>
        <a:lstStyle/>
        <a:p>
          <a:r>
            <a:rPr lang="en-GB" dirty="0"/>
            <a:t>“Show me examples, So I can learn pattern”</a:t>
          </a:r>
          <a:endParaRPr lang="en-PK" dirty="0"/>
        </a:p>
      </dgm:t>
    </dgm:pt>
    <dgm:pt modelId="{06551611-302F-438B-806C-B8CFF7C58103}" type="parTrans" cxnId="{C2B61311-185C-47FD-AE28-F98C824D1B98}">
      <dgm:prSet/>
      <dgm:spPr/>
      <dgm:t>
        <a:bodyPr/>
        <a:lstStyle/>
        <a:p>
          <a:endParaRPr lang="en-PK"/>
        </a:p>
      </dgm:t>
    </dgm:pt>
    <dgm:pt modelId="{EA451EE0-AC65-4D02-A144-00E5AE5B90CB}" type="sibTrans" cxnId="{C2B61311-185C-47FD-AE28-F98C824D1B98}">
      <dgm:prSet/>
      <dgm:spPr/>
      <dgm:t>
        <a:bodyPr/>
        <a:lstStyle/>
        <a:p>
          <a:endParaRPr lang="en-PK"/>
        </a:p>
      </dgm:t>
    </dgm:pt>
    <dgm:pt modelId="{F5D9F100-7F86-43D5-9F5E-599287B086A2}" type="pres">
      <dgm:prSet presAssocID="{07559348-D13A-47F7-851D-C5419F8EEF4D}" presName="Name0" presStyleCnt="0">
        <dgm:presLayoutVars>
          <dgm:chPref val="3"/>
          <dgm:dir/>
          <dgm:animLvl val="lvl"/>
          <dgm:resizeHandles/>
        </dgm:presLayoutVars>
      </dgm:prSet>
      <dgm:spPr/>
    </dgm:pt>
    <dgm:pt modelId="{B6D5220B-1942-414A-A4EE-1EB21F125003}" type="pres">
      <dgm:prSet presAssocID="{3BB62957-8060-4AAE-BFB5-868E5589A791}" presName="horFlow" presStyleCnt="0"/>
      <dgm:spPr/>
    </dgm:pt>
    <dgm:pt modelId="{68EB4E0E-FD32-4CD8-8141-D51B8EA04F69}" type="pres">
      <dgm:prSet presAssocID="{3BB62957-8060-4AAE-BFB5-868E5589A791}" presName="bigChev" presStyleLbl="node1" presStyleIdx="0" presStyleCnt="2"/>
      <dgm:spPr/>
    </dgm:pt>
    <dgm:pt modelId="{7725B508-98C0-45EE-894A-396E44475570}" type="pres">
      <dgm:prSet presAssocID="{22F66DFB-1404-41FD-8AB9-0512CE8494C3}" presName="parTrans" presStyleCnt="0"/>
      <dgm:spPr/>
    </dgm:pt>
    <dgm:pt modelId="{9F98DEAA-08A7-4796-97A3-0543B0101DBA}" type="pres">
      <dgm:prSet presAssocID="{BBB9C3D8-E026-4BB4-8F4A-4AE4CD92A718}" presName="node" presStyleLbl="alignAccFollowNode1" presStyleIdx="0" presStyleCnt="2" custScaleX="264882">
        <dgm:presLayoutVars>
          <dgm:bulletEnabled val="1"/>
        </dgm:presLayoutVars>
      </dgm:prSet>
      <dgm:spPr/>
    </dgm:pt>
    <dgm:pt modelId="{16A3E727-80B6-453B-A0B0-5C97B720C8CE}" type="pres">
      <dgm:prSet presAssocID="{3BB62957-8060-4AAE-BFB5-868E5589A791}" presName="vSp" presStyleCnt="0"/>
      <dgm:spPr/>
    </dgm:pt>
    <dgm:pt modelId="{A6C9FD30-795A-44F0-A618-E5D6F2FF3A90}" type="pres">
      <dgm:prSet presAssocID="{6C0FC333-1CAF-4EE6-A155-0518713772A0}" presName="horFlow" presStyleCnt="0"/>
      <dgm:spPr/>
    </dgm:pt>
    <dgm:pt modelId="{084BCDCE-1AA6-4894-96B5-7DC13DA4701C}" type="pres">
      <dgm:prSet presAssocID="{6C0FC333-1CAF-4EE6-A155-0518713772A0}" presName="bigChev" presStyleLbl="node1" presStyleIdx="1" presStyleCnt="2"/>
      <dgm:spPr/>
    </dgm:pt>
    <dgm:pt modelId="{8CD4A0E6-9509-488A-B1A2-CCF0540EC6DA}" type="pres">
      <dgm:prSet presAssocID="{06551611-302F-438B-806C-B8CFF7C58103}" presName="parTrans" presStyleCnt="0"/>
      <dgm:spPr/>
    </dgm:pt>
    <dgm:pt modelId="{A8A63A51-DA04-4724-A57C-F89D5DE8800B}" type="pres">
      <dgm:prSet presAssocID="{384832A4-67DA-4B74-8302-A06C5F683333}" presName="node" presStyleLbl="alignAccFollowNode1" presStyleIdx="1" presStyleCnt="2" custScaleX="267024" custScaleY="100819">
        <dgm:presLayoutVars>
          <dgm:bulletEnabled val="1"/>
        </dgm:presLayoutVars>
      </dgm:prSet>
      <dgm:spPr/>
    </dgm:pt>
  </dgm:ptLst>
  <dgm:cxnLst>
    <dgm:cxn modelId="{341CA004-62A1-4081-8180-C2B22D66ABD2}" type="presOf" srcId="{BBB9C3D8-E026-4BB4-8F4A-4AE4CD92A718}" destId="{9F98DEAA-08A7-4796-97A3-0543B0101DBA}" srcOrd="0" destOrd="0" presId="urn:microsoft.com/office/officeart/2005/8/layout/lProcess3"/>
    <dgm:cxn modelId="{C2B61311-185C-47FD-AE28-F98C824D1B98}" srcId="{6C0FC333-1CAF-4EE6-A155-0518713772A0}" destId="{384832A4-67DA-4B74-8302-A06C5F683333}" srcOrd="0" destOrd="0" parTransId="{06551611-302F-438B-806C-B8CFF7C58103}" sibTransId="{EA451EE0-AC65-4D02-A144-00E5AE5B90CB}"/>
    <dgm:cxn modelId="{687C671B-F985-4FAF-8C4F-40DCBB23AA2C}" type="presOf" srcId="{3BB62957-8060-4AAE-BFB5-868E5589A791}" destId="{68EB4E0E-FD32-4CD8-8141-D51B8EA04F69}" srcOrd="0" destOrd="0" presId="urn:microsoft.com/office/officeart/2005/8/layout/lProcess3"/>
    <dgm:cxn modelId="{0FEF1F28-658A-46AD-A39C-5993255142EC}" srcId="{07559348-D13A-47F7-851D-C5419F8EEF4D}" destId="{3BB62957-8060-4AAE-BFB5-868E5589A791}" srcOrd="0" destOrd="0" parTransId="{DB09D0AD-3ABA-44F1-A151-BE694B50BE39}" sibTransId="{FC49A204-D66D-45D1-B5BD-23E0DF0912F6}"/>
    <dgm:cxn modelId="{16F7EA6D-29B3-4761-8D60-429272A6D8EF}" type="presOf" srcId="{07559348-D13A-47F7-851D-C5419F8EEF4D}" destId="{F5D9F100-7F86-43D5-9F5E-599287B086A2}" srcOrd="0" destOrd="0" presId="urn:microsoft.com/office/officeart/2005/8/layout/lProcess3"/>
    <dgm:cxn modelId="{1F29B456-B304-46B1-9ABF-3B5270A1B9EF}" type="presOf" srcId="{6C0FC333-1CAF-4EE6-A155-0518713772A0}" destId="{084BCDCE-1AA6-4894-96B5-7DC13DA4701C}" srcOrd="0" destOrd="0" presId="urn:microsoft.com/office/officeart/2005/8/layout/lProcess3"/>
    <dgm:cxn modelId="{BAAD9FD0-2B30-446D-A928-93BF2018521D}" srcId="{3BB62957-8060-4AAE-BFB5-868E5589A791}" destId="{BBB9C3D8-E026-4BB4-8F4A-4AE4CD92A718}" srcOrd="0" destOrd="0" parTransId="{22F66DFB-1404-41FD-8AB9-0512CE8494C3}" sibTransId="{6EEE5279-09BF-493B-AFE5-ADC7770792FD}"/>
    <dgm:cxn modelId="{ADD369D3-DDEA-4C76-849C-B415BA90E331}" srcId="{07559348-D13A-47F7-851D-C5419F8EEF4D}" destId="{6C0FC333-1CAF-4EE6-A155-0518713772A0}" srcOrd="1" destOrd="0" parTransId="{D82DAAC4-7CED-4E38-B883-6E5AFF2C8EB3}" sibTransId="{A801CA5D-5045-4AE7-B1D3-873D9E9EFB68}"/>
    <dgm:cxn modelId="{1E285BDC-EE2E-4ABB-BC10-EAC2B725FC13}" type="presOf" srcId="{384832A4-67DA-4B74-8302-A06C5F683333}" destId="{A8A63A51-DA04-4724-A57C-F89D5DE8800B}" srcOrd="0" destOrd="0" presId="urn:microsoft.com/office/officeart/2005/8/layout/lProcess3"/>
    <dgm:cxn modelId="{67D92C3F-C8A5-46C3-9E78-15FAA298343B}" type="presParOf" srcId="{F5D9F100-7F86-43D5-9F5E-599287B086A2}" destId="{B6D5220B-1942-414A-A4EE-1EB21F125003}" srcOrd="0" destOrd="0" presId="urn:microsoft.com/office/officeart/2005/8/layout/lProcess3"/>
    <dgm:cxn modelId="{7F7E7484-911A-405F-94D3-3F47593936C9}" type="presParOf" srcId="{B6D5220B-1942-414A-A4EE-1EB21F125003}" destId="{68EB4E0E-FD32-4CD8-8141-D51B8EA04F69}" srcOrd="0" destOrd="0" presId="urn:microsoft.com/office/officeart/2005/8/layout/lProcess3"/>
    <dgm:cxn modelId="{849534A0-DAC3-4450-990A-88859F3F93A7}" type="presParOf" srcId="{B6D5220B-1942-414A-A4EE-1EB21F125003}" destId="{7725B508-98C0-45EE-894A-396E44475570}" srcOrd="1" destOrd="0" presId="urn:microsoft.com/office/officeart/2005/8/layout/lProcess3"/>
    <dgm:cxn modelId="{93DD7D65-00CF-491B-A04E-BFBD12C4811C}" type="presParOf" srcId="{B6D5220B-1942-414A-A4EE-1EB21F125003}" destId="{9F98DEAA-08A7-4796-97A3-0543B0101DBA}" srcOrd="2" destOrd="0" presId="urn:microsoft.com/office/officeart/2005/8/layout/lProcess3"/>
    <dgm:cxn modelId="{A7EE2854-D12D-4415-A19A-A0F0624EF291}" type="presParOf" srcId="{F5D9F100-7F86-43D5-9F5E-599287B086A2}" destId="{16A3E727-80B6-453B-A0B0-5C97B720C8CE}" srcOrd="1" destOrd="0" presId="urn:microsoft.com/office/officeart/2005/8/layout/lProcess3"/>
    <dgm:cxn modelId="{AF09AA42-64E3-4228-A457-207ABF5AEF71}" type="presParOf" srcId="{F5D9F100-7F86-43D5-9F5E-599287B086A2}" destId="{A6C9FD30-795A-44F0-A618-E5D6F2FF3A90}" srcOrd="2" destOrd="0" presId="urn:microsoft.com/office/officeart/2005/8/layout/lProcess3"/>
    <dgm:cxn modelId="{5047893E-D796-4D51-8C30-9906231249A1}" type="presParOf" srcId="{A6C9FD30-795A-44F0-A618-E5D6F2FF3A90}" destId="{084BCDCE-1AA6-4894-96B5-7DC13DA4701C}" srcOrd="0" destOrd="0" presId="urn:microsoft.com/office/officeart/2005/8/layout/lProcess3"/>
    <dgm:cxn modelId="{AA5693E2-3B3D-4A61-AF92-1813352177CE}" type="presParOf" srcId="{A6C9FD30-795A-44F0-A618-E5D6F2FF3A90}" destId="{8CD4A0E6-9509-488A-B1A2-CCF0540EC6DA}" srcOrd="1" destOrd="0" presId="urn:microsoft.com/office/officeart/2005/8/layout/lProcess3"/>
    <dgm:cxn modelId="{DD56D407-04FD-44EB-97A6-C9C77328F172}" type="presParOf" srcId="{A6C9FD30-795A-44F0-A618-E5D6F2FF3A90}" destId="{A8A63A51-DA04-4724-A57C-F89D5DE8800B}" srcOrd="2"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C1AD1BA-174B-4826-8316-6E38FB6B9A32}" type="doc">
      <dgm:prSet loTypeId="urn:microsoft.com/office/officeart/2011/layout/CircleProcess" loCatId="process" qsTypeId="urn:microsoft.com/office/officeart/2005/8/quickstyle/simple1#1" qsCatId="simple" csTypeId="urn:microsoft.com/office/officeart/2005/8/colors/accent1_2#1" csCatId="accent1" phldr="1"/>
      <dgm:spPr/>
      <dgm:t>
        <a:bodyPr/>
        <a:lstStyle/>
        <a:p>
          <a:endParaRPr lang="en-PK"/>
        </a:p>
      </dgm:t>
    </dgm:pt>
    <dgm:pt modelId="{688B7B12-4947-44C7-8D5E-6C0EAD8332F8}">
      <dgm:prSet phldrT="[Text]" phldr="0"/>
      <dgm:spPr>
        <a:solidFill>
          <a:schemeClr val="accent4">
            <a:lumMod val="20000"/>
            <a:lumOff val="80000"/>
          </a:schemeClr>
        </a:solidFill>
        <a:ln>
          <a:solidFill>
            <a:schemeClr val="tx2">
              <a:lumMod val="75000"/>
              <a:lumOff val="25000"/>
            </a:schemeClr>
          </a:solidFill>
        </a:ln>
      </dgm:spPr>
      <dgm:t>
        <a:bodyPr/>
        <a:lstStyle/>
        <a:p>
          <a:r>
            <a:rPr lang="en-GB" b="1" dirty="0"/>
            <a:t>Perceive</a:t>
          </a:r>
          <a:endParaRPr lang="en-PK" b="1" dirty="0"/>
        </a:p>
      </dgm:t>
    </dgm:pt>
    <dgm:pt modelId="{3B66CBDE-ADB7-49A8-A4D9-5C4A23E6B41B}" type="parTrans" cxnId="{B30FF1AE-372A-4025-BDB8-2AF06FF516F2}">
      <dgm:prSet/>
      <dgm:spPr/>
      <dgm:t>
        <a:bodyPr/>
        <a:lstStyle/>
        <a:p>
          <a:endParaRPr lang="en-PK"/>
        </a:p>
      </dgm:t>
    </dgm:pt>
    <dgm:pt modelId="{CD399C35-E6D7-41A2-B6DE-9E48E3D86154}" type="sibTrans" cxnId="{B30FF1AE-372A-4025-BDB8-2AF06FF516F2}">
      <dgm:prSet/>
      <dgm:spPr/>
      <dgm:t>
        <a:bodyPr/>
        <a:lstStyle/>
        <a:p>
          <a:endParaRPr lang="en-PK"/>
        </a:p>
      </dgm:t>
    </dgm:pt>
    <dgm:pt modelId="{D8D50822-EB22-4E95-B900-BE26EE52316B}">
      <dgm:prSet phldrT="[Text]" phldr="0"/>
      <dgm:spPr>
        <a:solidFill>
          <a:schemeClr val="accent6">
            <a:lumMod val="20000"/>
            <a:lumOff val="80000"/>
            <a:alpha val="90000"/>
          </a:schemeClr>
        </a:solidFill>
      </dgm:spPr>
      <dgm:t>
        <a:bodyPr/>
        <a:lstStyle/>
        <a:p>
          <a:r>
            <a:rPr lang="en-GB" b="1" dirty="0"/>
            <a:t>Align</a:t>
          </a:r>
          <a:endParaRPr lang="en-PK" b="1" dirty="0"/>
        </a:p>
      </dgm:t>
    </dgm:pt>
    <dgm:pt modelId="{AC30674C-8E0B-4623-A19D-EFC1022AAE5E}" type="parTrans" cxnId="{8654E676-D298-4DB4-AC04-DDB77596514F}">
      <dgm:prSet/>
      <dgm:spPr/>
      <dgm:t>
        <a:bodyPr/>
        <a:lstStyle/>
        <a:p>
          <a:endParaRPr lang="en-PK"/>
        </a:p>
      </dgm:t>
    </dgm:pt>
    <dgm:pt modelId="{5C626720-45E2-4A6C-A4AB-18C149863CC0}" type="sibTrans" cxnId="{8654E676-D298-4DB4-AC04-DDB77596514F}">
      <dgm:prSet/>
      <dgm:spPr/>
      <dgm:t>
        <a:bodyPr/>
        <a:lstStyle/>
        <a:p>
          <a:endParaRPr lang="en-PK"/>
        </a:p>
      </dgm:t>
    </dgm:pt>
    <dgm:pt modelId="{AD0A8944-1785-461B-8A6A-5BD9AC9D2DA5}">
      <dgm:prSet phldrT="[Text]" phldr="0"/>
      <dgm:spPr>
        <a:solidFill>
          <a:schemeClr val="accent2">
            <a:lumMod val="20000"/>
            <a:lumOff val="80000"/>
            <a:alpha val="90000"/>
          </a:schemeClr>
        </a:solidFill>
      </dgm:spPr>
      <dgm:t>
        <a:bodyPr/>
        <a:lstStyle/>
        <a:p>
          <a:r>
            <a:rPr lang="en-GB" b="1" dirty="0"/>
            <a:t>Reason</a:t>
          </a:r>
          <a:endParaRPr lang="en-PK" b="1" dirty="0"/>
        </a:p>
      </dgm:t>
    </dgm:pt>
    <dgm:pt modelId="{5DDDDF11-E009-4491-B09A-4631F5411F1E}" type="parTrans" cxnId="{54311C1D-72C8-42B7-8DC8-F348F5858E17}">
      <dgm:prSet/>
      <dgm:spPr/>
      <dgm:t>
        <a:bodyPr/>
        <a:lstStyle/>
        <a:p>
          <a:endParaRPr lang="en-PK"/>
        </a:p>
      </dgm:t>
    </dgm:pt>
    <dgm:pt modelId="{00D8A03F-62C2-40C5-9B79-37D1E2BD4291}" type="sibTrans" cxnId="{54311C1D-72C8-42B7-8DC8-F348F5858E17}">
      <dgm:prSet/>
      <dgm:spPr/>
      <dgm:t>
        <a:bodyPr/>
        <a:lstStyle/>
        <a:p>
          <a:endParaRPr lang="en-PK"/>
        </a:p>
      </dgm:t>
    </dgm:pt>
    <dgm:pt modelId="{7363470C-CB68-4F39-B9B1-25746D59CC43}" type="pres">
      <dgm:prSet presAssocID="{1C1AD1BA-174B-4826-8316-6E38FB6B9A32}" presName="Name0" presStyleCnt="0">
        <dgm:presLayoutVars>
          <dgm:chMax val="11"/>
          <dgm:chPref val="11"/>
          <dgm:dir/>
          <dgm:resizeHandles/>
        </dgm:presLayoutVars>
      </dgm:prSet>
      <dgm:spPr/>
    </dgm:pt>
    <dgm:pt modelId="{8CE80E62-D0E6-4568-B3AE-4266F4BE8F92}" type="pres">
      <dgm:prSet presAssocID="{AD0A8944-1785-461B-8A6A-5BD9AC9D2DA5}" presName="Accent3" presStyleCnt="0"/>
      <dgm:spPr/>
    </dgm:pt>
    <dgm:pt modelId="{C97AB67E-2E27-4ACA-B6E9-7B5EA8CC814D}" type="pres">
      <dgm:prSet presAssocID="{AD0A8944-1785-461B-8A6A-5BD9AC9D2DA5}" presName="Accent" presStyleLbl="node1" presStyleIdx="0" presStyleCnt="3"/>
      <dgm:spPr>
        <a:solidFill>
          <a:schemeClr val="accent2"/>
        </a:solidFill>
      </dgm:spPr>
    </dgm:pt>
    <dgm:pt modelId="{BFBB305D-62D2-407C-9F74-9EBF328720D5}" type="pres">
      <dgm:prSet presAssocID="{AD0A8944-1785-461B-8A6A-5BD9AC9D2DA5}" presName="ParentBackground3" presStyleCnt="0"/>
      <dgm:spPr/>
    </dgm:pt>
    <dgm:pt modelId="{9A49ABFF-672D-47F6-A77B-CAF76A98F89E}" type="pres">
      <dgm:prSet presAssocID="{AD0A8944-1785-461B-8A6A-5BD9AC9D2DA5}" presName="ParentBackground" presStyleLbl="fgAcc1" presStyleIdx="0" presStyleCnt="3"/>
      <dgm:spPr/>
    </dgm:pt>
    <dgm:pt modelId="{F235E152-D852-455E-AF7E-FFFDA2490F71}" type="pres">
      <dgm:prSet presAssocID="{AD0A8944-1785-461B-8A6A-5BD9AC9D2DA5}" presName="Parent3" presStyleLbl="revTx" presStyleIdx="0" presStyleCnt="0">
        <dgm:presLayoutVars>
          <dgm:chMax val="1"/>
          <dgm:chPref val="1"/>
          <dgm:bulletEnabled val="1"/>
        </dgm:presLayoutVars>
      </dgm:prSet>
      <dgm:spPr/>
    </dgm:pt>
    <dgm:pt modelId="{3B39D2E7-5F16-4BB0-9B8E-5190A19EAA05}" type="pres">
      <dgm:prSet presAssocID="{D8D50822-EB22-4E95-B900-BE26EE52316B}" presName="Accent2" presStyleCnt="0"/>
      <dgm:spPr/>
    </dgm:pt>
    <dgm:pt modelId="{CBE4F362-9F6D-4544-90BC-6A7BC297AA2C}" type="pres">
      <dgm:prSet presAssocID="{D8D50822-EB22-4E95-B900-BE26EE52316B}" presName="Accent" presStyleLbl="node1" presStyleIdx="1" presStyleCnt="3"/>
      <dgm:spPr>
        <a:solidFill>
          <a:schemeClr val="accent3">
            <a:lumMod val="40000"/>
            <a:lumOff val="60000"/>
          </a:schemeClr>
        </a:solidFill>
      </dgm:spPr>
    </dgm:pt>
    <dgm:pt modelId="{7C4CD3C0-AFEC-46E5-A3DB-B1C4E5951303}" type="pres">
      <dgm:prSet presAssocID="{D8D50822-EB22-4E95-B900-BE26EE52316B}" presName="ParentBackground2" presStyleCnt="0"/>
      <dgm:spPr/>
    </dgm:pt>
    <dgm:pt modelId="{811D284F-4303-4099-93BB-E3C415F1A877}" type="pres">
      <dgm:prSet presAssocID="{D8D50822-EB22-4E95-B900-BE26EE52316B}" presName="ParentBackground" presStyleLbl="fgAcc1" presStyleIdx="1" presStyleCnt="3"/>
      <dgm:spPr/>
    </dgm:pt>
    <dgm:pt modelId="{34AD2AB2-5391-4430-822A-2B3A61E98D0B}" type="pres">
      <dgm:prSet presAssocID="{D8D50822-EB22-4E95-B900-BE26EE52316B}" presName="Parent2" presStyleLbl="revTx" presStyleIdx="0" presStyleCnt="0">
        <dgm:presLayoutVars>
          <dgm:chMax val="1"/>
          <dgm:chPref val="1"/>
          <dgm:bulletEnabled val="1"/>
        </dgm:presLayoutVars>
      </dgm:prSet>
      <dgm:spPr/>
    </dgm:pt>
    <dgm:pt modelId="{EC896256-E797-4D38-B689-C2D4B7989E98}" type="pres">
      <dgm:prSet presAssocID="{688B7B12-4947-44C7-8D5E-6C0EAD8332F8}" presName="Accent1" presStyleCnt="0"/>
      <dgm:spPr/>
    </dgm:pt>
    <dgm:pt modelId="{B864BE26-496E-4AE4-8FCF-B7B8E4236B30}" type="pres">
      <dgm:prSet presAssocID="{688B7B12-4947-44C7-8D5E-6C0EAD8332F8}" presName="Accent" presStyleLbl="node1" presStyleIdx="2" presStyleCnt="3"/>
      <dgm:spPr>
        <a:solidFill>
          <a:srgbClr val="00B0F0"/>
        </a:solidFill>
      </dgm:spPr>
    </dgm:pt>
    <dgm:pt modelId="{B1E17C30-37FE-417B-B798-7A80C29CC986}" type="pres">
      <dgm:prSet presAssocID="{688B7B12-4947-44C7-8D5E-6C0EAD8332F8}" presName="ParentBackground1" presStyleCnt="0"/>
      <dgm:spPr/>
    </dgm:pt>
    <dgm:pt modelId="{EAD32530-BD78-47CF-A38D-4D355058044D}" type="pres">
      <dgm:prSet presAssocID="{688B7B12-4947-44C7-8D5E-6C0EAD8332F8}" presName="ParentBackground" presStyleLbl="fgAcc1" presStyleIdx="2" presStyleCnt="3"/>
      <dgm:spPr/>
    </dgm:pt>
    <dgm:pt modelId="{AA85DDB4-EAA0-44C4-B63B-93D214C2E350}" type="pres">
      <dgm:prSet presAssocID="{688B7B12-4947-44C7-8D5E-6C0EAD8332F8}" presName="Parent1" presStyleLbl="revTx" presStyleIdx="0" presStyleCnt="0">
        <dgm:presLayoutVars>
          <dgm:chMax val="1"/>
          <dgm:chPref val="1"/>
          <dgm:bulletEnabled val="1"/>
        </dgm:presLayoutVars>
      </dgm:prSet>
      <dgm:spPr/>
    </dgm:pt>
  </dgm:ptLst>
  <dgm:cxnLst>
    <dgm:cxn modelId="{54311C1D-72C8-42B7-8DC8-F348F5858E17}" srcId="{1C1AD1BA-174B-4826-8316-6E38FB6B9A32}" destId="{AD0A8944-1785-461B-8A6A-5BD9AC9D2DA5}" srcOrd="2" destOrd="0" parTransId="{5DDDDF11-E009-4491-B09A-4631F5411F1E}" sibTransId="{00D8A03F-62C2-40C5-9B79-37D1E2BD4291}"/>
    <dgm:cxn modelId="{1376CA2E-B2AA-4418-BB0E-29848C5046A0}" type="presOf" srcId="{AD0A8944-1785-461B-8A6A-5BD9AC9D2DA5}" destId="{9A49ABFF-672D-47F6-A77B-CAF76A98F89E}" srcOrd="0" destOrd="0" presId="urn:microsoft.com/office/officeart/2011/layout/CircleProcess"/>
    <dgm:cxn modelId="{49281645-0521-4B53-89AE-920BC25A7CE9}" type="presOf" srcId="{688B7B12-4947-44C7-8D5E-6C0EAD8332F8}" destId="{AA85DDB4-EAA0-44C4-B63B-93D214C2E350}" srcOrd="1" destOrd="0" presId="urn:microsoft.com/office/officeart/2011/layout/CircleProcess"/>
    <dgm:cxn modelId="{020E6351-2BA8-4457-853A-A35CE24EFFE7}" type="presOf" srcId="{D8D50822-EB22-4E95-B900-BE26EE52316B}" destId="{811D284F-4303-4099-93BB-E3C415F1A877}" srcOrd="0" destOrd="0" presId="urn:microsoft.com/office/officeart/2011/layout/CircleProcess"/>
    <dgm:cxn modelId="{8654E676-D298-4DB4-AC04-DDB77596514F}" srcId="{1C1AD1BA-174B-4826-8316-6E38FB6B9A32}" destId="{D8D50822-EB22-4E95-B900-BE26EE52316B}" srcOrd="1" destOrd="0" parTransId="{AC30674C-8E0B-4623-A19D-EFC1022AAE5E}" sibTransId="{5C626720-45E2-4A6C-A4AB-18C149863CC0}"/>
    <dgm:cxn modelId="{773A8689-0088-48AE-81D1-3103B8FC8741}" type="presOf" srcId="{AD0A8944-1785-461B-8A6A-5BD9AC9D2DA5}" destId="{F235E152-D852-455E-AF7E-FFFDA2490F71}" srcOrd="1" destOrd="0" presId="urn:microsoft.com/office/officeart/2011/layout/CircleProcess"/>
    <dgm:cxn modelId="{3EDF56A4-3EFF-42C1-B178-0359D7BFF3C6}" type="presOf" srcId="{D8D50822-EB22-4E95-B900-BE26EE52316B}" destId="{34AD2AB2-5391-4430-822A-2B3A61E98D0B}" srcOrd="1" destOrd="0" presId="urn:microsoft.com/office/officeart/2011/layout/CircleProcess"/>
    <dgm:cxn modelId="{B30FF1AE-372A-4025-BDB8-2AF06FF516F2}" srcId="{1C1AD1BA-174B-4826-8316-6E38FB6B9A32}" destId="{688B7B12-4947-44C7-8D5E-6C0EAD8332F8}" srcOrd="0" destOrd="0" parTransId="{3B66CBDE-ADB7-49A8-A4D9-5C4A23E6B41B}" sibTransId="{CD399C35-E6D7-41A2-B6DE-9E48E3D86154}"/>
    <dgm:cxn modelId="{CB8B9CB3-3E09-40B1-9F93-51130AA8C699}" type="presOf" srcId="{688B7B12-4947-44C7-8D5E-6C0EAD8332F8}" destId="{EAD32530-BD78-47CF-A38D-4D355058044D}" srcOrd="0" destOrd="0" presId="urn:microsoft.com/office/officeart/2011/layout/CircleProcess"/>
    <dgm:cxn modelId="{38C089EB-8AEF-4666-86D1-C41F0126B2EF}" type="presOf" srcId="{1C1AD1BA-174B-4826-8316-6E38FB6B9A32}" destId="{7363470C-CB68-4F39-B9B1-25746D59CC43}" srcOrd="0" destOrd="0" presId="urn:microsoft.com/office/officeart/2011/layout/CircleProcess"/>
    <dgm:cxn modelId="{91B5836E-88FE-4375-A944-8EA2B6C5F665}" type="presParOf" srcId="{7363470C-CB68-4F39-B9B1-25746D59CC43}" destId="{8CE80E62-D0E6-4568-B3AE-4266F4BE8F92}" srcOrd="0" destOrd="0" presId="urn:microsoft.com/office/officeart/2011/layout/CircleProcess"/>
    <dgm:cxn modelId="{04E82A84-12AC-4FA3-A358-E1A851365484}" type="presParOf" srcId="{8CE80E62-D0E6-4568-B3AE-4266F4BE8F92}" destId="{C97AB67E-2E27-4ACA-B6E9-7B5EA8CC814D}" srcOrd="0" destOrd="0" presId="urn:microsoft.com/office/officeart/2011/layout/CircleProcess"/>
    <dgm:cxn modelId="{204E9BAD-03AB-401D-89FF-48A7ED4F2A1F}" type="presParOf" srcId="{7363470C-CB68-4F39-B9B1-25746D59CC43}" destId="{BFBB305D-62D2-407C-9F74-9EBF328720D5}" srcOrd="1" destOrd="0" presId="urn:microsoft.com/office/officeart/2011/layout/CircleProcess"/>
    <dgm:cxn modelId="{02FD755C-9B74-4373-9DE9-8B4A190492B9}" type="presParOf" srcId="{BFBB305D-62D2-407C-9F74-9EBF328720D5}" destId="{9A49ABFF-672D-47F6-A77B-CAF76A98F89E}" srcOrd="0" destOrd="0" presId="urn:microsoft.com/office/officeart/2011/layout/CircleProcess"/>
    <dgm:cxn modelId="{9D729600-E665-4B2E-98AA-DC7A9EA47C13}" type="presParOf" srcId="{7363470C-CB68-4F39-B9B1-25746D59CC43}" destId="{F235E152-D852-455E-AF7E-FFFDA2490F71}" srcOrd="2" destOrd="0" presId="urn:microsoft.com/office/officeart/2011/layout/CircleProcess"/>
    <dgm:cxn modelId="{4C01BF90-CF18-4591-8951-7B339C8256EF}" type="presParOf" srcId="{7363470C-CB68-4F39-B9B1-25746D59CC43}" destId="{3B39D2E7-5F16-4BB0-9B8E-5190A19EAA05}" srcOrd="3" destOrd="0" presId="urn:microsoft.com/office/officeart/2011/layout/CircleProcess"/>
    <dgm:cxn modelId="{E3B4DB01-B175-4A7F-83DC-1DD1B2317F49}" type="presParOf" srcId="{3B39D2E7-5F16-4BB0-9B8E-5190A19EAA05}" destId="{CBE4F362-9F6D-4544-90BC-6A7BC297AA2C}" srcOrd="0" destOrd="0" presId="urn:microsoft.com/office/officeart/2011/layout/CircleProcess"/>
    <dgm:cxn modelId="{8C3DC563-146A-4C8D-96E2-8E1296FF1BB9}" type="presParOf" srcId="{7363470C-CB68-4F39-B9B1-25746D59CC43}" destId="{7C4CD3C0-AFEC-46E5-A3DB-B1C4E5951303}" srcOrd="4" destOrd="0" presId="urn:microsoft.com/office/officeart/2011/layout/CircleProcess"/>
    <dgm:cxn modelId="{5427A718-4801-4DA8-8049-EE9845B1D2CA}" type="presParOf" srcId="{7C4CD3C0-AFEC-46E5-A3DB-B1C4E5951303}" destId="{811D284F-4303-4099-93BB-E3C415F1A877}" srcOrd="0" destOrd="0" presId="urn:microsoft.com/office/officeart/2011/layout/CircleProcess"/>
    <dgm:cxn modelId="{2458A7E6-3118-47FE-8D65-F2EA4E5B9066}" type="presParOf" srcId="{7363470C-CB68-4F39-B9B1-25746D59CC43}" destId="{34AD2AB2-5391-4430-822A-2B3A61E98D0B}" srcOrd="5" destOrd="0" presId="urn:microsoft.com/office/officeart/2011/layout/CircleProcess"/>
    <dgm:cxn modelId="{9DC23FC6-D9A7-4F8E-82D5-90708F5787C0}" type="presParOf" srcId="{7363470C-CB68-4F39-B9B1-25746D59CC43}" destId="{EC896256-E797-4D38-B689-C2D4B7989E98}" srcOrd="6" destOrd="0" presId="urn:microsoft.com/office/officeart/2011/layout/CircleProcess"/>
    <dgm:cxn modelId="{60DFF322-C16E-4BFD-ABE3-942CED741C10}" type="presParOf" srcId="{EC896256-E797-4D38-B689-C2D4B7989E98}" destId="{B864BE26-496E-4AE4-8FCF-B7B8E4236B30}" srcOrd="0" destOrd="0" presId="urn:microsoft.com/office/officeart/2011/layout/CircleProcess"/>
    <dgm:cxn modelId="{E2256C33-D8A2-410E-8B31-00C94C394DBE}" type="presParOf" srcId="{7363470C-CB68-4F39-B9B1-25746D59CC43}" destId="{B1E17C30-37FE-417B-B798-7A80C29CC986}" srcOrd="7" destOrd="0" presId="urn:microsoft.com/office/officeart/2011/layout/CircleProcess"/>
    <dgm:cxn modelId="{539E49E3-340A-488A-99E1-ED4106E2CF5F}" type="presParOf" srcId="{B1E17C30-37FE-417B-B798-7A80C29CC986}" destId="{EAD32530-BD78-47CF-A38D-4D355058044D}" srcOrd="0" destOrd="0" presId="urn:microsoft.com/office/officeart/2011/layout/CircleProcess"/>
    <dgm:cxn modelId="{A6CC2442-71A8-41EF-8C7C-05397BCFC62B}" type="presParOf" srcId="{7363470C-CB68-4F39-B9B1-25746D59CC43}" destId="{AA85DDB4-EAA0-44C4-B63B-93D214C2E350}" srcOrd="8" destOrd="0" presId="urn:microsoft.com/office/officeart/2011/layout/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2C6848D-B0F3-4F25-B836-74240A0812FA}" type="doc">
      <dgm:prSet loTypeId="urn:microsoft.com/office/officeart/2005/8/layout/default" loCatId="list" qsTypeId="urn:microsoft.com/office/officeart/2005/8/quickstyle/simple5#3" qsCatId="simple" csTypeId="urn:microsoft.com/office/officeart/2005/8/colors/colorful3#3" csCatId="colorful" phldr="1"/>
      <dgm:spPr/>
      <dgm:t>
        <a:bodyPr/>
        <a:lstStyle/>
        <a:p>
          <a:endParaRPr lang="en-PK"/>
        </a:p>
      </dgm:t>
    </dgm:pt>
    <dgm:pt modelId="{A7EA506D-C2DD-4C37-9BE4-627E28F2D0DC}">
      <dgm:prSet phldrT="[Text]" phldr="0"/>
      <dgm:spPr/>
      <dgm:t>
        <a:bodyPr/>
        <a:lstStyle/>
        <a:p>
          <a:pPr algn="ctr">
            <a:buFont typeface="Arial" panose="020B0604020202020204" pitchFamily="34" charset="0"/>
            <a:buChar char="•"/>
          </a:pPr>
          <a:r>
            <a:rPr lang="en-PK" b="1" dirty="0"/>
            <a:t>Vision</a:t>
          </a:r>
        </a:p>
      </dgm:t>
    </dgm:pt>
    <dgm:pt modelId="{5B3BE245-E1C6-4B0A-BD39-BA26D3E38788}" type="parTrans" cxnId="{9520F4E8-A537-42FD-9AC5-C707B18E4600}">
      <dgm:prSet/>
      <dgm:spPr/>
      <dgm:t>
        <a:bodyPr/>
        <a:lstStyle/>
        <a:p>
          <a:endParaRPr lang="en-PK"/>
        </a:p>
      </dgm:t>
    </dgm:pt>
    <dgm:pt modelId="{A3939D83-96AF-486A-A6AE-EB8D24425835}" type="sibTrans" cxnId="{9520F4E8-A537-42FD-9AC5-C707B18E4600}">
      <dgm:prSet/>
      <dgm:spPr/>
      <dgm:t>
        <a:bodyPr/>
        <a:lstStyle/>
        <a:p>
          <a:endParaRPr lang="en-PK"/>
        </a:p>
      </dgm:t>
    </dgm:pt>
    <dgm:pt modelId="{7A85534A-FB40-49D2-8A22-8DA0FF796546}">
      <dgm:prSet phldrT="[Text]"/>
      <dgm:spPr/>
      <dgm:t>
        <a:bodyPr/>
        <a:lstStyle/>
        <a:p>
          <a:pPr algn="ctr">
            <a:buFont typeface="Arial" panose="020B0604020202020204" pitchFamily="34" charset="0"/>
            <a:buChar char="•"/>
          </a:pPr>
          <a:r>
            <a:rPr lang="en-PK" b="1" dirty="0"/>
            <a:t>Text</a:t>
          </a:r>
        </a:p>
      </dgm:t>
    </dgm:pt>
    <dgm:pt modelId="{B8240392-FAA9-4A8D-961D-9171EA057593}" type="parTrans" cxnId="{909F4D23-02A8-4489-BA9D-CAFE8C2B2542}">
      <dgm:prSet/>
      <dgm:spPr/>
      <dgm:t>
        <a:bodyPr/>
        <a:lstStyle/>
        <a:p>
          <a:endParaRPr lang="en-PK"/>
        </a:p>
      </dgm:t>
    </dgm:pt>
    <dgm:pt modelId="{61404F98-525D-4ED9-A5D2-9725E4F152E8}" type="sibTrans" cxnId="{909F4D23-02A8-4489-BA9D-CAFE8C2B2542}">
      <dgm:prSet/>
      <dgm:spPr/>
      <dgm:t>
        <a:bodyPr/>
        <a:lstStyle/>
        <a:p>
          <a:endParaRPr lang="en-PK"/>
        </a:p>
      </dgm:t>
    </dgm:pt>
    <dgm:pt modelId="{10ED283B-607D-4F32-973D-1372662BAB8C}">
      <dgm:prSet phldrT="[Text]"/>
      <dgm:spPr/>
      <dgm:t>
        <a:bodyPr/>
        <a:lstStyle/>
        <a:p>
          <a:pPr algn="ctr">
            <a:buFont typeface="Arial" panose="020B0604020202020204" pitchFamily="34" charset="0"/>
            <a:buChar char="•"/>
          </a:pPr>
          <a:r>
            <a:rPr lang="en-PK" sz="2000" b="1" dirty="0"/>
            <a:t>Audio</a:t>
          </a:r>
          <a:endParaRPr lang="en-GB" sz="2000" b="1" dirty="0"/>
        </a:p>
      </dgm:t>
    </dgm:pt>
    <dgm:pt modelId="{C0B07906-F4FB-47E7-9BF0-74713C6AD0DE}" type="parTrans" cxnId="{39F0A3F5-BEF1-4360-9621-DDB68C1817DC}">
      <dgm:prSet/>
      <dgm:spPr/>
      <dgm:t>
        <a:bodyPr/>
        <a:lstStyle/>
        <a:p>
          <a:endParaRPr lang="en-PK"/>
        </a:p>
      </dgm:t>
    </dgm:pt>
    <dgm:pt modelId="{62559CCA-17A9-4F14-9FB9-0C3C13B0206D}" type="sibTrans" cxnId="{39F0A3F5-BEF1-4360-9621-DDB68C1817DC}">
      <dgm:prSet/>
      <dgm:spPr/>
      <dgm:t>
        <a:bodyPr/>
        <a:lstStyle/>
        <a:p>
          <a:endParaRPr lang="en-PK"/>
        </a:p>
      </dgm:t>
    </dgm:pt>
    <dgm:pt modelId="{12572A15-B37E-4DDB-83D6-9AD096D37713}">
      <dgm:prSet phldrT="[Text]"/>
      <dgm:spPr/>
      <dgm:t>
        <a:bodyPr/>
        <a:lstStyle/>
        <a:p>
          <a:pPr algn="ctr">
            <a:buFont typeface="Arial" panose="020B0604020202020204" pitchFamily="34" charset="0"/>
            <a:buChar char="•"/>
          </a:pPr>
          <a:r>
            <a:rPr lang="en-PK" b="1" dirty="0"/>
            <a:t>Video</a:t>
          </a:r>
        </a:p>
      </dgm:t>
    </dgm:pt>
    <dgm:pt modelId="{D9D0B08A-9439-4D0C-AC09-7140CC478B50}" type="parTrans" cxnId="{80F43F08-FFCC-4469-AFD0-C7A2E3076A0A}">
      <dgm:prSet/>
      <dgm:spPr/>
      <dgm:t>
        <a:bodyPr/>
        <a:lstStyle/>
        <a:p>
          <a:endParaRPr lang="en-PK"/>
        </a:p>
      </dgm:t>
    </dgm:pt>
    <dgm:pt modelId="{A105936C-A807-49F3-9B7E-A7066A828014}" type="sibTrans" cxnId="{80F43F08-FFCC-4469-AFD0-C7A2E3076A0A}">
      <dgm:prSet/>
      <dgm:spPr/>
      <dgm:t>
        <a:bodyPr/>
        <a:lstStyle/>
        <a:p>
          <a:endParaRPr lang="en-PK"/>
        </a:p>
      </dgm:t>
    </dgm:pt>
    <dgm:pt modelId="{E8CD35F4-490C-4B0C-97DB-AD1998C25C08}">
      <dgm:prSet phldrT="[Text]"/>
      <dgm:spPr/>
      <dgm:t>
        <a:bodyPr/>
        <a:lstStyle/>
        <a:p>
          <a:pPr>
            <a:buFont typeface="Arial" panose="020B0604020202020204" pitchFamily="34" charset="0"/>
            <a:buChar char="•"/>
          </a:pPr>
          <a:r>
            <a:rPr lang="en-PK" b="1" dirty="0"/>
            <a:t>Sensors</a:t>
          </a:r>
          <a:endParaRPr lang="en-GB" b="1" dirty="0"/>
        </a:p>
      </dgm:t>
    </dgm:pt>
    <dgm:pt modelId="{1807EB94-C75B-4D96-9B32-6D4070341406}" type="parTrans" cxnId="{E1081E3A-7601-4443-B906-0B0AB8B8E6F3}">
      <dgm:prSet/>
      <dgm:spPr/>
      <dgm:t>
        <a:bodyPr/>
        <a:lstStyle/>
        <a:p>
          <a:endParaRPr lang="en-PK"/>
        </a:p>
      </dgm:t>
    </dgm:pt>
    <dgm:pt modelId="{D8AB3D73-27BB-4BB6-ADA6-8F8B9C0B888E}" type="sibTrans" cxnId="{E1081E3A-7601-4443-B906-0B0AB8B8E6F3}">
      <dgm:prSet/>
      <dgm:spPr/>
      <dgm:t>
        <a:bodyPr/>
        <a:lstStyle/>
        <a:p>
          <a:endParaRPr lang="en-PK"/>
        </a:p>
      </dgm:t>
    </dgm:pt>
    <dgm:pt modelId="{06B59CBD-FEA4-4FA5-AE09-F57E0B4CECAA}">
      <dgm:prSet phldrT="[Text]"/>
      <dgm:spPr/>
      <dgm:t>
        <a:bodyPr/>
        <a:lstStyle/>
        <a:p>
          <a:pPr>
            <a:buFont typeface="Arial" panose="020B0604020202020204" pitchFamily="34" charset="0"/>
            <a:buChar char="•"/>
          </a:pPr>
          <a:r>
            <a:rPr lang="en-PK" dirty="0"/>
            <a:t>Spatial structure</a:t>
          </a:r>
        </a:p>
      </dgm:t>
    </dgm:pt>
    <dgm:pt modelId="{26885E5D-7294-4FE8-B72D-3F1622C52C53}" type="parTrans" cxnId="{1159325F-B9C9-4891-89CA-3D254568E63D}">
      <dgm:prSet/>
      <dgm:spPr/>
      <dgm:t>
        <a:bodyPr/>
        <a:lstStyle/>
        <a:p>
          <a:endParaRPr lang="en-PK"/>
        </a:p>
      </dgm:t>
    </dgm:pt>
    <dgm:pt modelId="{027C9ADB-FE90-485D-9216-E64C732E40EF}" type="sibTrans" cxnId="{1159325F-B9C9-4891-89CA-3D254568E63D}">
      <dgm:prSet/>
      <dgm:spPr/>
      <dgm:t>
        <a:bodyPr/>
        <a:lstStyle/>
        <a:p>
          <a:endParaRPr lang="en-PK"/>
        </a:p>
      </dgm:t>
    </dgm:pt>
    <dgm:pt modelId="{B23BF530-A6A0-4658-AF95-F0280ECD0374}">
      <dgm:prSet/>
      <dgm:spPr/>
      <dgm:t>
        <a:bodyPr/>
        <a:lstStyle/>
        <a:p>
          <a:r>
            <a:rPr lang="en-PK"/>
            <a:t>High-dimensional</a:t>
          </a:r>
          <a:endParaRPr lang="en-PK" dirty="0"/>
        </a:p>
      </dgm:t>
    </dgm:pt>
    <dgm:pt modelId="{46359EEC-6764-4BEE-9F1F-3BE70811C9AE}" type="parTrans" cxnId="{9EF2E55D-5624-4975-BF31-87BBEDE4DFD7}">
      <dgm:prSet/>
      <dgm:spPr/>
      <dgm:t>
        <a:bodyPr/>
        <a:lstStyle/>
        <a:p>
          <a:endParaRPr lang="en-PK"/>
        </a:p>
      </dgm:t>
    </dgm:pt>
    <dgm:pt modelId="{3D589C0C-4867-46B5-A2A3-EB9D760272B1}" type="sibTrans" cxnId="{9EF2E55D-5624-4975-BF31-87BBEDE4DFD7}">
      <dgm:prSet/>
      <dgm:spPr/>
      <dgm:t>
        <a:bodyPr/>
        <a:lstStyle/>
        <a:p>
          <a:endParaRPr lang="en-PK"/>
        </a:p>
      </dgm:t>
    </dgm:pt>
    <dgm:pt modelId="{5A16D4B0-66B9-46BC-8A41-91CE3971E2F7}">
      <dgm:prSet/>
      <dgm:spPr/>
      <dgm:t>
        <a:bodyPr/>
        <a:lstStyle/>
        <a:p>
          <a:r>
            <a:rPr lang="en-PK"/>
            <a:t>Strong local relationships</a:t>
          </a:r>
          <a:endParaRPr lang="en-PK" dirty="0"/>
        </a:p>
      </dgm:t>
    </dgm:pt>
    <dgm:pt modelId="{05579F9F-C2F7-4C29-A54C-B4B9A3782652}" type="parTrans" cxnId="{F6AA35D2-5FF6-47AC-B1E2-D1C4E154751E}">
      <dgm:prSet/>
      <dgm:spPr/>
      <dgm:t>
        <a:bodyPr/>
        <a:lstStyle/>
        <a:p>
          <a:endParaRPr lang="en-PK"/>
        </a:p>
      </dgm:t>
    </dgm:pt>
    <dgm:pt modelId="{C3886385-6E76-4428-9840-276957D50094}" type="sibTrans" cxnId="{F6AA35D2-5FF6-47AC-B1E2-D1C4E154751E}">
      <dgm:prSet/>
      <dgm:spPr/>
      <dgm:t>
        <a:bodyPr/>
        <a:lstStyle/>
        <a:p>
          <a:endParaRPr lang="en-PK"/>
        </a:p>
      </dgm:t>
    </dgm:pt>
    <dgm:pt modelId="{5ABD4DDE-1163-4591-BA51-57D8F6E5F479}">
      <dgm:prSet/>
      <dgm:spPr/>
      <dgm:t>
        <a:bodyPr/>
        <a:lstStyle/>
        <a:p>
          <a:r>
            <a:rPr lang="en-PK" dirty="0"/>
            <a:t>Rich visual semantics</a:t>
          </a:r>
        </a:p>
      </dgm:t>
    </dgm:pt>
    <dgm:pt modelId="{22EAAB4E-73E9-4B2F-B94A-341BFB0DC3D4}" type="parTrans" cxnId="{A6985842-C97E-4B30-A039-E020DEACB424}">
      <dgm:prSet/>
      <dgm:spPr/>
      <dgm:t>
        <a:bodyPr/>
        <a:lstStyle/>
        <a:p>
          <a:endParaRPr lang="en-PK"/>
        </a:p>
      </dgm:t>
    </dgm:pt>
    <dgm:pt modelId="{91B81439-731A-4C17-B1ED-CAA8048E38D1}" type="sibTrans" cxnId="{A6985842-C97E-4B30-A039-E020DEACB424}">
      <dgm:prSet/>
      <dgm:spPr/>
      <dgm:t>
        <a:bodyPr/>
        <a:lstStyle/>
        <a:p>
          <a:endParaRPr lang="en-PK"/>
        </a:p>
      </dgm:t>
    </dgm:pt>
    <dgm:pt modelId="{6F4B252E-294C-42D0-B46B-1449E18F5352}">
      <dgm:prSet phldrT="[Text]"/>
      <dgm:spPr/>
      <dgm:t>
        <a:bodyPr/>
        <a:lstStyle/>
        <a:p>
          <a:pPr algn="l">
            <a:buFont typeface="Arial" panose="020B0604020202020204" pitchFamily="34" charset="0"/>
            <a:buChar char="•"/>
          </a:pPr>
          <a:r>
            <a:rPr lang="en-PK" dirty="0"/>
            <a:t>Sequential / symbolic</a:t>
          </a:r>
        </a:p>
      </dgm:t>
    </dgm:pt>
    <dgm:pt modelId="{B9A7C643-E3D7-47F4-8F63-6469D5C1139A}" type="parTrans" cxnId="{17CC5D19-950E-48FC-AB0F-37D5A5C9B71D}">
      <dgm:prSet/>
      <dgm:spPr/>
      <dgm:t>
        <a:bodyPr/>
        <a:lstStyle/>
        <a:p>
          <a:endParaRPr lang="en-PK"/>
        </a:p>
      </dgm:t>
    </dgm:pt>
    <dgm:pt modelId="{3B6FC1E7-6640-48CA-96E0-0903A73AA78A}" type="sibTrans" cxnId="{17CC5D19-950E-48FC-AB0F-37D5A5C9B71D}">
      <dgm:prSet/>
      <dgm:spPr/>
      <dgm:t>
        <a:bodyPr/>
        <a:lstStyle/>
        <a:p>
          <a:endParaRPr lang="en-PK"/>
        </a:p>
      </dgm:t>
    </dgm:pt>
    <dgm:pt modelId="{124DB60A-E379-4E33-951C-B7A10B6B5D5A}">
      <dgm:prSet/>
      <dgm:spPr/>
      <dgm:t>
        <a:bodyPr/>
        <a:lstStyle/>
        <a:p>
          <a:pPr algn="l"/>
          <a:r>
            <a:rPr lang="en-PK" dirty="0"/>
            <a:t>Highly semantic</a:t>
          </a:r>
        </a:p>
      </dgm:t>
    </dgm:pt>
    <dgm:pt modelId="{44F6055D-6B14-48CC-90EE-F0709A256072}" type="parTrans" cxnId="{AA3FE22D-1284-4B28-AD40-EF9E567128E2}">
      <dgm:prSet/>
      <dgm:spPr/>
      <dgm:t>
        <a:bodyPr/>
        <a:lstStyle/>
        <a:p>
          <a:endParaRPr lang="en-PK"/>
        </a:p>
      </dgm:t>
    </dgm:pt>
    <dgm:pt modelId="{A311505C-2C83-4952-AAB8-9140B6EE04B2}" type="sibTrans" cxnId="{AA3FE22D-1284-4B28-AD40-EF9E567128E2}">
      <dgm:prSet/>
      <dgm:spPr/>
      <dgm:t>
        <a:bodyPr/>
        <a:lstStyle/>
        <a:p>
          <a:endParaRPr lang="en-PK"/>
        </a:p>
      </dgm:t>
    </dgm:pt>
    <dgm:pt modelId="{5B11D36E-E839-45D1-A0EF-5F7FA1A168AC}">
      <dgm:prSet/>
      <dgm:spPr/>
      <dgm:t>
        <a:bodyPr/>
        <a:lstStyle/>
        <a:p>
          <a:pPr algn="l"/>
          <a:r>
            <a:rPr lang="en-PK" dirty="0"/>
            <a:t>Discrete tokens</a:t>
          </a:r>
        </a:p>
      </dgm:t>
    </dgm:pt>
    <dgm:pt modelId="{0605DE29-452B-4D51-9FE4-5C1E888E348D}" type="parTrans" cxnId="{1414011D-223F-4212-8AAC-E403D2ED52F6}">
      <dgm:prSet/>
      <dgm:spPr/>
      <dgm:t>
        <a:bodyPr/>
        <a:lstStyle/>
        <a:p>
          <a:endParaRPr lang="en-PK"/>
        </a:p>
      </dgm:t>
    </dgm:pt>
    <dgm:pt modelId="{7333D517-0B2F-4280-8604-D089884ADD28}" type="sibTrans" cxnId="{1414011D-223F-4212-8AAC-E403D2ED52F6}">
      <dgm:prSet/>
      <dgm:spPr/>
      <dgm:t>
        <a:bodyPr/>
        <a:lstStyle/>
        <a:p>
          <a:endParaRPr lang="en-PK"/>
        </a:p>
      </dgm:t>
    </dgm:pt>
    <dgm:pt modelId="{CEA0D801-6E05-451A-A74F-2D4A37747DA3}">
      <dgm:prSet phldrT="[Text]"/>
      <dgm:spPr/>
      <dgm:t>
        <a:bodyPr/>
        <a:lstStyle/>
        <a:p>
          <a:pPr algn="l">
            <a:buFont typeface="Arial" panose="020B0604020202020204" pitchFamily="34" charset="0"/>
            <a:buChar char="•"/>
          </a:pPr>
          <a:r>
            <a:rPr lang="en-PK" sz="1600" dirty="0"/>
            <a:t>Temporal signal</a:t>
          </a:r>
        </a:p>
      </dgm:t>
    </dgm:pt>
    <dgm:pt modelId="{43FD19EB-C717-4CDB-9C6B-173A8503E5C1}" type="parTrans" cxnId="{62F08E6A-269D-4C95-B668-4B98D966CBE1}">
      <dgm:prSet/>
      <dgm:spPr/>
      <dgm:t>
        <a:bodyPr/>
        <a:lstStyle/>
        <a:p>
          <a:endParaRPr lang="en-PK"/>
        </a:p>
      </dgm:t>
    </dgm:pt>
    <dgm:pt modelId="{70D665E7-0413-4782-9925-2BC40698F667}" type="sibTrans" cxnId="{62F08E6A-269D-4C95-B668-4B98D966CBE1}">
      <dgm:prSet/>
      <dgm:spPr/>
      <dgm:t>
        <a:bodyPr/>
        <a:lstStyle/>
        <a:p>
          <a:endParaRPr lang="en-PK"/>
        </a:p>
      </dgm:t>
    </dgm:pt>
    <dgm:pt modelId="{BC4EB66A-0C37-41DA-9E83-86155562D8F3}">
      <dgm:prSet/>
      <dgm:spPr/>
      <dgm:t>
        <a:bodyPr/>
        <a:lstStyle/>
        <a:p>
          <a:pPr algn="l"/>
          <a:r>
            <a:rPr lang="en-PK" sz="1600"/>
            <a:t>Frequency structure</a:t>
          </a:r>
          <a:endParaRPr lang="en-PK" sz="1600" dirty="0"/>
        </a:p>
      </dgm:t>
    </dgm:pt>
    <dgm:pt modelId="{C7647691-EFA7-4E8B-AD1B-77317DD78AFA}" type="parTrans" cxnId="{2E5AFC8D-A0E9-4333-9BB1-B7417F0CEE47}">
      <dgm:prSet/>
      <dgm:spPr/>
      <dgm:t>
        <a:bodyPr/>
        <a:lstStyle/>
        <a:p>
          <a:endParaRPr lang="en-PK"/>
        </a:p>
      </dgm:t>
    </dgm:pt>
    <dgm:pt modelId="{23012DC9-1EC3-4674-9DBC-E673B693CEB9}" type="sibTrans" cxnId="{2E5AFC8D-A0E9-4333-9BB1-B7417F0CEE47}">
      <dgm:prSet/>
      <dgm:spPr/>
      <dgm:t>
        <a:bodyPr/>
        <a:lstStyle/>
        <a:p>
          <a:endParaRPr lang="en-PK"/>
        </a:p>
      </dgm:t>
    </dgm:pt>
    <dgm:pt modelId="{927E4261-BF74-434C-8A9B-0372C199E9FD}">
      <dgm:prSet custT="1"/>
      <dgm:spPr/>
      <dgm:t>
        <a:bodyPr/>
        <a:lstStyle/>
        <a:p>
          <a:pPr algn="l"/>
          <a:r>
            <a:rPr lang="en-PK" sz="1600" dirty="0"/>
            <a:t>Prosody and acoustic information</a:t>
          </a:r>
          <a:r>
            <a:rPr lang="en-US" sz="1600" dirty="0"/>
            <a:t> (</a:t>
          </a:r>
          <a:r>
            <a:rPr lang="en-US" sz="1000" dirty="0"/>
            <a:t>Tone, rhythm, and sound properties</a:t>
          </a:r>
          <a:r>
            <a:rPr lang="en-US" sz="1600" dirty="0"/>
            <a:t>)</a:t>
          </a:r>
          <a:endParaRPr lang="en-PK" sz="1600" dirty="0"/>
        </a:p>
      </dgm:t>
    </dgm:pt>
    <dgm:pt modelId="{77A98804-DC1D-4F15-B4FC-460C779B8B4D}" type="parTrans" cxnId="{290858E2-7B38-4057-B35E-7BFCE6671FA5}">
      <dgm:prSet/>
      <dgm:spPr/>
      <dgm:t>
        <a:bodyPr/>
        <a:lstStyle/>
        <a:p>
          <a:endParaRPr lang="en-PK"/>
        </a:p>
      </dgm:t>
    </dgm:pt>
    <dgm:pt modelId="{4CC36022-FD70-4F87-BFCF-008FDA82DBFE}" type="sibTrans" cxnId="{290858E2-7B38-4057-B35E-7BFCE6671FA5}">
      <dgm:prSet/>
      <dgm:spPr/>
      <dgm:t>
        <a:bodyPr/>
        <a:lstStyle/>
        <a:p>
          <a:endParaRPr lang="en-PK"/>
        </a:p>
      </dgm:t>
    </dgm:pt>
    <dgm:pt modelId="{B357A558-DEE1-4B95-BF41-7B24D2D26D16}">
      <dgm:prSet phldrT="[Text]"/>
      <dgm:spPr/>
      <dgm:t>
        <a:bodyPr/>
        <a:lstStyle/>
        <a:p>
          <a:pPr algn="l">
            <a:buFont typeface="Arial" panose="020B0604020202020204" pitchFamily="34" charset="0"/>
            <a:buChar char="•"/>
          </a:pPr>
          <a:r>
            <a:rPr lang="en-PK" dirty="0"/>
            <a:t>Spatial + temporal structure</a:t>
          </a:r>
        </a:p>
      </dgm:t>
    </dgm:pt>
    <dgm:pt modelId="{343C98E4-9DD1-4B48-8250-E47FFA250AAB}" type="parTrans" cxnId="{F990EE77-C918-4D98-B460-506CF906A10B}">
      <dgm:prSet/>
      <dgm:spPr/>
      <dgm:t>
        <a:bodyPr/>
        <a:lstStyle/>
        <a:p>
          <a:endParaRPr lang="en-PK"/>
        </a:p>
      </dgm:t>
    </dgm:pt>
    <dgm:pt modelId="{D2D876C9-2344-4AA5-946F-AAFEC1CB920F}" type="sibTrans" cxnId="{F990EE77-C918-4D98-B460-506CF906A10B}">
      <dgm:prSet/>
      <dgm:spPr/>
      <dgm:t>
        <a:bodyPr/>
        <a:lstStyle/>
        <a:p>
          <a:endParaRPr lang="en-PK"/>
        </a:p>
      </dgm:t>
    </dgm:pt>
    <dgm:pt modelId="{08D98D3A-3255-452B-82A4-E8965AE8F619}">
      <dgm:prSet/>
      <dgm:spPr/>
      <dgm:t>
        <a:bodyPr/>
        <a:lstStyle/>
        <a:p>
          <a:pPr algn="l"/>
          <a:r>
            <a:rPr lang="en-PK"/>
            <a:t>Motion</a:t>
          </a:r>
          <a:endParaRPr lang="en-PK" dirty="0"/>
        </a:p>
      </dgm:t>
    </dgm:pt>
    <dgm:pt modelId="{C0A716D2-2893-4754-8F8E-9B96D623CA2A}" type="parTrans" cxnId="{309AE24F-986B-45E0-97E0-B069B4AC5B05}">
      <dgm:prSet/>
      <dgm:spPr/>
      <dgm:t>
        <a:bodyPr/>
        <a:lstStyle/>
        <a:p>
          <a:endParaRPr lang="en-PK"/>
        </a:p>
      </dgm:t>
    </dgm:pt>
    <dgm:pt modelId="{42435584-D2A6-47AB-92F5-F0A5F9B2D794}" type="sibTrans" cxnId="{309AE24F-986B-45E0-97E0-B069B4AC5B05}">
      <dgm:prSet/>
      <dgm:spPr/>
      <dgm:t>
        <a:bodyPr/>
        <a:lstStyle/>
        <a:p>
          <a:endParaRPr lang="en-PK"/>
        </a:p>
      </dgm:t>
    </dgm:pt>
    <dgm:pt modelId="{DF4293EB-2B95-4903-AF36-423078AD923A}">
      <dgm:prSet/>
      <dgm:spPr/>
      <dgm:t>
        <a:bodyPr/>
        <a:lstStyle/>
        <a:p>
          <a:pPr algn="l"/>
          <a:r>
            <a:rPr lang="en-PK" dirty="0"/>
            <a:t>Long-range temporal dependencies</a:t>
          </a:r>
        </a:p>
      </dgm:t>
    </dgm:pt>
    <dgm:pt modelId="{DAC84BB2-EF61-4303-9386-4F2B158CC34D}" type="parTrans" cxnId="{EE0E20AA-045E-4F21-8043-6603BBC7EA03}">
      <dgm:prSet/>
      <dgm:spPr/>
      <dgm:t>
        <a:bodyPr/>
        <a:lstStyle/>
        <a:p>
          <a:endParaRPr lang="en-PK"/>
        </a:p>
      </dgm:t>
    </dgm:pt>
    <dgm:pt modelId="{86CC553F-D6E8-40C0-93E6-644836AD026E}" type="sibTrans" cxnId="{EE0E20AA-045E-4F21-8043-6603BBC7EA03}">
      <dgm:prSet/>
      <dgm:spPr/>
      <dgm:t>
        <a:bodyPr/>
        <a:lstStyle/>
        <a:p>
          <a:endParaRPr lang="en-PK"/>
        </a:p>
      </dgm:t>
    </dgm:pt>
    <dgm:pt modelId="{AA8BE14A-0E77-4CB5-9486-BB912A73C6CE}">
      <dgm:prSet phldrT="[Text]"/>
      <dgm:spPr/>
      <dgm:t>
        <a:bodyPr/>
        <a:lstStyle/>
        <a:p>
          <a:pPr>
            <a:buFont typeface="Arial" panose="020B0604020202020204" pitchFamily="34" charset="0"/>
            <a:buChar char="•"/>
          </a:pPr>
          <a:r>
            <a:rPr lang="en-US" dirty="0"/>
            <a:t>Continuous/</a:t>
          </a:r>
          <a:r>
            <a:rPr lang="en-PK" dirty="0"/>
            <a:t>Numerical</a:t>
          </a:r>
          <a:r>
            <a:rPr lang="en-GB" dirty="0"/>
            <a:t> </a:t>
          </a:r>
          <a:r>
            <a:rPr lang="en-PK" dirty="0"/>
            <a:t>measurements</a:t>
          </a:r>
        </a:p>
      </dgm:t>
    </dgm:pt>
    <dgm:pt modelId="{4833DF53-A29F-4096-B684-67D7442C1242}" type="parTrans" cxnId="{C519E445-D29F-456B-850E-0EF21C09350B}">
      <dgm:prSet/>
      <dgm:spPr/>
      <dgm:t>
        <a:bodyPr/>
        <a:lstStyle/>
        <a:p>
          <a:endParaRPr lang="en-PK"/>
        </a:p>
      </dgm:t>
    </dgm:pt>
    <dgm:pt modelId="{4256DC39-52A0-4E58-8021-71E44D28F806}" type="sibTrans" cxnId="{C519E445-D29F-456B-850E-0EF21C09350B}">
      <dgm:prSet/>
      <dgm:spPr/>
      <dgm:t>
        <a:bodyPr/>
        <a:lstStyle/>
        <a:p>
          <a:endParaRPr lang="en-PK"/>
        </a:p>
      </dgm:t>
    </dgm:pt>
    <dgm:pt modelId="{4E18BE5C-35FF-4A1E-8A2B-D5BCC7261771}">
      <dgm:prSet/>
      <dgm:spPr/>
      <dgm:t>
        <a:bodyPr/>
        <a:lstStyle/>
        <a:p>
          <a:r>
            <a:rPr lang="en-PK" dirty="0"/>
            <a:t>Sampling rates</a:t>
          </a:r>
        </a:p>
      </dgm:t>
    </dgm:pt>
    <dgm:pt modelId="{42A94727-4121-47E9-AABD-D8E319E15C63}" type="parTrans" cxnId="{8841129E-CD66-43D8-AFD9-2E295D2CC132}">
      <dgm:prSet/>
      <dgm:spPr/>
      <dgm:t>
        <a:bodyPr/>
        <a:lstStyle/>
        <a:p>
          <a:endParaRPr lang="en-PK"/>
        </a:p>
      </dgm:t>
    </dgm:pt>
    <dgm:pt modelId="{321C3E68-E80C-4900-A9F5-66B1A1915500}" type="sibTrans" cxnId="{8841129E-CD66-43D8-AFD9-2E295D2CC132}">
      <dgm:prSet/>
      <dgm:spPr/>
      <dgm:t>
        <a:bodyPr/>
        <a:lstStyle/>
        <a:p>
          <a:endParaRPr lang="en-PK"/>
        </a:p>
      </dgm:t>
    </dgm:pt>
    <dgm:pt modelId="{C3FFFA71-AB25-4216-8EEC-BFE4B9E42BC5}">
      <dgm:prSet/>
      <dgm:spPr/>
      <dgm:t>
        <a:bodyPr/>
        <a:lstStyle/>
        <a:p>
          <a:r>
            <a:rPr lang="en-PK"/>
            <a:t>Noise and missing values</a:t>
          </a:r>
          <a:endParaRPr lang="en-PK" dirty="0"/>
        </a:p>
      </dgm:t>
    </dgm:pt>
    <dgm:pt modelId="{6CFB3B45-CA8B-4D13-8D69-2127F206DB35}" type="parTrans" cxnId="{0D30CB99-C82B-4DBD-9DAA-DA9B7C04E3AA}">
      <dgm:prSet/>
      <dgm:spPr/>
      <dgm:t>
        <a:bodyPr/>
        <a:lstStyle/>
        <a:p>
          <a:endParaRPr lang="en-PK"/>
        </a:p>
      </dgm:t>
    </dgm:pt>
    <dgm:pt modelId="{2928549D-2183-43DC-9B0D-9F58C0065B34}" type="sibTrans" cxnId="{0D30CB99-C82B-4DBD-9DAA-DA9B7C04E3AA}">
      <dgm:prSet/>
      <dgm:spPr/>
      <dgm:t>
        <a:bodyPr/>
        <a:lstStyle/>
        <a:p>
          <a:endParaRPr lang="en-PK"/>
        </a:p>
      </dgm:t>
    </dgm:pt>
    <dgm:pt modelId="{D5540222-8E74-4EB8-8E48-3C20425DBA47}">
      <dgm:prSet/>
      <dgm:spPr/>
      <dgm:t>
        <a:bodyPr/>
        <a:lstStyle/>
        <a:p>
          <a:r>
            <a:rPr lang="en-PK" dirty="0"/>
            <a:t>Physical-world constraints</a:t>
          </a:r>
        </a:p>
      </dgm:t>
    </dgm:pt>
    <dgm:pt modelId="{FC789FE2-4A0E-4277-AAB1-90F73099D798}" type="parTrans" cxnId="{236E2439-400A-49B0-AE8B-46BCA93FCA34}">
      <dgm:prSet/>
      <dgm:spPr/>
      <dgm:t>
        <a:bodyPr/>
        <a:lstStyle/>
        <a:p>
          <a:endParaRPr lang="en-PK"/>
        </a:p>
      </dgm:t>
    </dgm:pt>
    <dgm:pt modelId="{869734C1-DBA7-42C1-87FD-D5228A958646}" type="sibTrans" cxnId="{236E2439-400A-49B0-AE8B-46BCA93FCA34}">
      <dgm:prSet/>
      <dgm:spPr/>
      <dgm:t>
        <a:bodyPr/>
        <a:lstStyle/>
        <a:p>
          <a:endParaRPr lang="en-PK"/>
        </a:p>
      </dgm:t>
    </dgm:pt>
    <dgm:pt modelId="{9F4691C4-4CF6-4F21-95A5-A0109F36E290}" type="pres">
      <dgm:prSet presAssocID="{62C6848D-B0F3-4F25-B836-74240A0812FA}" presName="diagram" presStyleCnt="0">
        <dgm:presLayoutVars>
          <dgm:dir/>
          <dgm:resizeHandles val="exact"/>
        </dgm:presLayoutVars>
      </dgm:prSet>
      <dgm:spPr/>
    </dgm:pt>
    <dgm:pt modelId="{F501C99B-DA06-4F88-AC23-1F5192F7E98E}" type="pres">
      <dgm:prSet presAssocID="{A7EA506D-C2DD-4C37-9BE4-627E28F2D0DC}" presName="node" presStyleLbl="node1" presStyleIdx="0" presStyleCnt="5">
        <dgm:presLayoutVars>
          <dgm:bulletEnabled val="1"/>
        </dgm:presLayoutVars>
      </dgm:prSet>
      <dgm:spPr/>
    </dgm:pt>
    <dgm:pt modelId="{EB05F694-956C-49FA-A6B0-39A24B2455E9}" type="pres">
      <dgm:prSet presAssocID="{A3939D83-96AF-486A-A6AE-EB8D24425835}" presName="sibTrans" presStyleCnt="0"/>
      <dgm:spPr/>
    </dgm:pt>
    <dgm:pt modelId="{FB618F53-289D-4BFE-BF5A-FBA658FC885A}" type="pres">
      <dgm:prSet presAssocID="{7A85534A-FB40-49D2-8A22-8DA0FF796546}" presName="node" presStyleLbl="node1" presStyleIdx="1" presStyleCnt="5">
        <dgm:presLayoutVars>
          <dgm:bulletEnabled val="1"/>
        </dgm:presLayoutVars>
      </dgm:prSet>
      <dgm:spPr/>
    </dgm:pt>
    <dgm:pt modelId="{17AD0341-0BC8-4221-940F-F67BE59C7B8C}" type="pres">
      <dgm:prSet presAssocID="{61404F98-525D-4ED9-A5D2-9725E4F152E8}" presName="sibTrans" presStyleCnt="0"/>
      <dgm:spPr/>
    </dgm:pt>
    <dgm:pt modelId="{B92F80EC-ACAF-4CBD-BF83-4D5B63702531}" type="pres">
      <dgm:prSet presAssocID="{10ED283B-607D-4F32-973D-1372662BAB8C}" presName="node" presStyleLbl="node1" presStyleIdx="2" presStyleCnt="5">
        <dgm:presLayoutVars>
          <dgm:bulletEnabled val="1"/>
        </dgm:presLayoutVars>
      </dgm:prSet>
      <dgm:spPr/>
    </dgm:pt>
    <dgm:pt modelId="{47E5E132-48D4-4284-881D-652ECD4A3DD4}" type="pres">
      <dgm:prSet presAssocID="{62559CCA-17A9-4F14-9FB9-0C3C13B0206D}" presName="sibTrans" presStyleCnt="0"/>
      <dgm:spPr/>
    </dgm:pt>
    <dgm:pt modelId="{957A22DB-C918-44D7-82CB-64FDDC2D9F29}" type="pres">
      <dgm:prSet presAssocID="{12572A15-B37E-4DDB-83D6-9AD096D37713}" presName="node" presStyleLbl="node1" presStyleIdx="3" presStyleCnt="5">
        <dgm:presLayoutVars>
          <dgm:bulletEnabled val="1"/>
        </dgm:presLayoutVars>
      </dgm:prSet>
      <dgm:spPr/>
    </dgm:pt>
    <dgm:pt modelId="{2C6E3A6F-7294-4567-A890-F93B4F2489B6}" type="pres">
      <dgm:prSet presAssocID="{A105936C-A807-49F3-9B7E-A7066A828014}" presName="sibTrans" presStyleCnt="0"/>
      <dgm:spPr/>
    </dgm:pt>
    <dgm:pt modelId="{D80FDB17-D154-4B43-B895-FF59F7C46AD7}" type="pres">
      <dgm:prSet presAssocID="{E8CD35F4-490C-4B0C-97DB-AD1998C25C08}" presName="node" presStyleLbl="node1" presStyleIdx="4" presStyleCnt="5" custScaleX="136398">
        <dgm:presLayoutVars>
          <dgm:bulletEnabled val="1"/>
        </dgm:presLayoutVars>
      </dgm:prSet>
      <dgm:spPr/>
    </dgm:pt>
  </dgm:ptLst>
  <dgm:cxnLst>
    <dgm:cxn modelId="{02C1A603-117F-432C-B4B4-9B3274EAFACC}" type="presOf" srcId="{6F4B252E-294C-42D0-B46B-1449E18F5352}" destId="{FB618F53-289D-4BFE-BF5A-FBA658FC885A}" srcOrd="0" destOrd="1" presId="urn:microsoft.com/office/officeart/2005/8/layout/default"/>
    <dgm:cxn modelId="{0B945D04-7799-47DB-8355-5AE49E01A25C}" type="presOf" srcId="{12572A15-B37E-4DDB-83D6-9AD096D37713}" destId="{957A22DB-C918-44D7-82CB-64FDDC2D9F29}" srcOrd="0" destOrd="0" presId="urn:microsoft.com/office/officeart/2005/8/layout/default"/>
    <dgm:cxn modelId="{80F43F08-FFCC-4469-AFD0-C7A2E3076A0A}" srcId="{62C6848D-B0F3-4F25-B836-74240A0812FA}" destId="{12572A15-B37E-4DDB-83D6-9AD096D37713}" srcOrd="3" destOrd="0" parTransId="{D9D0B08A-9439-4D0C-AC09-7140CC478B50}" sibTransId="{A105936C-A807-49F3-9B7E-A7066A828014}"/>
    <dgm:cxn modelId="{7E0A4110-061A-413B-98AF-513E75B449C4}" type="presOf" srcId="{06B59CBD-FEA4-4FA5-AE09-F57E0B4CECAA}" destId="{F501C99B-DA06-4F88-AC23-1F5192F7E98E}" srcOrd="0" destOrd="1" presId="urn:microsoft.com/office/officeart/2005/8/layout/default"/>
    <dgm:cxn modelId="{05257014-1CE0-431A-884B-225C8EFD36B8}" type="presOf" srcId="{927E4261-BF74-434C-8A9B-0372C199E9FD}" destId="{B92F80EC-ACAF-4CBD-BF83-4D5B63702531}" srcOrd="0" destOrd="3" presId="urn:microsoft.com/office/officeart/2005/8/layout/default"/>
    <dgm:cxn modelId="{17CC5D19-950E-48FC-AB0F-37D5A5C9B71D}" srcId="{7A85534A-FB40-49D2-8A22-8DA0FF796546}" destId="{6F4B252E-294C-42D0-B46B-1449E18F5352}" srcOrd="0" destOrd="0" parTransId="{B9A7C643-E3D7-47F4-8F63-6469D5C1139A}" sibTransId="{3B6FC1E7-6640-48CA-96E0-0903A73AA78A}"/>
    <dgm:cxn modelId="{EC8CAE1B-445B-4B0E-ABE2-9EAC86E0A3B4}" type="presOf" srcId="{AA8BE14A-0E77-4CB5-9486-BB912A73C6CE}" destId="{D80FDB17-D154-4B43-B895-FF59F7C46AD7}" srcOrd="0" destOrd="1" presId="urn:microsoft.com/office/officeart/2005/8/layout/default"/>
    <dgm:cxn modelId="{1414011D-223F-4212-8AAC-E403D2ED52F6}" srcId="{7A85534A-FB40-49D2-8A22-8DA0FF796546}" destId="{5B11D36E-E839-45D1-A0EF-5F7FA1A168AC}" srcOrd="2" destOrd="0" parTransId="{0605DE29-452B-4D51-9FE4-5C1E888E348D}" sibTransId="{7333D517-0B2F-4280-8604-D089884ADD28}"/>
    <dgm:cxn modelId="{9BA63623-B9F4-45F7-8AE7-9BD458094C46}" type="presOf" srcId="{BC4EB66A-0C37-41DA-9E83-86155562D8F3}" destId="{B92F80EC-ACAF-4CBD-BF83-4D5B63702531}" srcOrd="0" destOrd="2" presId="urn:microsoft.com/office/officeart/2005/8/layout/default"/>
    <dgm:cxn modelId="{909F4D23-02A8-4489-BA9D-CAFE8C2B2542}" srcId="{62C6848D-B0F3-4F25-B836-74240A0812FA}" destId="{7A85534A-FB40-49D2-8A22-8DA0FF796546}" srcOrd="1" destOrd="0" parTransId="{B8240392-FAA9-4A8D-961D-9171EA057593}" sibTransId="{61404F98-525D-4ED9-A5D2-9725E4F152E8}"/>
    <dgm:cxn modelId="{ECF3E423-53AC-4443-BBB5-649E9EF07CB3}" type="presOf" srcId="{5ABD4DDE-1163-4591-BA51-57D8F6E5F479}" destId="{F501C99B-DA06-4F88-AC23-1F5192F7E98E}" srcOrd="0" destOrd="4" presId="urn:microsoft.com/office/officeart/2005/8/layout/default"/>
    <dgm:cxn modelId="{AA3FE22D-1284-4B28-AD40-EF9E567128E2}" srcId="{7A85534A-FB40-49D2-8A22-8DA0FF796546}" destId="{124DB60A-E379-4E33-951C-B7A10B6B5D5A}" srcOrd="1" destOrd="0" parTransId="{44F6055D-6B14-48CC-90EE-F0709A256072}" sibTransId="{A311505C-2C83-4952-AAB8-9140B6EE04B2}"/>
    <dgm:cxn modelId="{2ACA7F33-FBD0-4322-B7AF-812F861B7332}" type="presOf" srcId="{DF4293EB-2B95-4903-AF36-423078AD923A}" destId="{957A22DB-C918-44D7-82CB-64FDDC2D9F29}" srcOrd="0" destOrd="3" presId="urn:microsoft.com/office/officeart/2005/8/layout/default"/>
    <dgm:cxn modelId="{236E2439-400A-49B0-AE8B-46BCA93FCA34}" srcId="{E8CD35F4-490C-4B0C-97DB-AD1998C25C08}" destId="{D5540222-8E74-4EB8-8E48-3C20425DBA47}" srcOrd="3" destOrd="0" parTransId="{FC789FE2-4A0E-4277-AAB1-90F73099D798}" sibTransId="{869734C1-DBA7-42C1-87FD-D5228A958646}"/>
    <dgm:cxn modelId="{E1081E3A-7601-4443-B906-0B0AB8B8E6F3}" srcId="{62C6848D-B0F3-4F25-B836-74240A0812FA}" destId="{E8CD35F4-490C-4B0C-97DB-AD1998C25C08}" srcOrd="4" destOrd="0" parTransId="{1807EB94-C75B-4D96-9B32-6D4070341406}" sibTransId="{D8AB3D73-27BB-4BB6-ADA6-8F8B9C0B888E}"/>
    <dgm:cxn modelId="{A5B7C840-BCA2-4F8F-B7B5-6CD6AD1FE73C}" type="presOf" srcId="{08D98D3A-3255-452B-82A4-E8965AE8F619}" destId="{957A22DB-C918-44D7-82CB-64FDDC2D9F29}" srcOrd="0" destOrd="2" presId="urn:microsoft.com/office/officeart/2005/8/layout/default"/>
    <dgm:cxn modelId="{9EF2E55D-5624-4975-BF31-87BBEDE4DFD7}" srcId="{A7EA506D-C2DD-4C37-9BE4-627E28F2D0DC}" destId="{B23BF530-A6A0-4658-AF95-F0280ECD0374}" srcOrd="1" destOrd="0" parTransId="{46359EEC-6764-4BEE-9F1F-3BE70811C9AE}" sibTransId="{3D589C0C-4867-46B5-A2A3-EB9D760272B1}"/>
    <dgm:cxn modelId="{1159325F-B9C9-4891-89CA-3D254568E63D}" srcId="{A7EA506D-C2DD-4C37-9BE4-627E28F2D0DC}" destId="{06B59CBD-FEA4-4FA5-AE09-F57E0B4CECAA}" srcOrd="0" destOrd="0" parTransId="{26885E5D-7294-4FE8-B72D-3F1622C52C53}" sibTransId="{027C9ADB-FE90-485D-9216-E64C732E40EF}"/>
    <dgm:cxn modelId="{A6985842-C97E-4B30-A039-E020DEACB424}" srcId="{A7EA506D-C2DD-4C37-9BE4-627E28F2D0DC}" destId="{5ABD4DDE-1163-4591-BA51-57D8F6E5F479}" srcOrd="3" destOrd="0" parTransId="{22EAAB4E-73E9-4B2F-B94A-341BFB0DC3D4}" sibTransId="{91B81439-731A-4C17-B1ED-CAA8048E38D1}"/>
    <dgm:cxn modelId="{C519E445-D29F-456B-850E-0EF21C09350B}" srcId="{E8CD35F4-490C-4B0C-97DB-AD1998C25C08}" destId="{AA8BE14A-0E77-4CB5-9486-BB912A73C6CE}" srcOrd="0" destOrd="0" parTransId="{4833DF53-A29F-4096-B684-67D7442C1242}" sibTransId="{4256DC39-52A0-4E58-8021-71E44D28F806}"/>
    <dgm:cxn modelId="{62F08E6A-269D-4C95-B668-4B98D966CBE1}" srcId="{10ED283B-607D-4F32-973D-1372662BAB8C}" destId="{CEA0D801-6E05-451A-A74F-2D4A37747DA3}" srcOrd="0" destOrd="0" parTransId="{43FD19EB-C717-4CDB-9C6B-173A8503E5C1}" sibTransId="{70D665E7-0413-4782-9925-2BC40698F667}"/>
    <dgm:cxn modelId="{B24DC46B-60A4-4C63-9874-04401E2F4214}" type="presOf" srcId="{CEA0D801-6E05-451A-A74F-2D4A37747DA3}" destId="{B92F80EC-ACAF-4CBD-BF83-4D5B63702531}" srcOrd="0" destOrd="1" presId="urn:microsoft.com/office/officeart/2005/8/layout/default"/>
    <dgm:cxn modelId="{309AE24F-986B-45E0-97E0-B069B4AC5B05}" srcId="{12572A15-B37E-4DDB-83D6-9AD096D37713}" destId="{08D98D3A-3255-452B-82A4-E8965AE8F619}" srcOrd="1" destOrd="0" parTransId="{C0A716D2-2893-4754-8F8E-9B96D623CA2A}" sibTransId="{42435584-D2A6-47AB-92F5-F0A5F9B2D794}"/>
    <dgm:cxn modelId="{8FF42955-B510-4843-A0FB-104E122D84C1}" type="presOf" srcId="{62C6848D-B0F3-4F25-B836-74240A0812FA}" destId="{9F4691C4-4CF6-4F21-95A5-A0109F36E290}" srcOrd="0" destOrd="0" presId="urn:microsoft.com/office/officeart/2005/8/layout/default"/>
    <dgm:cxn modelId="{F990EE77-C918-4D98-B460-506CF906A10B}" srcId="{12572A15-B37E-4DDB-83D6-9AD096D37713}" destId="{B357A558-DEE1-4B95-BF41-7B24D2D26D16}" srcOrd="0" destOrd="0" parTransId="{343C98E4-9DD1-4B48-8250-E47FFA250AAB}" sibTransId="{D2D876C9-2344-4AA5-946F-AAFEC1CB920F}"/>
    <dgm:cxn modelId="{B79E4459-B4ED-4BCC-BEAA-25EAE61F0336}" type="presOf" srcId="{124DB60A-E379-4E33-951C-B7A10B6B5D5A}" destId="{FB618F53-289D-4BFE-BF5A-FBA658FC885A}" srcOrd="0" destOrd="2" presId="urn:microsoft.com/office/officeart/2005/8/layout/default"/>
    <dgm:cxn modelId="{6607B57A-8A3B-4F66-BB9A-0FEE4BC7780F}" type="presOf" srcId="{A7EA506D-C2DD-4C37-9BE4-627E28F2D0DC}" destId="{F501C99B-DA06-4F88-AC23-1F5192F7E98E}" srcOrd="0" destOrd="0" presId="urn:microsoft.com/office/officeart/2005/8/layout/default"/>
    <dgm:cxn modelId="{D453BF5A-7B07-43FD-9D68-07C66D022862}" type="presOf" srcId="{D5540222-8E74-4EB8-8E48-3C20425DBA47}" destId="{D80FDB17-D154-4B43-B895-FF59F7C46AD7}" srcOrd="0" destOrd="4" presId="urn:microsoft.com/office/officeart/2005/8/layout/default"/>
    <dgm:cxn modelId="{2E5AFC8D-A0E9-4333-9BB1-B7417F0CEE47}" srcId="{10ED283B-607D-4F32-973D-1372662BAB8C}" destId="{BC4EB66A-0C37-41DA-9E83-86155562D8F3}" srcOrd="1" destOrd="0" parTransId="{C7647691-EFA7-4E8B-AD1B-77317DD78AFA}" sibTransId="{23012DC9-1EC3-4674-9DBC-E673B693CEB9}"/>
    <dgm:cxn modelId="{0D30CB99-C82B-4DBD-9DAA-DA9B7C04E3AA}" srcId="{E8CD35F4-490C-4B0C-97DB-AD1998C25C08}" destId="{C3FFFA71-AB25-4216-8EEC-BFE4B9E42BC5}" srcOrd="2" destOrd="0" parTransId="{6CFB3B45-CA8B-4D13-8D69-2127F206DB35}" sibTransId="{2928549D-2183-43DC-9B0D-9F58C0065B34}"/>
    <dgm:cxn modelId="{8841129E-CD66-43D8-AFD9-2E295D2CC132}" srcId="{E8CD35F4-490C-4B0C-97DB-AD1998C25C08}" destId="{4E18BE5C-35FF-4A1E-8A2B-D5BCC7261771}" srcOrd="1" destOrd="0" parTransId="{42A94727-4121-47E9-AABD-D8E319E15C63}" sibTransId="{321C3E68-E80C-4900-A9F5-66B1A1915500}"/>
    <dgm:cxn modelId="{49E8439E-F0B7-4CBC-98BB-7145C41B0A1C}" type="presOf" srcId="{5B11D36E-E839-45D1-A0EF-5F7FA1A168AC}" destId="{FB618F53-289D-4BFE-BF5A-FBA658FC885A}" srcOrd="0" destOrd="3" presId="urn:microsoft.com/office/officeart/2005/8/layout/default"/>
    <dgm:cxn modelId="{B35A34A4-171A-4307-80D3-3DE7CFF51DB0}" type="presOf" srcId="{B357A558-DEE1-4B95-BF41-7B24D2D26D16}" destId="{957A22DB-C918-44D7-82CB-64FDDC2D9F29}" srcOrd="0" destOrd="1" presId="urn:microsoft.com/office/officeart/2005/8/layout/default"/>
    <dgm:cxn modelId="{73E9E0A8-8B97-4E54-B08D-BB266CFDAACB}" type="presOf" srcId="{4E18BE5C-35FF-4A1E-8A2B-D5BCC7261771}" destId="{D80FDB17-D154-4B43-B895-FF59F7C46AD7}" srcOrd="0" destOrd="2" presId="urn:microsoft.com/office/officeart/2005/8/layout/default"/>
    <dgm:cxn modelId="{EE0E20AA-045E-4F21-8043-6603BBC7EA03}" srcId="{12572A15-B37E-4DDB-83D6-9AD096D37713}" destId="{DF4293EB-2B95-4903-AF36-423078AD923A}" srcOrd="2" destOrd="0" parTransId="{DAC84BB2-EF61-4303-9386-4F2B158CC34D}" sibTransId="{86CC553F-D6E8-40C0-93E6-644836AD026E}"/>
    <dgm:cxn modelId="{41B19BB4-FD79-4BBE-A08A-CDEAA44905A6}" type="presOf" srcId="{C3FFFA71-AB25-4216-8EEC-BFE4B9E42BC5}" destId="{D80FDB17-D154-4B43-B895-FF59F7C46AD7}" srcOrd="0" destOrd="3" presId="urn:microsoft.com/office/officeart/2005/8/layout/default"/>
    <dgm:cxn modelId="{EBE64AB6-44FA-40BB-92F6-C59A89C99D2B}" type="presOf" srcId="{5A16D4B0-66B9-46BC-8A41-91CE3971E2F7}" destId="{F501C99B-DA06-4F88-AC23-1F5192F7E98E}" srcOrd="0" destOrd="3" presId="urn:microsoft.com/office/officeart/2005/8/layout/default"/>
    <dgm:cxn modelId="{F6AA35D2-5FF6-47AC-B1E2-D1C4E154751E}" srcId="{A7EA506D-C2DD-4C37-9BE4-627E28F2D0DC}" destId="{5A16D4B0-66B9-46BC-8A41-91CE3971E2F7}" srcOrd="2" destOrd="0" parTransId="{05579F9F-C2F7-4C29-A54C-B4B9A3782652}" sibTransId="{C3886385-6E76-4428-9840-276957D50094}"/>
    <dgm:cxn modelId="{AFF8D9D8-3326-43BD-906B-A9C876F58039}" type="presOf" srcId="{B23BF530-A6A0-4658-AF95-F0280ECD0374}" destId="{F501C99B-DA06-4F88-AC23-1F5192F7E98E}" srcOrd="0" destOrd="2" presId="urn:microsoft.com/office/officeart/2005/8/layout/default"/>
    <dgm:cxn modelId="{290858E2-7B38-4057-B35E-7BFCE6671FA5}" srcId="{10ED283B-607D-4F32-973D-1372662BAB8C}" destId="{927E4261-BF74-434C-8A9B-0372C199E9FD}" srcOrd="2" destOrd="0" parTransId="{77A98804-DC1D-4F15-B4FC-460C779B8B4D}" sibTransId="{4CC36022-FD70-4F87-BFCF-008FDA82DBFE}"/>
    <dgm:cxn modelId="{073E8DE6-2E93-4802-A28A-FF09390A0D21}" type="presOf" srcId="{E8CD35F4-490C-4B0C-97DB-AD1998C25C08}" destId="{D80FDB17-D154-4B43-B895-FF59F7C46AD7}" srcOrd="0" destOrd="0" presId="urn:microsoft.com/office/officeart/2005/8/layout/default"/>
    <dgm:cxn modelId="{9520F4E8-A537-42FD-9AC5-C707B18E4600}" srcId="{62C6848D-B0F3-4F25-B836-74240A0812FA}" destId="{A7EA506D-C2DD-4C37-9BE4-627E28F2D0DC}" srcOrd="0" destOrd="0" parTransId="{5B3BE245-E1C6-4B0A-BD39-BA26D3E38788}" sibTransId="{A3939D83-96AF-486A-A6AE-EB8D24425835}"/>
    <dgm:cxn modelId="{39F0A3F5-BEF1-4360-9621-DDB68C1817DC}" srcId="{62C6848D-B0F3-4F25-B836-74240A0812FA}" destId="{10ED283B-607D-4F32-973D-1372662BAB8C}" srcOrd="2" destOrd="0" parTransId="{C0B07906-F4FB-47E7-9BF0-74713C6AD0DE}" sibTransId="{62559CCA-17A9-4F14-9FB9-0C3C13B0206D}"/>
    <dgm:cxn modelId="{43BF23F8-9C7E-42B7-85BC-3ADB280A3838}" type="presOf" srcId="{10ED283B-607D-4F32-973D-1372662BAB8C}" destId="{B92F80EC-ACAF-4CBD-BF83-4D5B63702531}" srcOrd="0" destOrd="0" presId="urn:microsoft.com/office/officeart/2005/8/layout/default"/>
    <dgm:cxn modelId="{C39950F8-F281-4DF5-8FA7-9736E0A94B88}" type="presOf" srcId="{7A85534A-FB40-49D2-8A22-8DA0FF796546}" destId="{FB618F53-289D-4BFE-BF5A-FBA658FC885A}" srcOrd="0" destOrd="0" presId="urn:microsoft.com/office/officeart/2005/8/layout/default"/>
    <dgm:cxn modelId="{11058B0B-230C-4D68-8C80-3C0B36DA2131}" type="presParOf" srcId="{9F4691C4-4CF6-4F21-95A5-A0109F36E290}" destId="{F501C99B-DA06-4F88-AC23-1F5192F7E98E}" srcOrd="0" destOrd="0" presId="urn:microsoft.com/office/officeart/2005/8/layout/default"/>
    <dgm:cxn modelId="{6D96F411-D695-4650-9D83-0000A5C54E3A}" type="presParOf" srcId="{9F4691C4-4CF6-4F21-95A5-A0109F36E290}" destId="{EB05F694-956C-49FA-A6B0-39A24B2455E9}" srcOrd="1" destOrd="0" presId="urn:microsoft.com/office/officeart/2005/8/layout/default"/>
    <dgm:cxn modelId="{AB1EBC73-68AA-4AC9-96AA-45C74A766FD1}" type="presParOf" srcId="{9F4691C4-4CF6-4F21-95A5-A0109F36E290}" destId="{FB618F53-289D-4BFE-BF5A-FBA658FC885A}" srcOrd="2" destOrd="0" presId="urn:microsoft.com/office/officeart/2005/8/layout/default"/>
    <dgm:cxn modelId="{08553B22-8760-4F0E-A966-5430C7225343}" type="presParOf" srcId="{9F4691C4-4CF6-4F21-95A5-A0109F36E290}" destId="{17AD0341-0BC8-4221-940F-F67BE59C7B8C}" srcOrd="3" destOrd="0" presId="urn:microsoft.com/office/officeart/2005/8/layout/default"/>
    <dgm:cxn modelId="{A281CC6B-903C-4E24-8EDD-6BB6D880F768}" type="presParOf" srcId="{9F4691C4-4CF6-4F21-95A5-A0109F36E290}" destId="{B92F80EC-ACAF-4CBD-BF83-4D5B63702531}" srcOrd="4" destOrd="0" presId="urn:microsoft.com/office/officeart/2005/8/layout/default"/>
    <dgm:cxn modelId="{61A930F2-A9E8-4F12-94A6-548356894D89}" type="presParOf" srcId="{9F4691C4-4CF6-4F21-95A5-A0109F36E290}" destId="{47E5E132-48D4-4284-881D-652ECD4A3DD4}" srcOrd="5" destOrd="0" presId="urn:microsoft.com/office/officeart/2005/8/layout/default"/>
    <dgm:cxn modelId="{B029A405-0A46-444E-8F86-135A99593A5C}" type="presParOf" srcId="{9F4691C4-4CF6-4F21-95A5-A0109F36E290}" destId="{957A22DB-C918-44D7-82CB-64FDDC2D9F29}" srcOrd="6" destOrd="0" presId="urn:microsoft.com/office/officeart/2005/8/layout/default"/>
    <dgm:cxn modelId="{FB4CE3E3-6366-454C-B5D1-F30212195540}" type="presParOf" srcId="{9F4691C4-4CF6-4F21-95A5-A0109F36E290}" destId="{2C6E3A6F-7294-4567-A890-F93B4F2489B6}" srcOrd="7" destOrd="0" presId="urn:microsoft.com/office/officeart/2005/8/layout/default"/>
    <dgm:cxn modelId="{EF2046FD-2C3B-459F-9853-7BF414DA35EA}" type="presParOf" srcId="{9F4691C4-4CF6-4F21-95A5-A0109F36E290}" destId="{D80FDB17-D154-4B43-B895-FF59F7C46AD7}"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BA50A1D4-A3E4-40F0-904F-5A1D5E7A9D7F}" type="doc">
      <dgm:prSet loTypeId="urn:microsoft.com/office/officeart/2005/8/layout/StepDownProcess" loCatId="process" qsTypeId="urn:microsoft.com/office/officeart/2005/8/quickstyle/simple5#4" qsCatId="simple" csTypeId="urn:microsoft.com/office/officeart/2005/8/colors/colorful3#4" csCatId="colorful" phldr="1"/>
      <dgm:spPr/>
      <dgm:t>
        <a:bodyPr/>
        <a:lstStyle/>
        <a:p>
          <a:endParaRPr lang="en-PK"/>
        </a:p>
      </dgm:t>
    </dgm:pt>
    <dgm:pt modelId="{C7676C07-3B62-4511-932E-7AD2C6537093}">
      <dgm:prSet phldrT="[Text]" phldr="0"/>
      <dgm:spPr/>
      <dgm:t>
        <a:bodyPr/>
        <a:lstStyle/>
        <a:p>
          <a:r>
            <a:rPr lang="en-GB" b="1" dirty="0"/>
            <a:t>Observe</a:t>
          </a:r>
          <a:endParaRPr lang="en-PK" b="1" dirty="0"/>
        </a:p>
      </dgm:t>
    </dgm:pt>
    <dgm:pt modelId="{E06CB8A8-549B-4CFD-8C6D-86404E4F7ECE}" type="parTrans" cxnId="{7ED6C56C-A13A-40CB-8E18-455C493D1A45}">
      <dgm:prSet/>
      <dgm:spPr/>
      <dgm:t>
        <a:bodyPr/>
        <a:lstStyle/>
        <a:p>
          <a:endParaRPr lang="en-PK"/>
        </a:p>
      </dgm:t>
    </dgm:pt>
    <dgm:pt modelId="{2CEF32FF-5862-43F4-AF78-DFFFD3A3428D}" type="sibTrans" cxnId="{7ED6C56C-A13A-40CB-8E18-455C493D1A45}">
      <dgm:prSet/>
      <dgm:spPr/>
      <dgm:t>
        <a:bodyPr/>
        <a:lstStyle/>
        <a:p>
          <a:endParaRPr lang="en-PK"/>
        </a:p>
      </dgm:t>
    </dgm:pt>
    <dgm:pt modelId="{D59AB955-4ECC-4882-A6CD-7741A0FE0EE3}">
      <dgm:prSet phldrT="[Text]" phldr="0"/>
      <dgm:spPr/>
      <dgm:t>
        <a:bodyPr/>
        <a:lstStyle/>
        <a:p>
          <a:r>
            <a:rPr lang="en-GB" b="1" dirty="0"/>
            <a:t>Represent</a:t>
          </a:r>
          <a:endParaRPr lang="en-PK" b="1" dirty="0"/>
        </a:p>
      </dgm:t>
    </dgm:pt>
    <dgm:pt modelId="{4A542435-78A6-41D1-BE45-0D0F4A5DBB32}" type="parTrans" cxnId="{7C5AD85B-2150-403A-8B9F-E093C606E960}">
      <dgm:prSet/>
      <dgm:spPr/>
      <dgm:t>
        <a:bodyPr/>
        <a:lstStyle/>
        <a:p>
          <a:endParaRPr lang="en-PK"/>
        </a:p>
      </dgm:t>
    </dgm:pt>
    <dgm:pt modelId="{99DB3FBD-0CBE-4E0B-B803-162096E8A042}" type="sibTrans" cxnId="{7C5AD85B-2150-403A-8B9F-E093C606E960}">
      <dgm:prSet/>
      <dgm:spPr/>
      <dgm:t>
        <a:bodyPr/>
        <a:lstStyle/>
        <a:p>
          <a:endParaRPr lang="en-PK"/>
        </a:p>
      </dgm:t>
    </dgm:pt>
    <dgm:pt modelId="{00CF1059-51EF-4A8D-8E50-3F91039A63E8}">
      <dgm:prSet phldrT="[Text]" phldr="0"/>
      <dgm:spPr/>
      <dgm:t>
        <a:bodyPr/>
        <a:lstStyle/>
        <a:p>
          <a:r>
            <a:rPr lang="en-GB" b="1" dirty="0"/>
            <a:t>Align</a:t>
          </a:r>
          <a:endParaRPr lang="en-PK" b="1" dirty="0"/>
        </a:p>
      </dgm:t>
    </dgm:pt>
    <dgm:pt modelId="{5DF07508-91DC-4C90-8F2C-C9D60BC4696B}" type="parTrans" cxnId="{4F14BCBD-46B5-43E3-9286-8D8527BA60D2}">
      <dgm:prSet/>
      <dgm:spPr/>
      <dgm:t>
        <a:bodyPr/>
        <a:lstStyle/>
        <a:p>
          <a:endParaRPr lang="en-PK"/>
        </a:p>
      </dgm:t>
    </dgm:pt>
    <dgm:pt modelId="{384294BB-993D-41BF-861D-2F16B4EE247F}" type="sibTrans" cxnId="{4F14BCBD-46B5-43E3-9286-8D8527BA60D2}">
      <dgm:prSet/>
      <dgm:spPr/>
      <dgm:t>
        <a:bodyPr/>
        <a:lstStyle/>
        <a:p>
          <a:endParaRPr lang="en-PK"/>
        </a:p>
      </dgm:t>
    </dgm:pt>
    <dgm:pt modelId="{81488C91-DF5A-4451-A1FD-3214B3FE5C31}">
      <dgm:prSet phldrT="[Text]" phldr="0"/>
      <dgm:spPr/>
      <dgm:t>
        <a:bodyPr/>
        <a:lstStyle/>
        <a:p>
          <a:r>
            <a:rPr lang="en-GB" b="1" dirty="0"/>
            <a:t>Fuse</a:t>
          </a:r>
          <a:endParaRPr lang="en-PK" b="1" dirty="0"/>
        </a:p>
      </dgm:t>
    </dgm:pt>
    <dgm:pt modelId="{E873356D-3E0B-4E5E-A477-CF90451CC36C}" type="parTrans" cxnId="{2BB7506D-35CE-4709-868E-1CECE39C898C}">
      <dgm:prSet/>
      <dgm:spPr/>
      <dgm:t>
        <a:bodyPr/>
        <a:lstStyle/>
        <a:p>
          <a:endParaRPr lang="en-PK"/>
        </a:p>
      </dgm:t>
    </dgm:pt>
    <dgm:pt modelId="{3AAE5201-0A36-42E5-AECF-070622C26E63}" type="sibTrans" cxnId="{2BB7506D-35CE-4709-868E-1CECE39C898C}">
      <dgm:prSet/>
      <dgm:spPr/>
      <dgm:t>
        <a:bodyPr/>
        <a:lstStyle/>
        <a:p>
          <a:endParaRPr lang="en-PK"/>
        </a:p>
      </dgm:t>
    </dgm:pt>
    <dgm:pt modelId="{BC0C51BC-6C72-4740-8321-AF7E7FEE98F3}">
      <dgm:prSet phldrT="[Text]" phldr="0"/>
      <dgm:spPr/>
      <dgm:t>
        <a:bodyPr/>
        <a:lstStyle/>
        <a:p>
          <a:r>
            <a:rPr lang="en-GB" b="1" dirty="0"/>
            <a:t>Reason</a:t>
          </a:r>
          <a:endParaRPr lang="en-PK" b="1" dirty="0"/>
        </a:p>
      </dgm:t>
    </dgm:pt>
    <dgm:pt modelId="{D3ED0612-6D22-464B-9E58-66BB45296B27}" type="parTrans" cxnId="{688C0133-B6CA-4229-BE71-ABA19CA4469B}">
      <dgm:prSet/>
      <dgm:spPr/>
      <dgm:t>
        <a:bodyPr/>
        <a:lstStyle/>
        <a:p>
          <a:endParaRPr lang="en-PK"/>
        </a:p>
      </dgm:t>
    </dgm:pt>
    <dgm:pt modelId="{A7237B5E-EA8E-4D4E-8663-7C7E3B7171E9}" type="sibTrans" cxnId="{688C0133-B6CA-4229-BE71-ABA19CA4469B}">
      <dgm:prSet/>
      <dgm:spPr/>
      <dgm:t>
        <a:bodyPr/>
        <a:lstStyle/>
        <a:p>
          <a:endParaRPr lang="en-PK"/>
        </a:p>
      </dgm:t>
    </dgm:pt>
    <dgm:pt modelId="{47142F7E-A29F-44C2-A5E4-7A5109C5D417}">
      <dgm:prSet phldrT="[Text]" phldr="0"/>
      <dgm:spPr/>
      <dgm:t>
        <a:bodyPr/>
        <a:lstStyle/>
        <a:p>
          <a:r>
            <a:rPr lang="en-GB" b="1" dirty="0"/>
            <a:t>Act</a:t>
          </a:r>
          <a:endParaRPr lang="en-PK" b="1" dirty="0"/>
        </a:p>
      </dgm:t>
    </dgm:pt>
    <dgm:pt modelId="{1DBE2669-AC34-41B2-92A4-FB14EAA5D87C}" type="parTrans" cxnId="{FE26DCD8-0294-4232-8B4D-B89F2B5A71BF}">
      <dgm:prSet/>
      <dgm:spPr/>
      <dgm:t>
        <a:bodyPr/>
        <a:lstStyle/>
        <a:p>
          <a:endParaRPr lang="en-PK"/>
        </a:p>
      </dgm:t>
    </dgm:pt>
    <dgm:pt modelId="{2D91AFBC-5D36-44D9-924F-B45B994A91FE}" type="sibTrans" cxnId="{FE26DCD8-0294-4232-8B4D-B89F2B5A71BF}">
      <dgm:prSet/>
      <dgm:spPr/>
      <dgm:t>
        <a:bodyPr/>
        <a:lstStyle/>
        <a:p>
          <a:endParaRPr lang="en-PK"/>
        </a:p>
      </dgm:t>
    </dgm:pt>
    <dgm:pt modelId="{463AA80A-E2C1-487E-BF90-799D1BF6E7EF}" type="pres">
      <dgm:prSet presAssocID="{BA50A1D4-A3E4-40F0-904F-5A1D5E7A9D7F}" presName="rootnode" presStyleCnt="0">
        <dgm:presLayoutVars>
          <dgm:chMax/>
          <dgm:chPref/>
          <dgm:dir/>
          <dgm:animLvl val="lvl"/>
        </dgm:presLayoutVars>
      </dgm:prSet>
      <dgm:spPr/>
    </dgm:pt>
    <dgm:pt modelId="{791D546D-88C5-487D-B137-61A953992F83}" type="pres">
      <dgm:prSet presAssocID="{C7676C07-3B62-4511-932E-7AD2C6537093}" presName="composite" presStyleCnt="0"/>
      <dgm:spPr/>
    </dgm:pt>
    <dgm:pt modelId="{5AFF4A1A-37A3-4B93-9B8F-B8796B620B81}" type="pres">
      <dgm:prSet presAssocID="{C7676C07-3B62-4511-932E-7AD2C6537093}" presName="bentUpArrow1" presStyleLbl="alignImgPlace1" presStyleIdx="0" presStyleCnt="5"/>
      <dgm:spPr/>
    </dgm:pt>
    <dgm:pt modelId="{ABD1D3CE-02EB-4359-9C1F-9AC0A4A6DAF6}" type="pres">
      <dgm:prSet presAssocID="{C7676C07-3B62-4511-932E-7AD2C6537093}" presName="ParentText" presStyleLbl="node1" presStyleIdx="0" presStyleCnt="6">
        <dgm:presLayoutVars>
          <dgm:chMax val="1"/>
          <dgm:chPref val="1"/>
          <dgm:bulletEnabled val="1"/>
        </dgm:presLayoutVars>
      </dgm:prSet>
      <dgm:spPr/>
    </dgm:pt>
    <dgm:pt modelId="{4238AB1F-F804-442A-AB0E-1C3319C81837}" type="pres">
      <dgm:prSet presAssocID="{C7676C07-3B62-4511-932E-7AD2C6537093}" presName="ChildText" presStyleLbl="revTx" presStyleIdx="0" presStyleCnt="5">
        <dgm:presLayoutVars>
          <dgm:chMax val="0"/>
          <dgm:chPref val="0"/>
          <dgm:bulletEnabled val="1"/>
        </dgm:presLayoutVars>
      </dgm:prSet>
      <dgm:spPr/>
    </dgm:pt>
    <dgm:pt modelId="{2290E575-335E-4470-93D5-F1CBB18781C2}" type="pres">
      <dgm:prSet presAssocID="{2CEF32FF-5862-43F4-AF78-DFFFD3A3428D}" presName="sibTrans" presStyleCnt="0"/>
      <dgm:spPr/>
    </dgm:pt>
    <dgm:pt modelId="{4039F4CA-BD25-497D-9ACE-5F3D8B465616}" type="pres">
      <dgm:prSet presAssocID="{D59AB955-4ECC-4882-A6CD-7741A0FE0EE3}" presName="composite" presStyleCnt="0"/>
      <dgm:spPr/>
    </dgm:pt>
    <dgm:pt modelId="{21565564-C624-48CE-B3E1-5BF20A0DD5D9}" type="pres">
      <dgm:prSet presAssocID="{D59AB955-4ECC-4882-A6CD-7741A0FE0EE3}" presName="bentUpArrow1" presStyleLbl="alignImgPlace1" presStyleIdx="1" presStyleCnt="5"/>
      <dgm:spPr/>
    </dgm:pt>
    <dgm:pt modelId="{BF9DFA14-F36D-4767-8114-430B36552CD9}" type="pres">
      <dgm:prSet presAssocID="{D59AB955-4ECC-4882-A6CD-7741A0FE0EE3}" presName="ParentText" presStyleLbl="node1" presStyleIdx="1" presStyleCnt="6">
        <dgm:presLayoutVars>
          <dgm:chMax val="1"/>
          <dgm:chPref val="1"/>
          <dgm:bulletEnabled val="1"/>
        </dgm:presLayoutVars>
      </dgm:prSet>
      <dgm:spPr/>
    </dgm:pt>
    <dgm:pt modelId="{8557994C-EA93-4E12-A0F3-44E3E470562A}" type="pres">
      <dgm:prSet presAssocID="{D59AB955-4ECC-4882-A6CD-7741A0FE0EE3}" presName="ChildText" presStyleLbl="revTx" presStyleIdx="1" presStyleCnt="5">
        <dgm:presLayoutVars>
          <dgm:chMax val="0"/>
          <dgm:chPref val="0"/>
          <dgm:bulletEnabled val="1"/>
        </dgm:presLayoutVars>
      </dgm:prSet>
      <dgm:spPr/>
    </dgm:pt>
    <dgm:pt modelId="{4E5417DB-A26F-41DE-9A4B-6BF95CDD91A6}" type="pres">
      <dgm:prSet presAssocID="{99DB3FBD-0CBE-4E0B-B803-162096E8A042}" presName="sibTrans" presStyleCnt="0"/>
      <dgm:spPr/>
    </dgm:pt>
    <dgm:pt modelId="{5C8C2240-28A8-4CB1-9C4B-86796CB4E997}" type="pres">
      <dgm:prSet presAssocID="{00CF1059-51EF-4A8D-8E50-3F91039A63E8}" presName="composite" presStyleCnt="0"/>
      <dgm:spPr/>
    </dgm:pt>
    <dgm:pt modelId="{3BAB85CC-9989-41DD-A544-2980B70003B4}" type="pres">
      <dgm:prSet presAssocID="{00CF1059-51EF-4A8D-8E50-3F91039A63E8}" presName="bentUpArrow1" presStyleLbl="alignImgPlace1" presStyleIdx="2" presStyleCnt="5" custAng="16200000" custLinFactX="156296" custLinFactY="-24002" custLinFactNeighborX="200000" custLinFactNeighborY="-100000"/>
      <dgm:spPr/>
    </dgm:pt>
    <dgm:pt modelId="{8E3E4E9E-8370-4581-A807-4E875525FD73}" type="pres">
      <dgm:prSet presAssocID="{00CF1059-51EF-4A8D-8E50-3F91039A63E8}" presName="ParentText" presStyleLbl="node1" presStyleIdx="2" presStyleCnt="6">
        <dgm:presLayoutVars>
          <dgm:chMax val="1"/>
          <dgm:chPref val="1"/>
          <dgm:bulletEnabled val="1"/>
        </dgm:presLayoutVars>
      </dgm:prSet>
      <dgm:spPr/>
    </dgm:pt>
    <dgm:pt modelId="{F6A07CD6-397D-43FE-AAF9-EDCAC5CA934C}" type="pres">
      <dgm:prSet presAssocID="{00CF1059-51EF-4A8D-8E50-3F91039A63E8}" presName="ChildText" presStyleLbl="revTx" presStyleIdx="2" presStyleCnt="5" custLinFactX="-200000" custLinFactY="100000" custLinFactNeighborX="-256454" custLinFactNeighborY="150678">
        <dgm:presLayoutVars>
          <dgm:chMax val="0"/>
          <dgm:chPref val="0"/>
          <dgm:bulletEnabled val="1"/>
        </dgm:presLayoutVars>
      </dgm:prSet>
      <dgm:spPr/>
    </dgm:pt>
    <dgm:pt modelId="{A19160AD-0CA0-4AE8-A900-E1105C2D0DA7}" type="pres">
      <dgm:prSet presAssocID="{384294BB-993D-41BF-861D-2F16B4EE247F}" presName="sibTrans" presStyleCnt="0"/>
      <dgm:spPr/>
    </dgm:pt>
    <dgm:pt modelId="{E2E7CB36-9738-4BF4-8362-66EEE61087A6}" type="pres">
      <dgm:prSet presAssocID="{81488C91-DF5A-4451-A1FD-3214B3FE5C31}" presName="composite" presStyleCnt="0"/>
      <dgm:spPr/>
    </dgm:pt>
    <dgm:pt modelId="{27B53DE9-F10B-49DC-BF80-FEFFC86CEA26}" type="pres">
      <dgm:prSet presAssocID="{81488C91-DF5A-4451-A1FD-3214B3FE5C31}" presName="bentUpArrow1" presStyleLbl="alignImgPlace1" presStyleIdx="3" presStyleCnt="5" custAng="16200000" custLinFactX="159650" custLinFactY="-190910" custLinFactNeighborX="200000" custLinFactNeighborY="-200000"/>
      <dgm:spPr/>
    </dgm:pt>
    <dgm:pt modelId="{EB54F906-207F-4495-A8BD-C4F27484560D}" type="pres">
      <dgm:prSet presAssocID="{81488C91-DF5A-4451-A1FD-3214B3FE5C31}" presName="ParentText" presStyleLbl="node1" presStyleIdx="3" presStyleCnt="6" custLinFactY="-14567" custLinFactNeighborX="70157" custLinFactNeighborY="-100000">
        <dgm:presLayoutVars>
          <dgm:chMax val="1"/>
          <dgm:chPref val="1"/>
          <dgm:bulletEnabled val="1"/>
        </dgm:presLayoutVars>
      </dgm:prSet>
      <dgm:spPr/>
    </dgm:pt>
    <dgm:pt modelId="{C352C0AF-B5EC-48B8-A438-C6E7C77F27EC}" type="pres">
      <dgm:prSet presAssocID="{81488C91-DF5A-4451-A1FD-3214B3FE5C31}" presName="ChildText" presStyleLbl="revTx" presStyleIdx="3" presStyleCnt="5">
        <dgm:presLayoutVars>
          <dgm:chMax val="0"/>
          <dgm:chPref val="0"/>
          <dgm:bulletEnabled val="1"/>
        </dgm:presLayoutVars>
      </dgm:prSet>
      <dgm:spPr/>
    </dgm:pt>
    <dgm:pt modelId="{82FFD2A6-35D1-445B-898B-E00A2A77E551}" type="pres">
      <dgm:prSet presAssocID="{3AAE5201-0A36-42E5-AECF-070622C26E63}" presName="sibTrans" presStyleCnt="0"/>
      <dgm:spPr/>
    </dgm:pt>
    <dgm:pt modelId="{1A635412-4159-4D43-9950-5E44A9A025B3}" type="pres">
      <dgm:prSet presAssocID="{BC0C51BC-6C72-4740-8321-AF7E7FEE98F3}" presName="composite" presStyleCnt="0"/>
      <dgm:spPr/>
    </dgm:pt>
    <dgm:pt modelId="{9319CD77-92CC-4DEC-B581-A51842D38A4A}" type="pres">
      <dgm:prSet presAssocID="{BC0C51BC-6C72-4740-8321-AF7E7FEE98F3}" presName="bentUpArrow1" presStyleLbl="alignImgPlace1" presStyleIdx="4" presStyleCnt="5" custAng="16200000" custScaleX="52521" custScaleY="68323" custLinFactX="-24658" custLinFactY="-158353" custLinFactNeighborX="-100000" custLinFactNeighborY="-200000"/>
      <dgm:spPr>
        <a:prstGeom prst="rightArrow">
          <a:avLst/>
        </a:prstGeom>
      </dgm:spPr>
    </dgm:pt>
    <dgm:pt modelId="{50D59B38-0486-42AE-9611-FA6EF2787D4A}" type="pres">
      <dgm:prSet presAssocID="{BC0C51BC-6C72-4740-8321-AF7E7FEE98F3}" presName="ParentText" presStyleLbl="node1" presStyleIdx="4" presStyleCnt="6" custLinFactY="-137232" custLinFactNeighborX="70901" custLinFactNeighborY="-200000">
        <dgm:presLayoutVars>
          <dgm:chMax val="1"/>
          <dgm:chPref val="1"/>
          <dgm:bulletEnabled val="1"/>
        </dgm:presLayoutVars>
      </dgm:prSet>
      <dgm:spPr/>
    </dgm:pt>
    <dgm:pt modelId="{06E6E471-9826-4D80-88D3-929DEF2723E5}" type="pres">
      <dgm:prSet presAssocID="{BC0C51BC-6C72-4740-8321-AF7E7FEE98F3}" presName="ChildText" presStyleLbl="revTx" presStyleIdx="4" presStyleCnt="5">
        <dgm:presLayoutVars>
          <dgm:chMax val="0"/>
          <dgm:chPref val="0"/>
          <dgm:bulletEnabled val="1"/>
        </dgm:presLayoutVars>
      </dgm:prSet>
      <dgm:spPr/>
    </dgm:pt>
    <dgm:pt modelId="{1CD4F43C-C032-4663-B5B8-007B4F3BCB0B}" type="pres">
      <dgm:prSet presAssocID="{A7237B5E-EA8E-4D4E-8663-7C7E3B7171E9}" presName="sibTrans" presStyleCnt="0"/>
      <dgm:spPr/>
    </dgm:pt>
    <dgm:pt modelId="{E0A6469A-5E82-4C65-A2AD-18582BEB236E}" type="pres">
      <dgm:prSet presAssocID="{47142F7E-A29F-44C2-A5E4-7A5109C5D417}" presName="composite" presStyleCnt="0"/>
      <dgm:spPr/>
    </dgm:pt>
    <dgm:pt modelId="{F2C84906-349C-4774-9FF6-7B443CE084B4}" type="pres">
      <dgm:prSet presAssocID="{47142F7E-A29F-44C2-A5E4-7A5109C5D417}" presName="ParentText" presStyleLbl="node1" presStyleIdx="5" presStyleCnt="6" custLinFactY="-278227" custLinFactNeighborX="57312" custLinFactNeighborY="-300000">
        <dgm:presLayoutVars>
          <dgm:chMax val="1"/>
          <dgm:chPref val="1"/>
          <dgm:bulletEnabled val="1"/>
        </dgm:presLayoutVars>
      </dgm:prSet>
      <dgm:spPr/>
    </dgm:pt>
  </dgm:ptLst>
  <dgm:cxnLst>
    <dgm:cxn modelId="{04EB780C-5601-4A48-B21A-D28D8CBDB54F}" type="presOf" srcId="{C7676C07-3B62-4511-932E-7AD2C6537093}" destId="{ABD1D3CE-02EB-4359-9C1F-9AC0A4A6DAF6}" srcOrd="0" destOrd="0" presId="urn:microsoft.com/office/officeart/2005/8/layout/StepDownProcess"/>
    <dgm:cxn modelId="{C2909718-1F14-4D96-9AD6-FEE43FEE547E}" type="presOf" srcId="{BC0C51BC-6C72-4740-8321-AF7E7FEE98F3}" destId="{50D59B38-0486-42AE-9611-FA6EF2787D4A}" srcOrd="0" destOrd="0" presId="urn:microsoft.com/office/officeart/2005/8/layout/StepDownProcess"/>
    <dgm:cxn modelId="{718E482A-BFC9-4779-B5B3-9BD556D111A3}" type="presOf" srcId="{81488C91-DF5A-4451-A1FD-3214B3FE5C31}" destId="{EB54F906-207F-4495-A8BD-C4F27484560D}" srcOrd="0" destOrd="0" presId="urn:microsoft.com/office/officeart/2005/8/layout/StepDownProcess"/>
    <dgm:cxn modelId="{688C0133-B6CA-4229-BE71-ABA19CA4469B}" srcId="{BA50A1D4-A3E4-40F0-904F-5A1D5E7A9D7F}" destId="{BC0C51BC-6C72-4740-8321-AF7E7FEE98F3}" srcOrd="4" destOrd="0" parTransId="{D3ED0612-6D22-464B-9E58-66BB45296B27}" sibTransId="{A7237B5E-EA8E-4D4E-8663-7C7E3B7171E9}"/>
    <dgm:cxn modelId="{7C5AD85B-2150-403A-8B9F-E093C606E960}" srcId="{BA50A1D4-A3E4-40F0-904F-5A1D5E7A9D7F}" destId="{D59AB955-4ECC-4882-A6CD-7741A0FE0EE3}" srcOrd="1" destOrd="0" parTransId="{4A542435-78A6-41D1-BE45-0D0F4A5DBB32}" sibTransId="{99DB3FBD-0CBE-4E0B-B803-162096E8A042}"/>
    <dgm:cxn modelId="{E16D1C60-7E18-418A-A8FB-F23A63C8D3D8}" type="presOf" srcId="{47142F7E-A29F-44C2-A5E4-7A5109C5D417}" destId="{F2C84906-349C-4774-9FF6-7B443CE084B4}" srcOrd="0" destOrd="0" presId="urn:microsoft.com/office/officeart/2005/8/layout/StepDownProcess"/>
    <dgm:cxn modelId="{A6CC1E60-FAD7-4B41-9475-8EAC886E4093}" type="presOf" srcId="{00CF1059-51EF-4A8D-8E50-3F91039A63E8}" destId="{8E3E4E9E-8370-4581-A807-4E875525FD73}" srcOrd="0" destOrd="0" presId="urn:microsoft.com/office/officeart/2005/8/layout/StepDownProcess"/>
    <dgm:cxn modelId="{7ED6C56C-A13A-40CB-8E18-455C493D1A45}" srcId="{BA50A1D4-A3E4-40F0-904F-5A1D5E7A9D7F}" destId="{C7676C07-3B62-4511-932E-7AD2C6537093}" srcOrd="0" destOrd="0" parTransId="{E06CB8A8-549B-4CFD-8C6D-86404E4F7ECE}" sibTransId="{2CEF32FF-5862-43F4-AF78-DFFFD3A3428D}"/>
    <dgm:cxn modelId="{2BB7506D-35CE-4709-868E-1CECE39C898C}" srcId="{BA50A1D4-A3E4-40F0-904F-5A1D5E7A9D7F}" destId="{81488C91-DF5A-4451-A1FD-3214B3FE5C31}" srcOrd="3" destOrd="0" parTransId="{E873356D-3E0B-4E5E-A477-CF90451CC36C}" sibTransId="{3AAE5201-0A36-42E5-AECF-070622C26E63}"/>
    <dgm:cxn modelId="{56EB3979-E206-49BF-8B29-D6F418A52540}" type="presOf" srcId="{BA50A1D4-A3E4-40F0-904F-5A1D5E7A9D7F}" destId="{463AA80A-E2C1-487E-BF90-799D1BF6E7EF}" srcOrd="0" destOrd="0" presId="urn:microsoft.com/office/officeart/2005/8/layout/StepDownProcess"/>
    <dgm:cxn modelId="{4F14BCBD-46B5-43E3-9286-8D8527BA60D2}" srcId="{BA50A1D4-A3E4-40F0-904F-5A1D5E7A9D7F}" destId="{00CF1059-51EF-4A8D-8E50-3F91039A63E8}" srcOrd="2" destOrd="0" parTransId="{5DF07508-91DC-4C90-8F2C-C9D60BC4696B}" sibTransId="{384294BB-993D-41BF-861D-2F16B4EE247F}"/>
    <dgm:cxn modelId="{E25B01C0-0944-4FE6-B192-85DFAB5C313D}" type="presOf" srcId="{D59AB955-4ECC-4882-A6CD-7741A0FE0EE3}" destId="{BF9DFA14-F36D-4767-8114-430B36552CD9}" srcOrd="0" destOrd="0" presId="urn:microsoft.com/office/officeart/2005/8/layout/StepDownProcess"/>
    <dgm:cxn modelId="{FE26DCD8-0294-4232-8B4D-B89F2B5A71BF}" srcId="{BA50A1D4-A3E4-40F0-904F-5A1D5E7A9D7F}" destId="{47142F7E-A29F-44C2-A5E4-7A5109C5D417}" srcOrd="5" destOrd="0" parTransId="{1DBE2669-AC34-41B2-92A4-FB14EAA5D87C}" sibTransId="{2D91AFBC-5D36-44D9-924F-B45B994A91FE}"/>
    <dgm:cxn modelId="{6F07E3D2-183D-49AC-BA69-2781F1B618F1}" type="presParOf" srcId="{463AA80A-E2C1-487E-BF90-799D1BF6E7EF}" destId="{791D546D-88C5-487D-B137-61A953992F83}" srcOrd="0" destOrd="0" presId="urn:microsoft.com/office/officeart/2005/8/layout/StepDownProcess"/>
    <dgm:cxn modelId="{A501F22C-C02D-46A4-B95E-CBBF4CD2DC06}" type="presParOf" srcId="{791D546D-88C5-487D-B137-61A953992F83}" destId="{5AFF4A1A-37A3-4B93-9B8F-B8796B620B81}" srcOrd="0" destOrd="0" presId="urn:microsoft.com/office/officeart/2005/8/layout/StepDownProcess"/>
    <dgm:cxn modelId="{78B12819-D120-470E-BDD1-11F1F7BD303F}" type="presParOf" srcId="{791D546D-88C5-487D-B137-61A953992F83}" destId="{ABD1D3CE-02EB-4359-9C1F-9AC0A4A6DAF6}" srcOrd="1" destOrd="0" presId="urn:microsoft.com/office/officeart/2005/8/layout/StepDownProcess"/>
    <dgm:cxn modelId="{C658AA95-FE5B-4984-9A5A-856AF91FA833}" type="presParOf" srcId="{791D546D-88C5-487D-B137-61A953992F83}" destId="{4238AB1F-F804-442A-AB0E-1C3319C81837}" srcOrd="2" destOrd="0" presId="urn:microsoft.com/office/officeart/2005/8/layout/StepDownProcess"/>
    <dgm:cxn modelId="{F41809BE-861C-4F3D-8C8A-D3021B258A07}" type="presParOf" srcId="{463AA80A-E2C1-487E-BF90-799D1BF6E7EF}" destId="{2290E575-335E-4470-93D5-F1CBB18781C2}" srcOrd="1" destOrd="0" presId="urn:microsoft.com/office/officeart/2005/8/layout/StepDownProcess"/>
    <dgm:cxn modelId="{164399A4-2F47-445C-8D84-E713828E5BA5}" type="presParOf" srcId="{463AA80A-E2C1-487E-BF90-799D1BF6E7EF}" destId="{4039F4CA-BD25-497D-9ACE-5F3D8B465616}" srcOrd="2" destOrd="0" presId="urn:microsoft.com/office/officeart/2005/8/layout/StepDownProcess"/>
    <dgm:cxn modelId="{2DACE8E9-1FC6-46CF-8A62-FA978BD6278A}" type="presParOf" srcId="{4039F4CA-BD25-497D-9ACE-5F3D8B465616}" destId="{21565564-C624-48CE-B3E1-5BF20A0DD5D9}" srcOrd="0" destOrd="0" presId="urn:microsoft.com/office/officeart/2005/8/layout/StepDownProcess"/>
    <dgm:cxn modelId="{23632075-572F-4133-936D-32FE8A89DAF2}" type="presParOf" srcId="{4039F4CA-BD25-497D-9ACE-5F3D8B465616}" destId="{BF9DFA14-F36D-4767-8114-430B36552CD9}" srcOrd="1" destOrd="0" presId="urn:microsoft.com/office/officeart/2005/8/layout/StepDownProcess"/>
    <dgm:cxn modelId="{746D73F8-C00D-480A-93DD-6AA490D64A36}" type="presParOf" srcId="{4039F4CA-BD25-497D-9ACE-5F3D8B465616}" destId="{8557994C-EA93-4E12-A0F3-44E3E470562A}" srcOrd="2" destOrd="0" presId="urn:microsoft.com/office/officeart/2005/8/layout/StepDownProcess"/>
    <dgm:cxn modelId="{3CE1EAD2-8F5A-46DA-A427-D825C1A1543C}" type="presParOf" srcId="{463AA80A-E2C1-487E-BF90-799D1BF6E7EF}" destId="{4E5417DB-A26F-41DE-9A4B-6BF95CDD91A6}" srcOrd="3" destOrd="0" presId="urn:microsoft.com/office/officeart/2005/8/layout/StepDownProcess"/>
    <dgm:cxn modelId="{81BE8E58-9146-4EFF-BB76-68D1B1B13667}" type="presParOf" srcId="{463AA80A-E2C1-487E-BF90-799D1BF6E7EF}" destId="{5C8C2240-28A8-4CB1-9C4B-86796CB4E997}" srcOrd="4" destOrd="0" presId="urn:microsoft.com/office/officeart/2005/8/layout/StepDownProcess"/>
    <dgm:cxn modelId="{3F3228C1-BA1F-4E65-8DB1-A9C06F57F3F8}" type="presParOf" srcId="{5C8C2240-28A8-4CB1-9C4B-86796CB4E997}" destId="{3BAB85CC-9989-41DD-A544-2980B70003B4}" srcOrd="0" destOrd="0" presId="urn:microsoft.com/office/officeart/2005/8/layout/StepDownProcess"/>
    <dgm:cxn modelId="{83ECD161-751E-4F60-93EC-C1A24AFC62DF}" type="presParOf" srcId="{5C8C2240-28A8-4CB1-9C4B-86796CB4E997}" destId="{8E3E4E9E-8370-4581-A807-4E875525FD73}" srcOrd="1" destOrd="0" presId="urn:microsoft.com/office/officeart/2005/8/layout/StepDownProcess"/>
    <dgm:cxn modelId="{7C67FD70-8E6E-42D5-BA0F-128AA4689543}" type="presParOf" srcId="{5C8C2240-28A8-4CB1-9C4B-86796CB4E997}" destId="{F6A07CD6-397D-43FE-AAF9-EDCAC5CA934C}" srcOrd="2" destOrd="0" presId="urn:microsoft.com/office/officeart/2005/8/layout/StepDownProcess"/>
    <dgm:cxn modelId="{E7CF03F2-93E6-4713-B48A-2473920F4359}" type="presParOf" srcId="{463AA80A-E2C1-487E-BF90-799D1BF6E7EF}" destId="{A19160AD-0CA0-4AE8-A900-E1105C2D0DA7}" srcOrd="5" destOrd="0" presId="urn:microsoft.com/office/officeart/2005/8/layout/StepDownProcess"/>
    <dgm:cxn modelId="{8DE891FE-068D-4B98-9D62-F5DEB3F89233}" type="presParOf" srcId="{463AA80A-E2C1-487E-BF90-799D1BF6E7EF}" destId="{E2E7CB36-9738-4BF4-8362-66EEE61087A6}" srcOrd="6" destOrd="0" presId="urn:microsoft.com/office/officeart/2005/8/layout/StepDownProcess"/>
    <dgm:cxn modelId="{081B310D-A9B4-4D3D-94DF-21C523C2609B}" type="presParOf" srcId="{E2E7CB36-9738-4BF4-8362-66EEE61087A6}" destId="{27B53DE9-F10B-49DC-BF80-FEFFC86CEA26}" srcOrd="0" destOrd="0" presId="urn:microsoft.com/office/officeart/2005/8/layout/StepDownProcess"/>
    <dgm:cxn modelId="{FFDA6C01-1D8C-44F4-8FAE-D3EC0AE8BFB9}" type="presParOf" srcId="{E2E7CB36-9738-4BF4-8362-66EEE61087A6}" destId="{EB54F906-207F-4495-A8BD-C4F27484560D}" srcOrd="1" destOrd="0" presId="urn:microsoft.com/office/officeart/2005/8/layout/StepDownProcess"/>
    <dgm:cxn modelId="{6D5A5728-58D3-48E3-8948-62ACA32777FB}" type="presParOf" srcId="{E2E7CB36-9738-4BF4-8362-66EEE61087A6}" destId="{C352C0AF-B5EC-48B8-A438-C6E7C77F27EC}" srcOrd="2" destOrd="0" presId="urn:microsoft.com/office/officeart/2005/8/layout/StepDownProcess"/>
    <dgm:cxn modelId="{6AB62480-B989-4EB1-AFC7-DD6D9D32B103}" type="presParOf" srcId="{463AA80A-E2C1-487E-BF90-799D1BF6E7EF}" destId="{82FFD2A6-35D1-445B-898B-E00A2A77E551}" srcOrd="7" destOrd="0" presId="urn:microsoft.com/office/officeart/2005/8/layout/StepDownProcess"/>
    <dgm:cxn modelId="{345FA819-1FC6-4B2A-98EB-C1613B7C00D7}" type="presParOf" srcId="{463AA80A-E2C1-487E-BF90-799D1BF6E7EF}" destId="{1A635412-4159-4D43-9950-5E44A9A025B3}" srcOrd="8" destOrd="0" presId="urn:microsoft.com/office/officeart/2005/8/layout/StepDownProcess"/>
    <dgm:cxn modelId="{03CCA601-8F1B-40FD-BE61-781783531CE1}" type="presParOf" srcId="{1A635412-4159-4D43-9950-5E44A9A025B3}" destId="{9319CD77-92CC-4DEC-B581-A51842D38A4A}" srcOrd="0" destOrd="0" presId="urn:microsoft.com/office/officeart/2005/8/layout/StepDownProcess"/>
    <dgm:cxn modelId="{DFC205E3-A84C-43AA-80AE-0D3061F9B9EE}" type="presParOf" srcId="{1A635412-4159-4D43-9950-5E44A9A025B3}" destId="{50D59B38-0486-42AE-9611-FA6EF2787D4A}" srcOrd="1" destOrd="0" presId="urn:microsoft.com/office/officeart/2005/8/layout/StepDownProcess"/>
    <dgm:cxn modelId="{C760071E-CE82-4524-97C4-21E18184AC03}" type="presParOf" srcId="{1A635412-4159-4D43-9950-5E44A9A025B3}" destId="{06E6E471-9826-4D80-88D3-929DEF2723E5}" srcOrd="2" destOrd="0" presId="urn:microsoft.com/office/officeart/2005/8/layout/StepDownProcess"/>
    <dgm:cxn modelId="{11C62BFA-7CD4-465E-BA88-142177FA486D}" type="presParOf" srcId="{463AA80A-E2C1-487E-BF90-799D1BF6E7EF}" destId="{1CD4F43C-C032-4663-B5B8-007B4F3BCB0B}" srcOrd="9" destOrd="0" presId="urn:microsoft.com/office/officeart/2005/8/layout/StepDownProcess"/>
    <dgm:cxn modelId="{6158E916-70D7-48B3-9749-98A969CE1BDB}" type="presParOf" srcId="{463AA80A-E2C1-487E-BF90-799D1BF6E7EF}" destId="{E0A6469A-5E82-4C65-A2AD-18582BEB236E}" srcOrd="10" destOrd="0" presId="urn:microsoft.com/office/officeart/2005/8/layout/StepDownProcess"/>
    <dgm:cxn modelId="{E5747F23-774E-45B4-B5B0-F6110DDBCF37}" type="presParOf" srcId="{E0A6469A-5E82-4C65-A2AD-18582BEB236E}" destId="{F2C84906-349C-4774-9FF6-7B443CE084B4}" srcOrd="0" destOrd="0" presId="urn:microsoft.com/office/officeart/2005/8/layout/StepDow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B9253ED-8B11-4DEC-B578-1DCA13EDBB93}" type="doc">
      <dgm:prSet loTypeId="urn:microsoft.com/office/officeart/2005/8/layout/chevron2" loCatId="list" qsTypeId="urn:microsoft.com/office/officeart/2005/8/quickstyle/simple5#5" qsCatId="simple" csTypeId="urn:microsoft.com/office/officeart/2005/8/colors/colorful3#5" csCatId="colorful" phldr="1"/>
      <dgm:spPr/>
      <dgm:t>
        <a:bodyPr/>
        <a:lstStyle/>
        <a:p>
          <a:endParaRPr lang="en-PK"/>
        </a:p>
      </dgm:t>
    </dgm:pt>
    <dgm:pt modelId="{96FBCFE3-7CDA-4713-B001-B431B8EF4DA2}">
      <dgm:prSet phldrT="[Text]" phldr="0"/>
      <dgm:spPr/>
      <dgm:t>
        <a:bodyPr/>
        <a:lstStyle/>
        <a:p>
          <a:r>
            <a:rPr lang="en-GB" dirty="0">
              <a:latin typeface="Centary school"/>
            </a:rPr>
            <a:t>Week 1</a:t>
          </a:r>
          <a:endParaRPr lang="en-PK" dirty="0">
            <a:latin typeface="Centary school"/>
          </a:endParaRPr>
        </a:p>
      </dgm:t>
    </dgm:pt>
    <dgm:pt modelId="{4D84F1C8-58EE-400B-84C3-9C07107F670E}" type="parTrans" cxnId="{71009F69-1CEF-4A1F-931F-DFDFB103CCCE}">
      <dgm:prSet/>
      <dgm:spPr/>
      <dgm:t>
        <a:bodyPr/>
        <a:lstStyle/>
        <a:p>
          <a:endParaRPr lang="en-PK">
            <a:latin typeface="Centary school"/>
          </a:endParaRPr>
        </a:p>
      </dgm:t>
    </dgm:pt>
    <dgm:pt modelId="{F7488D76-DFC7-46A9-8755-2798324E6A69}" type="sibTrans" cxnId="{71009F69-1CEF-4A1F-931F-DFDFB103CCCE}">
      <dgm:prSet/>
      <dgm:spPr/>
      <dgm:t>
        <a:bodyPr/>
        <a:lstStyle/>
        <a:p>
          <a:endParaRPr lang="en-PK">
            <a:latin typeface="Centary school"/>
          </a:endParaRPr>
        </a:p>
      </dgm:t>
    </dgm:pt>
    <dgm:pt modelId="{FCA02EEC-F3BA-4F93-AFF8-4BB468DED43D}">
      <dgm:prSet phldrT="[Text]"/>
      <dgm:spPr/>
      <dgm:t>
        <a:bodyPr/>
        <a:lstStyle/>
        <a:p>
          <a:pPr>
            <a:buNone/>
          </a:pPr>
          <a:r>
            <a:rPr lang="en-PK" dirty="0">
              <a:latin typeface="Centary school"/>
            </a:rPr>
            <a:t>Introduction to Multimodal AI</a:t>
          </a:r>
        </a:p>
      </dgm:t>
    </dgm:pt>
    <dgm:pt modelId="{4EA3FA86-F8A8-4A13-9616-7742E0FB6D4D}" type="parTrans" cxnId="{A27A4792-5D6D-4AEC-8E34-24C6F7D0E787}">
      <dgm:prSet/>
      <dgm:spPr/>
      <dgm:t>
        <a:bodyPr/>
        <a:lstStyle/>
        <a:p>
          <a:endParaRPr lang="en-PK">
            <a:latin typeface="Centary school"/>
          </a:endParaRPr>
        </a:p>
      </dgm:t>
    </dgm:pt>
    <dgm:pt modelId="{7875E654-22EE-4962-9C20-F410C35D28F3}" type="sibTrans" cxnId="{A27A4792-5D6D-4AEC-8E34-24C6F7D0E787}">
      <dgm:prSet/>
      <dgm:spPr/>
      <dgm:t>
        <a:bodyPr/>
        <a:lstStyle/>
        <a:p>
          <a:endParaRPr lang="en-PK">
            <a:latin typeface="Centary school"/>
          </a:endParaRPr>
        </a:p>
      </dgm:t>
    </dgm:pt>
    <dgm:pt modelId="{63F92AE0-9768-4BE5-9446-1A9EF2D8B681}">
      <dgm:prSet phldrT="[Text]" phldr="0"/>
      <dgm:spPr/>
      <dgm:t>
        <a:bodyPr/>
        <a:lstStyle/>
        <a:p>
          <a:r>
            <a:rPr lang="en-GB" dirty="0">
              <a:latin typeface="Centary school"/>
            </a:rPr>
            <a:t>Week 2</a:t>
          </a:r>
          <a:endParaRPr lang="en-PK" dirty="0">
            <a:latin typeface="Centary school"/>
          </a:endParaRPr>
        </a:p>
      </dgm:t>
    </dgm:pt>
    <dgm:pt modelId="{18396361-3703-42CE-8224-261243A51A0E}" type="parTrans" cxnId="{58C21DC1-D8E0-43A8-B49E-A3E616B13E12}">
      <dgm:prSet/>
      <dgm:spPr/>
      <dgm:t>
        <a:bodyPr/>
        <a:lstStyle/>
        <a:p>
          <a:endParaRPr lang="en-PK">
            <a:latin typeface="Centary school"/>
          </a:endParaRPr>
        </a:p>
      </dgm:t>
    </dgm:pt>
    <dgm:pt modelId="{09257BC8-AAEB-402A-804A-3F9BDCA2040C}" type="sibTrans" cxnId="{58C21DC1-D8E0-43A8-B49E-A3E616B13E12}">
      <dgm:prSet/>
      <dgm:spPr/>
      <dgm:t>
        <a:bodyPr/>
        <a:lstStyle/>
        <a:p>
          <a:endParaRPr lang="en-PK">
            <a:latin typeface="Centary school"/>
          </a:endParaRPr>
        </a:p>
      </dgm:t>
    </dgm:pt>
    <dgm:pt modelId="{255F8BA3-0BCA-40CB-92D5-311C233A2052}">
      <dgm:prSet phldrT="[Text]"/>
      <dgm:spPr/>
      <dgm:t>
        <a:bodyPr/>
        <a:lstStyle/>
        <a:p>
          <a:pPr>
            <a:buNone/>
          </a:pPr>
          <a:r>
            <a:rPr lang="en-PK" dirty="0">
              <a:latin typeface="Centary school"/>
            </a:rPr>
            <a:t>Deep Learning Foundations</a:t>
          </a:r>
        </a:p>
      </dgm:t>
    </dgm:pt>
    <dgm:pt modelId="{DDD36D24-90B9-479F-899E-974455775283}" type="parTrans" cxnId="{C8E6E93C-D35A-428C-B51B-F7BEE8BDF131}">
      <dgm:prSet/>
      <dgm:spPr/>
      <dgm:t>
        <a:bodyPr/>
        <a:lstStyle/>
        <a:p>
          <a:endParaRPr lang="en-PK">
            <a:latin typeface="Centary school"/>
          </a:endParaRPr>
        </a:p>
      </dgm:t>
    </dgm:pt>
    <dgm:pt modelId="{1D1F77D0-A045-4620-9C8A-5E909AF1FB1E}" type="sibTrans" cxnId="{C8E6E93C-D35A-428C-B51B-F7BEE8BDF131}">
      <dgm:prSet/>
      <dgm:spPr/>
      <dgm:t>
        <a:bodyPr/>
        <a:lstStyle/>
        <a:p>
          <a:endParaRPr lang="en-PK">
            <a:latin typeface="Centary school"/>
          </a:endParaRPr>
        </a:p>
      </dgm:t>
    </dgm:pt>
    <dgm:pt modelId="{0FF20F1D-FBDE-4152-81DE-6F789E789624}">
      <dgm:prSet phldrT="[Text]"/>
      <dgm:spPr/>
      <dgm:t>
        <a:bodyPr/>
        <a:lstStyle/>
        <a:p>
          <a:pPr>
            <a:buNone/>
          </a:pPr>
          <a:r>
            <a:rPr lang="en-PK" dirty="0">
              <a:latin typeface="Centary school"/>
            </a:rPr>
            <a:t>Attention &amp; Transformers as the Multimodal Backbone</a:t>
          </a:r>
        </a:p>
      </dgm:t>
    </dgm:pt>
    <dgm:pt modelId="{7780008A-992E-4F99-87C4-D8762AAE0DD9}" type="parTrans" cxnId="{7769CCF0-FCD9-4460-BB2B-77E4335BF494}">
      <dgm:prSet/>
      <dgm:spPr/>
      <dgm:t>
        <a:bodyPr/>
        <a:lstStyle/>
        <a:p>
          <a:endParaRPr lang="en-PK">
            <a:latin typeface="Centary school"/>
          </a:endParaRPr>
        </a:p>
      </dgm:t>
    </dgm:pt>
    <dgm:pt modelId="{C4FDD422-D68F-49F4-8017-5C3206FA0810}" type="sibTrans" cxnId="{7769CCF0-FCD9-4460-BB2B-77E4335BF494}">
      <dgm:prSet/>
      <dgm:spPr/>
      <dgm:t>
        <a:bodyPr/>
        <a:lstStyle/>
        <a:p>
          <a:endParaRPr lang="en-PK">
            <a:latin typeface="Centary school"/>
          </a:endParaRPr>
        </a:p>
      </dgm:t>
    </dgm:pt>
    <dgm:pt modelId="{945A1C68-822B-4BAE-A821-645FD131C042}">
      <dgm:prSet phldrT="[Text]" phldr="0"/>
      <dgm:spPr/>
      <dgm:t>
        <a:bodyPr/>
        <a:lstStyle/>
        <a:p>
          <a:r>
            <a:rPr lang="en-GB" dirty="0">
              <a:latin typeface="Centary school"/>
            </a:rPr>
            <a:t>Week 3</a:t>
          </a:r>
          <a:endParaRPr lang="en-PK" dirty="0">
            <a:latin typeface="Centary school"/>
          </a:endParaRPr>
        </a:p>
      </dgm:t>
    </dgm:pt>
    <dgm:pt modelId="{84F9465E-1932-421D-9885-2CD04617D5CB}" type="parTrans" cxnId="{67196929-0280-45F0-868E-667B46E63011}">
      <dgm:prSet/>
      <dgm:spPr/>
      <dgm:t>
        <a:bodyPr/>
        <a:lstStyle/>
        <a:p>
          <a:endParaRPr lang="en-PK">
            <a:latin typeface="Centary school"/>
          </a:endParaRPr>
        </a:p>
      </dgm:t>
    </dgm:pt>
    <dgm:pt modelId="{39479A42-6F83-42A3-88F3-40FC20013F1C}" type="sibTrans" cxnId="{67196929-0280-45F0-868E-667B46E63011}">
      <dgm:prSet/>
      <dgm:spPr/>
      <dgm:t>
        <a:bodyPr/>
        <a:lstStyle/>
        <a:p>
          <a:endParaRPr lang="en-PK">
            <a:latin typeface="Centary school"/>
          </a:endParaRPr>
        </a:p>
      </dgm:t>
    </dgm:pt>
    <dgm:pt modelId="{D2FF3C0C-A57D-4BE7-9126-73C9388D352C}" type="pres">
      <dgm:prSet presAssocID="{4B9253ED-8B11-4DEC-B578-1DCA13EDBB93}" presName="linearFlow" presStyleCnt="0">
        <dgm:presLayoutVars>
          <dgm:dir/>
          <dgm:animLvl val="lvl"/>
          <dgm:resizeHandles val="exact"/>
        </dgm:presLayoutVars>
      </dgm:prSet>
      <dgm:spPr/>
    </dgm:pt>
    <dgm:pt modelId="{106A16F7-A6FD-4358-A12D-77831ABFB16E}" type="pres">
      <dgm:prSet presAssocID="{96FBCFE3-7CDA-4713-B001-B431B8EF4DA2}" presName="composite" presStyleCnt="0"/>
      <dgm:spPr/>
    </dgm:pt>
    <dgm:pt modelId="{7094588E-A870-48AB-8A0E-0AC5EB49A7E8}" type="pres">
      <dgm:prSet presAssocID="{96FBCFE3-7CDA-4713-B001-B431B8EF4DA2}" presName="parentText" presStyleLbl="alignNode1" presStyleIdx="0" presStyleCnt="3">
        <dgm:presLayoutVars>
          <dgm:chMax val="1"/>
          <dgm:bulletEnabled val="1"/>
        </dgm:presLayoutVars>
      </dgm:prSet>
      <dgm:spPr/>
    </dgm:pt>
    <dgm:pt modelId="{EB43CCF2-8339-47C3-9B14-EB99E4A5C083}" type="pres">
      <dgm:prSet presAssocID="{96FBCFE3-7CDA-4713-B001-B431B8EF4DA2}" presName="descendantText" presStyleLbl="alignAcc1" presStyleIdx="0" presStyleCnt="3">
        <dgm:presLayoutVars>
          <dgm:bulletEnabled val="1"/>
        </dgm:presLayoutVars>
      </dgm:prSet>
      <dgm:spPr/>
    </dgm:pt>
    <dgm:pt modelId="{B859EAB0-ACE0-4AC8-A34C-B49944952C71}" type="pres">
      <dgm:prSet presAssocID="{F7488D76-DFC7-46A9-8755-2798324E6A69}" presName="sp" presStyleCnt="0"/>
      <dgm:spPr/>
    </dgm:pt>
    <dgm:pt modelId="{B46CA136-7EDD-4964-98B6-DF2BE0CAE5EB}" type="pres">
      <dgm:prSet presAssocID="{63F92AE0-9768-4BE5-9446-1A9EF2D8B681}" presName="composite" presStyleCnt="0"/>
      <dgm:spPr/>
    </dgm:pt>
    <dgm:pt modelId="{2839C822-025F-406B-B170-14FF2E657491}" type="pres">
      <dgm:prSet presAssocID="{63F92AE0-9768-4BE5-9446-1A9EF2D8B681}" presName="parentText" presStyleLbl="alignNode1" presStyleIdx="1" presStyleCnt="3">
        <dgm:presLayoutVars>
          <dgm:chMax val="1"/>
          <dgm:bulletEnabled val="1"/>
        </dgm:presLayoutVars>
      </dgm:prSet>
      <dgm:spPr/>
    </dgm:pt>
    <dgm:pt modelId="{EB64B09D-8282-42C8-B0C6-35B1F12D7A51}" type="pres">
      <dgm:prSet presAssocID="{63F92AE0-9768-4BE5-9446-1A9EF2D8B681}" presName="descendantText" presStyleLbl="alignAcc1" presStyleIdx="1" presStyleCnt="3">
        <dgm:presLayoutVars>
          <dgm:bulletEnabled val="1"/>
        </dgm:presLayoutVars>
      </dgm:prSet>
      <dgm:spPr/>
    </dgm:pt>
    <dgm:pt modelId="{83714818-A145-4BA6-A750-CC68294E6095}" type="pres">
      <dgm:prSet presAssocID="{09257BC8-AAEB-402A-804A-3F9BDCA2040C}" presName="sp" presStyleCnt="0"/>
      <dgm:spPr/>
    </dgm:pt>
    <dgm:pt modelId="{692E3041-7FA1-4A7E-B1A6-E458CB0D24E6}" type="pres">
      <dgm:prSet presAssocID="{945A1C68-822B-4BAE-A821-645FD131C042}" presName="composite" presStyleCnt="0"/>
      <dgm:spPr/>
    </dgm:pt>
    <dgm:pt modelId="{882E712A-B798-418E-9E2D-7F63DE937DCA}" type="pres">
      <dgm:prSet presAssocID="{945A1C68-822B-4BAE-A821-645FD131C042}" presName="parentText" presStyleLbl="alignNode1" presStyleIdx="2" presStyleCnt="3">
        <dgm:presLayoutVars>
          <dgm:chMax val="1"/>
          <dgm:bulletEnabled val="1"/>
        </dgm:presLayoutVars>
      </dgm:prSet>
      <dgm:spPr/>
    </dgm:pt>
    <dgm:pt modelId="{B62CDBAB-E812-4EAA-B3FD-665951639172}" type="pres">
      <dgm:prSet presAssocID="{945A1C68-822B-4BAE-A821-645FD131C042}" presName="descendantText" presStyleLbl="alignAcc1" presStyleIdx="2" presStyleCnt="3">
        <dgm:presLayoutVars>
          <dgm:bulletEnabled val="1"/>
        </dgm:presLayoutVars>
      </dgm:prSet>
      <dgm:spPr/>
    </dgm:pt>
  </dgm:ptLst>
  <dgm:cxnLst>
    <dgm:cxn modelId="{12864D28-0908-4A01-8ED0-EEEB27D26B3C}" type="presOf" srcId="{63F92AE0-9768-4BE5-9446-1A9EF2D8B681}" destId="{2839C822-025F-406B-B170-14FF2E657491}" srcOrd="0" destOrd="0" presId="urn:microsoft.com/office/officeart/2005/8/layout/chevron2"/>
    <dgm:cxn modelId="{67196929-0280-45F0-868E-667B46E63011}" srcId="{4B9253ED-8B11-4DEC-B578-1DCA13EDBB93}" destId="{945A1C68-822B-4BAE-A821-645FD131C042}" srcOrd="2" destOrd="0" parTransId="{84F9465E-1932-421D-9885-2CD04617D5CB}" sibTransId="{39479A42-6F83-42A3-88F3-40FC20013F1C}"/>
    <dgm:cxn modelId="{C8E6E93C-D35A-428C-B51B-F7BEE8BDF131}" srcId="{63F92AE0-9768-4BE5-9446-1A9EF2D8B681}" destId="{255F8BA3-0BCA-40CB-92D5-311C233A2052}" srcOrd="0" destOrd="0" parTransId="{DDD36D24-90B9-479F-899E-974455775283}" sibTransId="{1D1F77D0-A045-4620-9C8A-5E909AF1FB1E}"/>
    <dgm:cxn modelId="{6B55393F-6012-4AFF-8326-E85706317AD0}" type="presOf" srcId="{945A1C68-822B-4BAE-A821-645FD131C042}" destId="{882E712A-B798-418E-9E2D-7F63DE937DCA}" srcOrd="0" destOrd="0" presId="urn:microsoft.com/office/officeart/2005/8/layout/chevron2"/>
    <dgm:cxn modelId="{EE94C364-864B-4B54-A5B0-AC2B7F293399}" type="presOf" srcId="{255F8BA3-0BCA-40CB-92D5-311C233A2052}" destId="{EB64B09D-8282-42C8-B0C6-35B1F12D7A51}" srcOrd="0" destOrd="0" presId="urn:microsoft.com/office/officeart/2005/8/layout/chevron2"/>
    <dgm:cxn modelId="{71009F69-1CEF-4A1F-931F-DFDFB103CCCE}" srcId="{4B9253ED-8B11-4DEC-B578-1DCA13EDBB93}" destId="{96FBCFE3-7CDA-4713-B001-B431B8EF4DA2}" srcOrd="0" destOrd="0" parTransId="{4D84F1C8-58EE-400B-84C3-9C07107F670E}" sibTransId="{F7488D76-DFC7-46A9-8755-2798324E6A69}"/>
    <dgm:cxn modelId="{36CDDE76-4D4D-493C-B69A-3DA75FB45B18}" type="presOf" srcId="{FCA02EEC-F3BA-4F93-AFF8-4BB468DED43D}" destId="{EB43CCF2-8339-47C3-9B14-EB99E4A5C083}" srcOrd="0" destOrd="0" presId="urn:microsoft.com/office/officeart/2005/8/layout/chevron2"/>
    <dgm:cxn modelId="{7F525459-29D5-421A-BDCD-4B77D4973549}" type="presOf" srcId="{4B9253ED-8B11-4DEC-B578-1DCA13EDBB93}" destId="{D2FF3C0C-A57D-4BE7-9126-73C9388D352C}" srcOrd="0" destOrd="0" presId="urn:microsoft.com/office/officeart/2005/8/layout/chevron2"/>
    <dgm:cxn modelId="{A27A4792-5D6D-4AEC-8E34-24C6F7D0E787}" srcId="{96FBCFE3-7CDA-4713-B001-B431B8EF4DA2}" destId="{FCA02EEC-F3BA-4F93-AFF8-4BB468DED43D}" srcOrd="0" destOrd="0" parTransId="{4EA3FA86-F8A8-4A13-9616-7742E0FB6D4D}" sibTransId="{7875E654-22EE-4962-9C20-F410C35D28F3}"/>
    <dgm:cxn modelId="{C179C3A7-8C87-4C40-98D4-84F2DE9ABF60}" type="presOf" srcId="{0FF20F1D-FBDE-4152-81DE-6F789E789624}" destId="{B62CDBAB-E812-4EAA-B3FD-665951639172}" srcOrd="0" destOrd="0" presId="urn:microsoft.com/office/officeart/2005/8/layout/chevron2"/>
    <dgm:cxn modelId="{59B17FB1-4FDF-4626-BECC-9AED2251E6EB}" type="presOf" srcId="{96FBCFE3-7CDA-4713-B001-B431B8EF4DA2}" destId="{7094588E-A870-48AB-8A0E-0AC5EB49A7E8}" srcOrd="0" destOrd="0" presId="urn:microsoft.com/office/officeart/2005/8/layout/chevron2"/>
    <dgm:cxn modelId="{58C21DC1-D8E0-43A8-B49E-A3E616B13E12}" srcId="{4B9253ED-8B11-4DEC-B578-1DCA13EDBB93}" destId="{63F92AE0-9768-4BE5-9446-1A9EF2D8B681}" srcOrd="1" destOrd="0" parTransId="{18396361-3703-42CE-8224-261243A51A0E}" sibTransId="{09257BC8-AAEB-402A-804A-3F9BDCA2040C}"/>
    <dgm:cxn modelId="{7769CCF0-FCD9-4460-BB2B-77E4335BF494}" srcId="{945A1C68-822B-4BAE-A821-645FD131C042}" destId="{0FF20F1D-FBDE-4152-81DE-6F789E789624}" srcOrd="0" destOrd="0" parTransId="{7780008A-992E-4F99-87C4-D8762AAE0DD9}" sibTransId="{C4FDD422-D68F-49F4-8017-5C3206FA0810}"/>
    <dgm:cxn modelId="{D5E63451-9641-4624-AA81-BBFB341FFB7D}" type="presParOf" srcId="{D2FF3C0C-A57D-4BE7-9126-73C9388D352C}" destId="{106A16F7-A6FD-4358-A12D-77831ABFB16E}" srcOrd="0" destOrd="0" presId="urn:microsoft.com/office/officeart/2005/8/layout/chevron2"/>
    <dgm:cxn modelId="{382A9F81-0046-45F1-8C45-E49F6516E027}" type="presParOf" srcId="{106A16F7-A6FD-4358-A12D-77831ABFB16E}" destId="{7094588E-A870-48AB-8A0E-0AC5EB49A7E8}" srcOrd="0" destOrd="0" presId="urn:microsoft.com/office/officeart/2005/8/layout/chevron2"/>
    <dgm:cxn modelId="{5E2F3B7E-DFB7-430B-AAAB-F7A293BDF9CD}" type="presParOf" srcId="{106A16F7-A6FD-4358-A12D-77831ABFB16E}" destId="{EB43CCF2-8339-47C3-9B14-EB99E4A5C083}" srcOrd="1" destOrd="0" presId="urn:microsoft.com/office/officeart/2005/8/layout/chevron2"/>
    <dgm:cxn modelId="{9B92A894-1FEB-45A3-8A1E-22001E88EDA7}" type="presParOf" srcId="{D2FF3C0C-A57D-4BE7-9126-73C9388D352C}" destId="{B859EAB0-ACE0-4AC8-A34C-B49944952C71}" srcOrd="1" destOrd="0" presId="urn:microsoft.com/office/officeart/2005/8/layout/chevron2"/>
    <dgm:cxn modelId="{A17EA4EB-3FA1-4F46-A8F9-B606D33D3322}" type="presParOf" srcId="{D2FF3C0C-A57D-4BE7-9126-73C9388D352C}" destId="{B46CA136-7EDD-4964-98B6-DF2BE0CAE5EB}" srcOrd="2" destOrd="0" presId="urn:microsoft.com/office/officeart/2005/8/layout/chevron2"/>
    <dgm:cxn modelId="{2B4B0A75-4FF4-4B3B-B3D9-B3E7AA6C7D8E}" type="presParOf" srcId="{B46CA136-7EDD-4964-98B6-DF2BE0CAE5EB}" destId="{2839C822-025F-406B-B170-14FF2E657491}" srcOrd="0" destOrd="0" presId="urn:microsoft.com/office/officeart/2005/8/layout/chevron2"/>
    <dgm:cxn modelId="{7DE96F0D-4C41-45F1-8D46-1A0C1BFEF432}" type="presParOf" srcId="{B46CA136-7EDD-4964-98B6-DF2BE0CAE5EB}" destId="{EB64B09D-8282-42C8-B0C6-35B1F12D7A51}" srcOrd="1" destOrd="0" presId="urn:microsoft.com/office/officeart/2005/8/layout/chevron2"/>
    <dgm:cxn modelId="{6F80286D-F4D7-4023-873C-9F2CA8DEDF8B}" type="presParOf" srcId="{D2FF3C0C-A57D-4BE7-9126-73C9388D352C}" destId="{83714818-A145-4BA6-A750-CC68294E6095}" srcOrd="3" destOrd="0" presId="urn:microsoft.com/office/officeart/2005/8/layout/chevron2"/>
    <dgm:cxn modelId="{4D38F458-F9BB-47BD-AE39-BFA8243E170C}" type="presParOf" srcId="{D2FF3C0C-A57D-4BE7-9126-73C9388D352C}" destId="{692E3041-7FA1-4A7E-B1A6-E458CB0D24E6}" srcOrd="4" destOrd="0" presId="urn:microsoft.com/office/officeart/2005/8/layout/chevron2"/>
    <dgm:cxn modelId="{A2F7C94B-BED5-4E87-827B-4CADC9049B66}" type="presParOf" srcId="{692E3041-7FA1-4A7E-B1A6-E458CB0D24E6}" destId="{882E712A-B798-418E-9E2D-7F63DE937DCA}" srcOrd="0" destOrd="0" presId="urn:microsoft.com/office/officeart/2005/8/layout/chevron2"/>
    <dgm:cxn modelId="{407A6D54-E817-4C80-847F-2D58AF2AFC2C}" type="presParOf" srcId="{692E3041-7FA1-4A7E-B1A6-E458CB0D24E6}" destId="{B62CDBAB-E812-4EAA-B3FD-665951639172}"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B9253ED-8B11-4DEC-B578-1DCA13EDBB93}" type="doc">
      <dgm:prSet loTypeId="urn:microsoft.com/office/officeart/2005/8/layout/chevron2" loCatId="list" qsTypeId="urn:microsoft.com/office/officeart/2005/8/quickstyle/simple5#6" qsCatId="simple" csTypeId="urn:microsoft.com/office/officeart/2005/8/colors/colorful5#1" csCatId="colorful" phldr="1"/>
      <dgm:spPr/>
      <dgm:t>
        <a:bodyPr/>
        <a:lstStyle/>
        <a:p>
          <a:endParaRPr lang="en-PK"/>
        </a:p>
      </dgm:t>
    </dgm:pt>
    <dgm:pt modelId="{96FBCFE3-7CDA-4713-B001-B431B8EF4DA2}">
      <dgm:prSet phldrT="[Text]" phldr="0"/>
      <dgm:spPr/>
      <dgm:t>
        <a:bodyPr/>
        <a:lstStyle/>
        <a:p>
          <a:r>
            <a:rPr lang="en-GB" dirty="0">
              <a:latin typeface="Centary school"/>
            </a:rPr>
            <a:t>Week 7</a:t>
          </a:r>
          <a:endParaRPr lang="en-PK" dirty="0">
            <a:latin typeface="Centary school"/>
          </a:endParaRPr>
        </a:p>
      </dgm:t>
    </dgm:pt>
    <dgm:pt modelId="{4D84F1C8-58EE-400B-84C3-9C07107F670E}" type="parTrans" cxnId="{71009F69-1CEF-4A1F-931F-DFDFB103CCCE}">
      <dgm:prSet/>
      <dgm:spPr/>
      <dgm:t>
        <a:bodyPr/>
        <a:lstStyle/>
        <a:p>
          <a:endParaRPr lang="en-PK">
            <a:latin typeface="Centary school"/>
          </a:endParaRPr>
        </a:p>
      </dgm:t>
    </dgm:pt>
    <dgm:pt modelId="{F7488D76-DFC7-46A9-8755-2798324E6A69}" type="sibTrans" cxnId="{71009F69-1CEF-4A1F-931F-DFDFB103CCCE}">
      <dgm:prSet/>
      <dgm:spPr/>
      <dgm:t>
        <a:bodyPr/>
        <a:lstStyle/>
        <a:p>
          <a:endParaRPr lang="en-PK">
            <a:latin typeface="Centary school"/>
          </a:endParaRPr>
        </a:p>
      </dgm:t>
    </dgm:pt>
    <dgm:pt modelId="{FCA02EEC-F3BA-4F93-AFF8-4BB468DED43D}">
      <dgm:prSet phldrT="[Text]" custT="1"/>
      <dgm:spPr/>
      <dgm:t>
        <a:bodyPr/>
        <a:lstStyle/>
        <a:p>
          <a:pPr>
            <a:buNone/>
          </a:pPr>
          <a:r>
            <a:rPr lang="en-PK" sz="2300" dirty="0">
              <a:latin typeface="Centary school"/>
            </a:rPr>
            <a:t>Fire/Smoke Detection &amp; Scene Analysis</a:t>
          </a:r>
        </a:p>
      </dgm:t>
    </dgm:pt>
    <dgm:pt modelId="{4EA3FA86-F8A8-4A13-9616-7742E0FB6D4D}" type="parTrans" cxnId="{A27A4792-5D6D-4AEC-8E34-24C6F7D0E787}">
      <dgm:prSet/>
      <dgm:spPr/>
      <dgm:t>
        <a:bodyPr/>
        <a:lstStyle/>
        <a:p>
          <a:endParaRPr lang="en-PK">
            <a:latin typeface="Centary school"/>
          </a:endParaRPr>
        </a:p>
      </dgm:t>
    </dgm:pt>
    <dgm:pt modelId="{7875E654-22EE-4962-9C20-F410C35D28F3}" type="sibTrans" cxnId="{A27A4792-5D6D-4AEC-8E34-24C6F7D0E787}">
      <dgm:prSet/>
      <dgm:spPr/>
      <dgm:t>
        <a:bodyPr/>
        <a:lstStyle/>
        <a:p>
          <a:endParaRPr lang="en-PK">
            <a:latin typeface="Centary school"/>
          </a:endParaRPr>
        </a:p>
      </dgm:t>
    </dgm:pt>
    <dgm:pt modelId="{D011FD7F-0F86-4507-B9DF-7D3C5AEFC3D9}">
      <dgm:prSet phldrT="[Text]"/>
      <dgm:spPr/>
      <dgm:t>
        <a:bodyPr/>
        <a:lstStyle/>
        <a:p>
          <a:pPr>
            <a:buNone/>
          </a:pPr>
          <a:r>
            <a:rPr lang="en-GB" dirty="0">
              <a:latin typeface="Centary school"/>
            </a:rPr>
            <a:t>Week 8</a:t>
          </a:r>
          <a:endParaRPr lang="en-PK" dirty="0">
            <a:latin typeface="Centary school"/>
          </a:endParaRPr>
        </a:p>
      </dgm:t>
    </dgm:pt>
    <dgm:pt modelId="{D7EF9FBD-94E3-457D-A1A0-05346A1583D0}" type="parTrans" cxnId="{DCE2D7E9-54E2-4E24-80D9-50F9C3649CBE}">
      <dgm:prSet/>
      <dgm:spPr/>
      <dgm:t>
        <a:bodyPr/>
        <a:lstStyle/>
        <a:p>
          <a:endParaRPr lang="en-PK">
            <a:latin typeface="Centary school"/>
          </a:endParaRPr>
        </a:p>
      </dgm:t>
    </dgm:pt>
    <dgm:pt modelId="{BF1CEBDD-CE13-4E4C-897D-4B4CD76DEF53}" type="sibTrans" cxnId="{DCE2D7E9-54E2-4E24-80D9-50F9C3649CBE}">
      <dgm:prSet/>
      <dgm:spPr/>
      <dgm:t>
        <a:bodyPr/>
        <a:lstStyle/>
        <a:p>
          <a:endParaRPr lang="en-PK">
            <a:latin typeface="Centary school"/>
          </a:endParaRPr>
        </a:p>
      </dgm:t>
    </dgm:pt>
    <dgm:pt modelId="{1DCDB906-1AA8-4CDC-BC90-A5590B99E2DF}">
      <dgm:prSet phldrT="[Text]" custT="1"/>
      <dgm:spPr/>
      <dgm:t>
        <a:bodyPr/>
        <a:lstStyle/>
        <a:p>
          <a:pPr>
            <a:buNone/>
          </a:pPr>
          <a:r>
            <a:rPr lang="en-GB" sz="2300" dirty="0">
              <a:latin typeface="Centary school"/>
            </a:rPr>
            <a:t>Mid Term Exam</a:t>
          </a:r>
          <a:endParaRPr lang="en-PK" sz="2300" dirty="0">
            <a:latin typeface="Centary school"/>
          </a:endParaRPr>
        </a:p>
      </dgm:t>
    </dgm:pt>
    <dgm:pt modelId="{9B1F0ADB-33EE-4DFD-8CD7-7BC1D1E68678}" type="parTrans" cxnId="{F212E0A8-BA98-4F33-92B7-26F99A706B6F}">
      <dgm:prSet/>
      <dgm:spPr/>
      <dgm:t>
        <a:bodyPr/>
        <a:lstStyle/>
        <a:p>
          <a:endParaRPr lang="en-PK">
            <a:latin typeface="Centary school"/>
          </a:endParaRPr>
        </a:p>
      </dgm:t>
    </dgm:pt>
    <dgm:pt modelId="{302226A6-AD27-4CBD-92BE-170B38C859B5}" type="sibTrans" cxnId="{F212E0A8-BA98-4F33-92B7-26F99A706B6F}">
      <dgm:prSet/>
      <dgm:spPr/>
      <dgm:t>
        <a:bodyPr/>
        <a:lstStyle/>
        <a:p>
          <a:endParaRPr lang="en-PK">
            <a:latin typeface="Centary school"/>
          </a:endParaRPr>
        </a:p>
      </dgm:t>
    </dgm:pt>
    <dgm:pt modelId="{D2FF3C0C-A57D-4BE7-9126-73C9388D352C}" type="pres">
      <dgm:prSet presAssocID="{4B9253ED-8B11-4DEC-B578-1DCA13EDBB93}" presName="linearFlow" presStyleCnt="0">
        <dgm:presLayoutVars>
          <dgm:dir/>
          <dgm:animLvl val="lvl"/>
          <dgm:resizeHandles val="exact"/>
        </dgm:presLayoutVars>
      </dgm:prSet>
      <dgm:spPr/>
    </dgm:pt>
    <dgm:pt modelId="{106A16F7-A6FD-4358-A12D-77831ABFB16E}" type="pres">
      <dgm:prSet presAssocID="{96FBCFE3-7CDA-4713-B001-B431B8EF4DA2}" presName="composite" presStyleCnt="0"/>
      <dgm:spPr/>
    </dgm:pt>
    <dgm:pt modelId="{7094588E-A870-48AB-8A0E-0AC5EB49A7E8}" type="pres">
      <dgm:prSet presAssocID="{96FBCFE3-7CDA-4713-B001-B431B8EF4DA2}" presName="parentText" presStyleLbl="alignNode1" presStyleIdx="0" presStyleCnt="2">
        <dgm:presLayoutVars>
          <dgm:chMax val="1"/>
          <dgm:bulletEnabled val="1"/>
        </dgm:presLayoutVars>
      </dgm:prSet>
      <dgm:spPr/>
    </dgm:pt>
    <dgm:pt modelId="{EB43CCF2-8339-47C3-9B14-EB99E4A5C083}" type="pres">
      <dgm:prSet presAssocID="{96FBCFE3-7CDA-4713-B001-B431B8EF4DA2}" presName="descendantText" presStyleLbl="alignAcc1" presStyleIdx="0" presStyleCnt="2">
        <dgm:presLayoutVars>
          <dgm:bulletEnabled val="1"/>
        </dgm:presLayoutVars>
      </dgm:prSet>
      <dgm:spPr/>
    </dgm:pt>
    <dgm:pt modelId="{A229CA9F-A52A-42E9-8254-E19E03117860}" type="pres">
      <dgm:prSet presAssocID="{F7488D76-DFC7-46A9-8755-2798324E6A69}" presName="sp" presStyleCnt="0"/>
      <dgm:spPr/>
    </dgm:pt>
    <dgm:pt modelId="{7E0E6B6C-2393-406F-920B-0BE1003E958B}" type="pres">
      <dgm:prSet presAssocID="{D011FD7F-0F86-4507-B9DF-7D3C5AEFC3D9}" presName="composite" presStyleCnt="0"/>
      <dgm:spPr/>
    </dgm:pt>
    <dgm:pt modelId="{7C9FE11D-C9C1-4687-AAF4-5506D4DA60E1}" type="pres">
      <dgm:prSet presAssocID="{D011FD7F-0F86-4507-B9DF-7D3C5AEFC3D9}" presName="parentText" presStyleLbl="alignNode1" presStyleIdx="1" presStyleCnt="2">
        <dgm:presLayoutVars>
          <dgm:chMax val="1"/>
          <dgm:bulletEnabled val="1"/>
        </dgm:presLayoutVars>
      </dgm:prSet>
      <dgm:spPr/>
    </dgm:pt>
    <dgm:pt modelId="{CD7DEFF2-8302-4D74-AA0D-F289CF36384B}" type="pres">
      <dgm:prSet presAssocID="{D011FD7F-0F86-4507-B9DF-7D3C5AEFC3D9}" presName="descendantText" presStyleLbl="alignAcc1" presStyleIdx="1" presStyleCnt="2">
        <dgm:presLayoutVars>
          <dgm:bulletEnabled val="1"/>
        </dgm:presLayoutVars>
      </dgm:prSet>
      <dgm:spPr/>
    </dgm:pt>
  </dgm:ptLst>
  <dgm:cxnLst>
    <dgm:cxn modelId="{5CF0B21A-C16F-4E89-B0BA-2C4B2F1E777F}" type="presOf" srcId="{FCA02EEC-F3BA-4F93-AFF8-4BB468DED43D}" destId="{EB43CCF2-8339-47C3-9B14-EB99E4A5C083}" srcOrd="0" destOrd="0" presId="urn:microsoft.com/office/officeart/2005/8/layout/chevron2"/>
    <dgm:cxn modelId="{71009F69-1CEF-4A1F-931F-DFDFB103CCCE}" srcId="{4B9253ED-8B11-4DEC-B578-1DCA13EDBB93}" destId="{96FBCFE3-7CDA-4713-B001-B431B8EF4DA2}" srcOrd="0" destOrd="0" parTransId="{4D84F1C8-58EE-400B-84C3-9C07107F670E}" sibTransId="{F7488D76-DFC7-46A9-8755-2798324E6A69}"/>
    <dgm:cxn modelId="{03F64974-4442-473B-AB1D-11E36F4700A8}" type="presOf" srcId="{D011FD7F-0F86-4507-B9DF-7D3C5AEFC3D9}" destId="{7C9FE11D-C9C1-4687-AAF4-5506D4DA60E1}" srcOrd="0" destOrd="0" presId="urn:microsoft.com/office/officeart/2005/8/layout/chevron2"/>
    <dgm:cxn modelId="{7F525459-29D5-421A-BDCD-4B77D4973549}" type="presOf" srcId="{4B9253ED-8B11-4DEC-B578-1DCA13EDBB93}" destId="{D2FF3C0C-A57D-4BE7-9126-73C9388D352C}" srcOrd="0" destOrd="0" presId="urn:microsoft.com/office/officeart/2005/8/layout/chevron2"/>
    <dgm:cxn modelId="{A27A4792-5D6D-4AEC-8E34-24C6F7D0E787}" srcId="{96FBCFE3-7CDA-4713-B001-B431B8EF4DA2}" destId="{FCA02EEC-F3BA-4F93-AFF8-4BB468DED43D}" srcOrd="0" destOrd="0" parTransId="{4EA3FA86-F8A8-4A13-9616-7742E0FB6D4D}" sibTransId="{7875E654-22EE-4962-9C20-F410C35D28F3}"/>
    <dgm:cxn modelId="{F212E0A8-BA98-4F33-92B7-26F99A706B6F}" srcId="{D011FD7F-0F86-4507-B9DF-7D3C5AEFC3D9}" destId="{1DCDB906-1AA8-4CDC-BC90-A5590B99E2DF}" srcOrd="0" destOrd="0" parTransId="{9B1F0ADB-33EE-4DFD-8CD7-7BC1D1E68678}" sibTransId="{302226A6-AD27-4CBD-92BE-170B38C859B5}"/>
    <dgm:cxn modelId="{914B66D7-D607-46C4-9B46-FCD27D25F56C}" type="presOf" srcId="{96FBCFE3-7CDA-4713-B001-B431B8EF4DA2}" destId="{7094588E-A870-48AB-8A0E-0AC5EB49A7E8}" srcOrd="0" destOrd="0" presId="urn:microsoft.com/office/officeart/2005/8/layout/chevron2"/>
    <dgm:cxn modelId="{DCE2D7E9-54E2-4E24-80D9-50F9C3649CBE}" srcId="{4B9253ED-8B11-4DEC-B578-1DCA13EDBB93}" destId="{D011FD7F-0F86-4507-B9DF-7D3C5AEFC3D9}" srcOrd="1" destOrd="0" parTransId="{D7EF9FBD-94E3-457D-A1A0-05346A1583D0}" sibTransId="{BF1CEBDD-CE13-4E4C-897D-4B4CD76DEF53}"/>
    <dgm:cxn modelId="{821175F9-253C-4470-B0B0-1E8881B2012C}" type="presOf" srcId="{1DCDB906-1AA8-4CDC-BC90-A5590B99E2DF}" destId="{CD7DEFF2-8302-4D74-AA0D-F289CF36384B}" srcOrd="0" destOrd="0" presId="urn:microsoft.com/office/officeart/2005/8/layout/chevron2"/>
    <dgm:cxn modelId="{A826A400-B262-4D06-AB60-7794AC4AE949}" type="presParOf" srcId="{D2FF3C0C-A57D-4BE7-9126-73C9388D352C}" destId="{106A16F7-A6FD-4358-A12D-77831ABFB16E}" srcOrd="0" destOrd="0" presId="urn:microsoft.com/office/officeart/2005/8/layout/chevron2"/>
    <dgm:cxn modelId="{3775147E-B5D8-4A4C-A8EB-C02A93B53148}" type="presParOf" srcId="{106A16F7-A6FD-4358-A12D-77831ABFB16E}" destId="{7094588E-A870-48AB-8A0E-0AC5EB49A7E8}" srcOrd="0" destOrd="0" presId="urn:microsoft.com/office/officeart/2005/8/layout/chevron2"/>
    <dgm:cxn modelId="{919B2AF5-4542-4445-B629-97E9211FDB09}" type="presParOf" srcId="{106A16F7-A6FD-4358-A12D-77831ABFB16E}" destId="{EB43CCF2-8339-47C3-9B14-EB99E4A5C083}" srcOrd="1" destOrd="0" presId="urn:microsoft.com/office/officeart/2005/8/layout/chevron2"/>
    <dgm:cxn modelId="{E2EB0E9E-37CE-4AFC-97E4-0EBB4D5243DF}" type="presParOf" srcId="{D2FF3C0C-A57D-4BE7-9126-73C9388D352C}" destId="{A229CA9F-A52A-42E9-8254-E19E03117860}" srcOrd="1" destOrd="0" presId="urn:microsoft.com/office/officeart/2005/8/layout/chevron2"/>
    <dgm:cxn modelId="{CF80AE82-A00B-43D1-9B58-784FA9461CA0}" type="presParOf" srcId="{D2FF3C0C-A57D-4BE7-9126-73C9388D352C}" destId="{7E0E6B6C-2393-406F-920B-0BE1003E958B}" srcOrd="2" destOrd="0" presId="urn:microsoft.com/office/officeart/2005/8/layout/chevron2"/>
    <dgm:cxn modelId="{8A3DA5B2-E376-464E-9C6B-B3C21E845AC9}" type="presParOf" srcId="{7E0E6B6C-2393-406F-920B-0BE1003E958B}" destId="{7C9FE11D-C9C1-4687-AAF4-5506D4DA60E1}" srcOrd="0" destOrd="0" presId="urn:microsoft.com/office/officeart/2005/8/layout/chevron2"/>
    <dgm:cxn modelId="{15FF5F31-8638-4760-8C60-12D8C65A3AEF}" type="presParOf" srcId="{7E0E6B6C-2393-406F-920B-0BE1003E958B}" destId="{CD7DEFF2-8302-4D74-AA0D-F289CF36384B}" srcOrd="1" destOrd="0" presId="urn:microsoft.com/office/officeart/2005/8/layout/chevron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B9253ED-8B11-4DEC-B578-1DCA13EDBB93}" type="doc">
      <dgm:prSet loTypeId="urn:microsoft.com/office/officeart/2005/8/layout/chevron2" loCatId="list" qsTypeId="urn:microsoft.com/office/officeart/2005/8/quickstyle/simple5#7" qsCatId="simple" csTypeId="urn:microsoft.com/office/officeart/2005/8/colors/colorful3#6" csCatId="colorful" phldr="1"/>
      <dgm:spPr/>
      <dgm:t>
        <a:bodyPr/>
        <a:lstStyle/>
        <a:p>
          <a:endParaRPr lang="en-PK"/>
        </a:p>
      </dgm:t>
    </dgm:pt>
    <dgm:pt modelId="{96FBCFE3-7CDA-4713-B001-B431B8EF4DA2}">
      <dgm:prSet phldrT="[Text]" phldr="0"/>
      <dgm:spPr/>
      <dgm:t>
        <a:bodyPr/>
        <a:lstStyle/>
        <a:p>
          <a:r>
            <a:rPr lang="en-GB" dirty="0">
              <a:latin typeface="Centary school"/>
            </a:rPr>
            <a:t>Week 9</a:t>
          </a:r>
          <a:endParaRPr lang="en-PK" dirty="0">
            <a:latin typeface="Centary school"/>
          </a:endParaRPr>
        </a:p>
      </dgm:t>
    </dgm:pt>
    <dgm:pt modelId="{4D84F1C8-58EE-400B-84C3-9C07107F670E}" type="parTrans" cxnId="{71009F69-1CEF-4A1F-931F-DFDFB103CCCE}">
      <dgm:prSet/>
      <dgm:spPr/>
      <dgm:t>
        <a:bodyPr/>
        <a:lstStyle/>
        <a:p>
          <a:endParaRPr lang="en-PK">
            <a:latin typeface="Centary school"/>
          </a:endParaRPr>
        </a:p>
      </dgm:t>
    </dgm:pt>
    <dgm:pt modelId="{F7488D76-DFC7-46A9-8755-2798324E6A69}" type="sibTrans" cxnId="{71009F69-1CEF-4A1F-931F-DFDFB103CCCE}">
      <dgm:prSet/>
      <dgm:spPr/>
      <dgm:t>
        <a:bodyPr/>
        <a:lstStyle/>
        <a:p>
          <a:endParaRPr lang="en-PK">
            <a:latin typeface="Centary school"/>
          </a:endParaRPr>
        </a:p>
      </dgm:t>
    </dgm:pt>
    <dgm:pt modelId="{FCA02EEC-F3BA-4F93-AFF8-4BB468DED43D}">
      <dgm:prSet phldrT="[Text]"/>
      <dgm:spPr/>
      <dgm:t>
        <a:bodyPr/>
        <a:lstStyle/>
        <a:p>
          <a:pPr>
            <a:buNone/>
          </a:pPr>
          <a:r>
            <a:rPr lang="en-PK" dirty="0">
              <a:latin typeface="Centary school"/>
            </a:rPr>
            <a:t>Agent-Based Intelligent Fire Monitoring</a:t>
          </a:r>
        </a:p>
      </dgm:t>
    </dgm:pt>
    <dgm:pt modelId="{4EA3FA86-F8A8-4A13-9616-7742E0FB6D4D}" type="parTrans" cxnId="{A27A4792-5D6D-4AEC-8E34-24C6F7D0E787}">
      <dgm:prSet/>
      <dgm:spPr/>
      <dgm:t>
        <a:bodyPr/>
        <a:lstStyle/>
        <a:p>
          <a:endParaRPr lang="en-PK">
            <a:latin typeface="Centary school"/>
          </a:endParaRPr>
        </a:p>
      </dgm:t>
    </dgm:pt>
    <dgm:pt modelId="{7875E654-22EE-4962-9C20-F410C35D28F3}" type="sibTrans" cxnId="{A27A4792-5D6D-4AEC-8E34-24C6F7D0E787}">
      <dgm:prSet/>
      <dgm:spPr/>
      <dgm:t>
        <a:bodyPr/>
        <a:lstStyle/>
        <a:p>
          <a:endParaRPr lang="en-PK">
            <a:latin typeface="Centary school"/>
          </a:endParaRPr>
        </a:p>
      </dgm:t>
    </dgm:pt>
    <dgm:pt modelId="{63F92AE0-9768-4BE5-9446-1A9EF2D8B681}">
      <dgm:prSet phldrT="[Text]" phldr="0"/>
      <dgm:spPr/>
      <dgm:t>
        <a:bodyPr/>
        <a:lstStyle/>
        <a:p>
          <a:r>
            <a:rPr lang="en-GB" dirty="0">
              <a:latin typeface="Centary school"/>
            </a:rPr>
            <a:t>Week 10</a:t>
          </a:r>
          <a:endParaRPr lang="en-PK" dirty="0">
            <a:latin typeface="Centary school"/>
          </a:endParaRPr>
        </a:p>
      </dgm:t>
    </dgm:pt>
    <dgm:pt modelId="{18396361-3703-42CE-8224-261243A51A0E}" type="parTrans" cxnId="{58C21DC1-D8E0-43A8-B49E-A3E616B13E12}">
      <dgm:prSet/>
      <dgm:spPr/>
      <dgm:t>
        <a:bodyPr/>
        <a:lstStyle/>
        <a:p>
          <a:endParaRPr lang="en-PK">
            <a:latin typeface="Centary school"/>
          </a:endParaRPr>
        </a:p>
      </dgm:t>
    </dgm:pt>
    <dgm:pt modelId="{09257BC8-AAEB-402A-804A-3F9BDCA2040C}" type="sibTrans" cxnId="{58C21DC1-D8E0-43A8-B49E-A3E616B13E12}">
      <dgm:prSet/>
      <dgm:spPr/>
      <dgm:t>
        <a:bodyPr/>
        <a:lstStyle/>
        <a:p>
          <a:endParaRPr lang="en-PK">
            <a:latin typeface="Centary school"/>
          </a:endParaRPr>
        </a:p>
      </dgm:t>
    </dgm:pt>
    <dgm:pt modelId="{255F8BA3-0BCA-40CB-92D5-311C233A2052}">
      <dgm:prSet phldrT="[Text]"/>
      <dgm:spPr/>
      <dgm:t>
        <a:bodyPr/>
        <a:lstStyle/>
        <a:p>
          <a:pPr>
            <a:buNone/>
          </a:pPr>
          <a:r>
            <a:rPr lang="en-PK" dirty="0">
              <a:latin typeface="Centary school"/>
            </a:rPr>
            <a:t>Vision-Language Alignment &amp;</a:t>
          </a:r>
          <a:r>
            <a:rPr lang="en-US" dirty="0">
              <a:latin typeface="Centary school"/>
            </a:rPr>
            <a:t> </a:t>
          </a:r>
          <a:r>
            <a:rPr lang="en-PK" dirty="0">
              <a:latin typeface="Centary school"/>
            </a:rPr>
            <a:t>Open</a:t>
          </a:r>
          <a:r>
            <a:rPr lang="en-US" dirty="0">
              <a:latin typeface="Centary school"/>
            </a:rPr>
            <a:t> </a:t>
          </a:r>
          <a:r>
            <a:rPr lang="en-PK" dirty="0">
              <a:latin typeface="Centary school"/>
            </a:rPr>
            <a:t>Vocabulary Object Detection</a:t>
          </a:r>
        </a:p>
      </dgm:t>
    </dgm:pt>
    <dgm:pt modelId="{DDD36D24-90B9-479F-899E-974455775283}" type="parTrans" cxnId="{C8E6E93C-D35A-428C-B51B-F7BEE8BDF131}">
      <dgm:prSet/>
      <dgm:spPr/>
      <dgm:t>
        <a:bodyPr/>
        <a:lstStyle/>
        <a:p>
          <a:endParaRPr lang="en-PK">
            <a:latin typeface="Centary school"/>
          </a:endParaRPr>
        </a:p>
      </dgm:t>
    </dgm:pt>
    <dgm:pt modelId="{1D1F77D0-A045-4620-9C8A-5E909AF1FB1E}" type="sibTrans" cxnId="{C8E6E93C-D35A-428C-B51B-F7BEE8BDF131}">
      <dgm:prSet/>
      <dgm:spPr/>
      <dgm:t>
        <a:bodyPr/>
        <a:lstStyle/>
        <a:p>
          <a:endParaRPr lang="en-PK">
            <a:latin typeface="Centary school"/>
          </a:endParaRPr>
        </a:p>
      </dgm:t>
    </dgm:pt>
    <dgm:pt modelId="{0FF20F1D-FBDE-4152-81DE-6F789E789624}">
      <dgm:prSet phldrT="[Text]"/>
      <dgm:spPr/>
      <dgm:t>
        <a:bodyPr/>
        <a:lstStyle/>
        <a:p>
          <a:pPr>
            <a:buNone/>
          </a:pPr>
          <a:r>
            <a:rPr lang="en-PK" dirty="0">
              <a:latin typeface="Centary school"/>
            </a:rPr>
            <a:t>Audio &amp; Speech</a:t>
          </a:r>
        </a:p>
      </dgm:t>
    </dgm:pt>
    <dgm:pt modelId="{7780008A-992E-4F99-87C4-D8762AAE0DD9}" type="parTrans" cxnId="{7769CCF0-FCD9-4460-BB2B-77E4335BF494}">
      <dgm:prSet/>
      <dgm:spPr/>
      <dgm:t>
        <a:bodyPr/>
        <a:lstStyle/>
        <a:p>
          <a:endParaRPr lang="en-PK">
            <a:latin typeface="Centary school"/>
          </a:endParaRPr>
        </a:p>
      </dgm:t>
    </dgm:pt>
    <dgm:pt modelId="{C4FDD422-D68F-49F4-8017-5C3206FA0810}" type="sibTrans" cxnId="{7769CCF0-FCD9-4460-BB2B-77E4335BF494}">
      <dgm:prSet/>
      <dgm:spPr/>
      <dgm:t>
        <a:bodyPr/>
        <a:lstStyle/>
        <a:p>
          <a:endParaRPr lang="en-PK">
            <a:latin typeface="Centary school"/>
          </a:endParaRPr>
        </a:p>
      </dgm:t>
    </dgm:pt>
    <dgm:pt modelId="{945A1C68-822B-4BAE-A821-645FD131C042}">
      <dgm:prSet phldrT="[Text]" phldr="0"/>
      <dgm:spPr/>
      <dgm:t>
        <a:bodyPr/>
        <a:lstStyle/>
        <a:p>
          <a:r>
            <a:rPr lang="en-GB" dirty="0">
              <a:latin typeface="Centary school"/>
            </a:rPr>
            <a:t>Week 11</a:t>
          </a:r>
          <a:endParaRPr lang="en-PK" dirty="0">
            <a:latin typeface="Centary school"/>
          </a:endParaRPr>
        </a:p>
      </dgm:t>
    </dgm:pt>
    <dgm:pt modelId="{84F9465E-1932-421D-9885-2CD04617D5CB}" type="parTrans" cxnId="{67196929-0280-45F0-868E-667B46E63011}">
      <dgm:prSet/>
      <dgm:spPr/>
      <dgm:t>
        <a:bodyPr/>
        <a:lstStyle/>
        <a:p>
          <a:endParaRPr lang="en-PK">
            <a:latin typeface="Centary school"/>
          </a:endParaRPr>
        </a:p>
      </dgm:t>
    </dgm:pt>
    <dgm:pt modelId="{39479A42-6F83-42A3-88F3-40FC20013F1C}" type="sibTrans" cxnId="{67196929-0280-45F0-868E-667B46E63011}">
      <dgm:prSet/>
      <dgm:spPr/>
      <dgm:t>
        <a:bodyPr/>
        <a:lstStyle/>
        <a:p>
          <a:endParaRPr lang="en-PK">
            <a:latin typeface="Centary school"/>
          </a:endParaRPr>
        </a:p>
      </dgm:t>
    </dgm:pt>
    <dgm:pt modelId="{C7E73EFF-CF87-4273-9912-5A93217BE208}">
      <dgm:prSet phldrT="[Text]"/>
      <dgm:spPr/>
      <dgm:t>
        <a:bodyPr/>
        <a:lstStyle/>
        <a:p>
          <a:pPr>
            <a:buNone/>
          </a:pPr>
          <a:r>
            <a:rPr lang="en-GB">
              <a:latin typeface="Centary school"/>
            </a:rPr>
            <a:t>Week 12</a:t>
          </a:r>
          <a:endParaRPr lang="en-PK" dirty="0">
            <a:latin typeface="Centary school"/>
          </a:endParaRPr>
        </a:p>
      </dgm:t>
    </dgm:pt>
    <dgm:pt modelId="{C401ECB0-87B1-4A61-8897-4021F97F64F2}" type="parTrans" cxnId="{21043A37-4DAB-42FC-82C1-CE36760B1AC0}">
      <dgm:prSet/>
      <dgm:spPr/>
      <dgm:t>
        <a:bodyPr/>
        <a:lstStyle/>
        <a:p>
          <a:endParaRPr lang="en-PK">
            <a:latin typeface="Centary school"/>
          </a:endParaRPr>
        </a:p>
      </dgm:t>
    </dgm:pt>
    <dgm:pt modelId="{144E23E7-22DA-4EC6-BAD4-8A601D973723}" type="sibTrans" cxnId="{21043A37-4DAB-42FC-82C1-CE36760B1AC0}">
      <dgm:prSet/>
      <dgm:spPr/>
      <dgm:t>
        <a:bodyPr/>
        <a:lstStyle/>
        <a:p>
          <a:endParaRPr lang="en-PK">
            <a:latin typeface="Centary school"/>
          </a:endParaRPr>
        </a:p>
      </dgm:t>
    </dgm:pt>
    <dgm:pt modelId="{60C5E90F-A648-4518-9815-B9CF5AEAEBE5}">
      <dgm:prSet phldrT="[Text]"/>
      <dgm:spPr/>
      <dgm:t>
        <a:bodyPr/>
        <a:lstStyle/>
        <a:p>
          <a:pPr>
            <a:buNone/>
          </a:pPr>
          <a:r>
            <a:rPr lang="en-PK">
              <a:latin typeface="Centary school"/>
            </a:rPr>
            <a:t>Video Understanding</a:t>
          </a:r>
          <a:endParaRPr lang="en-PK" dirty="0">
            <a:latin typeface="Centary school"/>
          </a:endParaRPr>
        </a:p>
      </dgm:t>
    </dgm:pt>
    <dgm:pt modelId="{70FCC4AF-27BA-4D12-8882-DBB38B8FAB7D}" type="parTrans" cxnId="{066C8CF8-9120-4DA0-A782-6A4F36779373}">
      <dgm:prSet/>
      <dgm:spPr/>
      <dgm:t>
        <a:bodyPr/>
        <a:lstStyle/>
        <a:p>
          <a:endParaRPr lang="en-PK">
            <a:latin typeface="Centary school"/>
          </a:endParaRPr>
        </a:p>
      </dgm:t>
    </dgm:pt>
    <dgm:pt modelId="{8213A872-9537-44C9-BFAE-59C46185557B}" type="sibTrans" cxnId="{066C8CF8-9120-4DA0-A782-6A4F36779373}">
      <dgm:prSet/>
      <dgm:spPr/>
      <dgm:t>
        <a:bodyPr/>
        <a:lstStyle/>
        <a:p>
          <a:endParaRPr lang="en-PK">
            <a:latin typeface="Centary school"/>
          </a:endParaRPr>
        </a:p>
      </dgm:t>
    </dgm:pt>
    <dgm:pt modelId="{D2FF3C0C-A57D-4BE7-9126-73C9388D352C}" type="pres">
      <dgm:prSet presAssocID="{4B9253ED-8B11-4DEC-B578-1DCA13EDBB93}" presName="linearFlow" presStyleCnt="0">
        <dgm:presLayoutVars>
          <dgm:dir/>
          <dgm:animLvl val="lvl"/>
          <dgm:resizeHandles val="exact"/>
        </dgm:presLayoutVars>
      </dgm:prSet>
      <dgm:spPr/>
    </dgm:pt>
    <dgm:pt modelId="{106A16F7-A6FD-4358-A12D-77831ABFB16E}" type="pres">
      <dgm:prSet presAssocID="{96FBCFE3-7CDA-4713-B001-B431B8EF4DA2}" presName="composite" presStyleCnt="0"/>
      <dgm:spPr/>
    </dgm:pt>
    <dgm:pt modelId="{7094588E-A870-48AB-8A0E-0AC5EB49A7E8}" type="pres">
      <dgm:prSet presAssocID="{96FBCFE3-7CDA-4713-B001-B431B8EF4DA2}" presName="parentText" presStyleLbl="alignNode1" presStyleIdx="0" presStyleCnt="4">
        <dgm:presLayoutVars>
          <dgm:chMax val="1"/>
          <dgm:bulletEnabled val="1"/>
        </dgm:presLayoutVars>
      </dgm:prSet>
      <dgm:spPr/>
    </dgm:pt>
    <dgm:pt modelId="{EB43CCF2-8339-47C3-9B14-EB99E4A5C083}" type="pres">
      <dgm:prSet presAssocID="{96FBCFE3-7CDA-4713-B001-B431B8EF4DA2}" presName="descendantText" presStyleLbl="alignAcc1" presStyleIdx="0" presStyleCnt="4">
        <dgm:presLayoutVars>
          <dgm:bulletEnabled val="1"/>
        </dgm:presLayoutVars>
      </dgm:prSet>
      <dgm:spPr/>
    </dgm:pt>
    <dgm:pt modelId="{B859EAB0-ACE0-4AC8-A34C-B49944952C71}" type="pres">
      <dgm:prSet presAssocID="{F7488D76-DFC7-46A9-8755-2798324E6A69}" presName="sp" presStyleCnt="0"/>
      <dgm:spPr/>
    </dgm:pt>
    <dgm:pt modelId="{B46CA136-7EDD-4964-98B6-DF2BE0CAE5EB}" type="pres">
      <dgm:prSet presAssocID="{63F92AE0-9768-4BE5-9446-1A9EF2D8B681}" presName="composite" presStyleCnt="0"/>
      <dgm:spPr/>
    </dgm:pt>
    <dgm:pt modelId="{2839C822-025F-406B-B170-14FF2E657491}" type="pres">
      <dgm:prSet presAssocID="{63F92AE0-9768-4BE5-9446-1A9EF2D8B681}" presName="parentText" presStyleLbl="alignNode1" presStyleIdx="1" presStyleCnt="4">
        <dgm:presLayoutVars>
          <dgm:chMax val="1"/>
          <dgm:bulletEnabled val="1"/>
        </dgm:presLayoutVars>
      </dgm:prSet>
      <dgm:spPr/>
    </dgm:pt>
    <dgm:pt modelId="{EB64B09D-8282-42C8-B0C6-35B1F12D7A51}" type="pres">
      <dgm:prSet presAssocID="{63F92AE0-9768-4BE5-9446-1A9EF2D8B681}" presName="descendantText" presStyleLbl="alignAcc1" presStyleIdx="1" presStyleCnt="4">
        <dgm:presLayoutVars>
          <dgm:bulletEnabled val="1"/>
        </dgm:presLayoutVars>
      </dgm:prSet>
      <dgm:spPr/>
    </dgm:pt>
    <dgm:pt modelId="{83714818-A145-4BA6-A750-CC68294E6095}" type="pres">
      <dgm:prSet presAssocID="{09257BC8-AAEB-402A-804A-3F9BDCA2040C}" presName="sp" presStyleCnt="0"/>
      <dgm:spPr/>
    </dgm:pt>
    <dgm:pt modelId="{692E3041-7FA1-4A7E-B1A6-E458CB0D24E6}" type="pres">
      <dgm:prSet presAssocID="{945A1C68-822B-4BAE-A821-645FD131C042}" presName="composite" presStyleCnt="0"/>
      <dgm:spPr/>
    </dgm:pt>
    <dgm:pt modelId="{882E712A-B798-418E-9E2D-7F63DE937DCA}" type="pres">
      <dgm:prSet presAssocID="{945A1C68-822B-4BAE-A821-645FD131C042}" presName="parentText" presStyleLbl="alignNode1" presStyleIdx="2" presStyleCnt="4">
        <dgm:presLayoutVars>
          <dgm:chMax val="1"/>
          <dgm:bulletEnabled val="1"/>
        </dgm:presLayoutVars>
      </dgm:prSet>
      <dgm:spPr/>
    </dgm:pt>
    <dgm:pt modelId="{B62CDBAB-E812-4EAA-B3FD-665951639172}" type="pres">
      <dgm:prSet presAssocID="{945A1C68-822B-4BAE-A821-645FD131C042}" presName="descendantText" presStyleLbl="alignAcc1" presStyleIdx="2" presStyleCnt="4">
        <dgm:presLayoutVars>
          <dgm:bulletEnabled val="1"/>
        </dgm:presLayoutVars>
      </dgm:prSet>
      <dgm:spPr/>
    </dgm:pt>
    <dgm:pt modelId="{BA623CF4-4BD9-4466-8C1C-BDF407047B93}" type="pres">
      <dgm:prSet presAssocID="{39479A42-6F83-42A3-88F3-40FC20013F1C}" presName="sp" presStyleCnt="0"/>
      <dgm:spPr/>
    </dgm:pt>
    <dgm:pt modelId="{F4C58168-10A6-4A83-A96A-1B81B9A9AC6E}" type="pres">
      <dgm:prSet presAssocID="{C7E73EFF-CF87-4273-9912-5A93217BE208}" presName="composite" presStyleCnt="0"/>
      <dgm:spPr/>
    </dgm:pt>
    <dgm:pt modelId="{DA223521-BD5F-435F-9039-48F852FDAEA9}" type="pres">
      <dgm:prSet presAssocID="{C7E73EFF-CF87-4273-9912-5A93217BE208}" presName="parentText" presStyleLbl="alignNode1" presStyleIdx="3" presStyleCnt="4">
        <dgm:presLayoutVars>
          <dgm:chMax val="1"/>
          <dgm:bulletEnabled val="1"/>
        </dgm:presLayoutVars>
      </dgm:prSet>
      <dgm:spPr/>
    </dgm:pt>
    <dgm:pt modelId="{4D752A4A-70E5-4A16-B93E-CC3B02E1BE36}" type="pres">
      <dgm:prSet presAssocID="{C7E73EFF-CF87-4273-9912-5A93217BE208}" presName="descendantText" presStyleLbl="alignAcc1" presStyleIdx="3" presStyleCnt="4">
        <dgm:presLayoutVars>
          <dgm:bulletEnabled val="1"/>
        </dgm:presLayoutVars>
      </dgm:prSet>
      <dgm:spPr/>
    </dgm:pt>
  </dgm:ptLst>
  <dgm:cxnLst>
    <dgm:cxn modelId="{67196929-0280-45F0-868E-667B46E63011}" srcId="{4B9253ED-8B11-4DEC-B578-1DCA13EDBB93}" destId="{945A1C68-822B-4BAE-A821-645FD131C042}" srcOrd="2" destOrd="0" parTransId="{84F9465E-1932-421D-9885-2CD04617D5CB}" sibTransId="{39479A42-6F83-42A3-88F3-40FC20013F1C}"/>
    <dgm:cxn modelId="{21043A37-4DAB-42FC-82C1-CE36760B1AC0}" srcId="{4B9253ED-8B11-4DEC-B578-1DCA13EDBB93}" destId="{C7E73EFF-CF87-4273-9912-5A93217BE208}" srcOrd="3" destOrd="0" parTransId="{C401ECB0-87B1-4A61-8897-4021F97F64F2}" sibTransId="{144E23E7-22DA-4EC6-BAD4-8A601D973723}"/>
    <dgm:cxn modelId="{5A8DB639-B9E2-42EC-B469-D8D8979C3979}" type="presOf" srcId="{FCA02EEC-F3BA-4F93-AFF8-4BB468DED43D}" destId="{EB43CCF2-8339-47C3-9B14-EB99E4A5C083}" srcOrd="0" destOrd="0" presId="urn:microsoft.com/office/officeart/2005/8/layout/chevron2"/>
    <dgm:cxn modelId="{C8E6E93C-D35A-428C-B51B-F7BEE8BDF131}" srcId="{63F92AE0-9768-4BE5-9446-1A9EF2D8B681}" destId="{255F8BA3-0BCA-40CB-92D5-311C233A2052}" srcOrd="0" destOrd="0" parTransId="{DDD36D24-90B9-479F-899E-974455775283}" sibTransId="{1D1F77D0-A045-4620-9C8A-5E909AF1FB1E}"/>
    <dgm:cxn modelId="{9E51383D-592C-4EBD-88EA-27F33FAF3FFC}" type="presOf" srcId="{63F92AE0-9768-4BE5-9446-1A9EF2D8B681}" destId="{2839C822-025F-406B-B170-14FF2E657491}" srcOrd="0" destOrd="0" presId="urn:microsoft.com/office/officeart/2005/8/layout/chevron2"/>
    <dgm:cxn modelId="{B468F441-2047-4173-8D6C-8E0CE1A1AD3C}" type="presOf" srcId="{60C5E90F-A648-4518-9815-B9CF5AEAEBE5}" destId="{4D752A4A-70E5-4A16-B93E-CC3B02E1BE36}" srcOrd="0" destOrd="0" presId="urn:microsoft.com/office/officeart/2005/8/layout/chevron2"/>
    <dgm:cxn modelId="{1B87F046-7C17-400F-97E6-7311C8F7503A}" type="presOf" srcId="{255F8BA3-0BCA-40CB-92D5-311C233A2052}" destId="{EB64B09D-8282-42C8-B0C6-35B1F12D7A51}" srcOrd="0" destOrd="0" presId="urn:microsoft.com/office/officeart/2005/8/layout/chevron2"/>
    <dgm:cxn modelId="{71009F69-1CEF-4A1F-931F-DFDFB103CCCE}" srcId="{4B9253ED-8B11-4DEC-B578-1DCA13EDBB93}" destId="{96FBCFE3-7CDA-4713-B001-B431B8EF4DA2}" srcOrd="0" destOrd="0" parTransId="{4D84F1C8-58EE-400B-84C3-9C07107F670E}" sibTransId="{F7488D76-DFC7-46A9-8755-2798324E6A69}"/>
    <dgm:cxn modelId="{7F525459-29D5-421A-BDCD-4B77D4973549}" type="presOf" srcId="{4B9253ED-8B11-4DEC-B578-1DCA13EDBB93}" destId="{D2FF3C0C-A57D-4BE7-9126-73C9388D352C}" srcOrd="0" destOrd="0" presId="urn:microsoft.com/office/officeart/2005/8/layout/chevron2"/>
    <dgm:cxn modelId="{71CD547A-AB7E-43BF-875D-5BE1D4734C95}" type="presOf" srcId="{945A1C68-822B-4BAE-A821-645FD131C042}" destId="{882E712A-B798-418E-9E2D-7F63DE937DCA}" srcOrd="0" destOrd="0" presId="urn:microsoft.com/office/officeart/2005/8/layout/chevron2"/>
    <dgm:cxn modelId="{A27A4792-5D6D-4AEC-8E34-24C6F7D0E787}" srcId="{96FBCFE3-7CDA-4713-B001-B431B8EF4DA2}" destId="{FCA02EEC-F3BA-4F93-AFF8-4BB468DED43D}" srcOrd="0" destOrd="0" parTransId="{4EA3FA86-F8A8-4A13-9616-7742E0FB6D4D}" sibTransId="{7875E654-22EE-4962-9C20-F410C35D28F3}"/>
    <dgm:cxn modelId="{78D6A994-F46F-4B18-B320-C6CF9AF7F1D7}" type="presOf" srcId="{C7E73EFF-CF87-4273-9912-5A93217BE208}" destId="{DA223521-BD5F-435F-9039-48F852FDAEA9}" srcOrd="0" destOrd="0" presId="urn:microsoft.com/office/officeart/2005/8/layout/chevron2"/>
    <dgm:cxn modelId="{312872BE-8F55-4653-B52B-070A4CE0552A}" type="presOf" srcId="{96FBCFE3-7CDA-4713-B001-B431B8EF4DA2}" destId="{7094588E-A870-48AB-8A0E-0AC5EB49A7E8}" srcOrd="0" destOrd="0" presId="urn:microsoft.com/office/officeart/2005/8/layout/chevron2"/>
    <dgm:cxn modelId="{58C21DC1-D8E0-43A8-B49E-A3E616B13E12}" srcId="{4B9253ED-8B11-4DEC-B578-1DCA13EDBB93}" destId="{63F92AE0-9768-4BE5-9446-1A9EF2D8B681}" srcOrd="1" destOrd="0" parTransId="{18396361-3703-42CE-8224-261243A51A0E}" sibTransId="{09257BC8-AAEB-402A-804A-3F9BDCA2040C}"/>
    <dgm:cxn modelId="{D6E448CD-A9AE-469E-9EF7-4D75E4A51468}" type="presOf" srcId="{0FF20F1D-FBDE-4152-81DE-6F789E789624}" destId="{B62CDBAB-E812-4EAA-B3FD-665951639172}" srcOrd="0" destOrd="0" presId="urn:microsoft.com/office/officeart/2005/8/layout/chevron2"/>
    <dgm:cxn modelId="{7769CCF0-FCD9-4460-BB2B-77E4335BF494}" srcId="{945A1C68-822B-4BAE-A821-645FD131C042}" destId="{0FF20F1D-FBDE-4152-81DE-6F789E789624}" srcOrd="0" destOrd="0" parTransId="{7780008A-992E-4F99-87C4-D8762AAE0DD9}" sibTransId="{C4FDD422-D68F-49F4-8017-5C3206FA0810}"/>
    <dgm:cxn modelId="{066C8CF8-9120-4DA0-A782-6A4F36779373}" srcId="{C7E73EFF-CF87-4273-9912-5A93217BE208}" destId="{60C5E90F-A648-4518-9815-B9CF5AEAEBE5}" srcOrd="0" destOrd="0" parTransId="{70FCC4AF-27BA-4D12-8882-DBB38B8FAB7D}" sibTransId="{8213A872-9537-44C9-BFAE-59C46185557B}"/>
    <dgm:cxn modelId="{08E61834-B5B0-47C8-93CA-D9FCCF84F7CA}" type="presParOf" srcId="{D2FF3C0C-A57D-4BE7-9126-73C9388D352C}" destId="{106A16F7-A6FD-4358-A12D-77831ABFB16E}" srcOrd="0" destOrd="0" presId="urn:microsoft.com/office/officeart/2005/8/layout/chevron2"/>
    <dgm:cxn modelId="{9BCE2FF8-0408-4ACA-9108-46E111E114FD}" type="presParOf" srcId="{106A16F7-A6FD-4358-A12D-77831ABFB16E}" destId="{7094588E-A870-48AB-8A0E-0AC5EB49A7E8}" srcOrd="0" destOrd="0" presId="urn:microsoft.com/office/officeart/2005/8/layout/chevron2"/>
    <dgm:cxn modelId="{E7ED6989-D136-4671-85B0-5301FBD0344B}" type="presParOf" srcId="{106A16F7-A6FD-4358-A12D-77831ABFB16E}" destId="{EB43CCF2-8339-47C3-9B14-EB99E4A5C083}" srcOrd="1" destOrd="0" presId="urn:microsoft.com/office/officeart/2005/8/layout/chevron2"/>
    <dgm:cxn modelId="{98FA4111-36C3-4F03-90EF-2065980D719A}" type="presParOf" srcId="{D2FF3C0C-A57D-4BE7-9126-73C9388D352C}" destId="{B859EAB0-ACE0-4AC8-A34C-B49944952C71}" srcOrd="1" destOrd="0" presId="urn:microsoft.com/office/officeart/2005/8/layout/chevron2"/>
    <dgm:cxn modelId="{99A33BC4-580D-43FF-9403-DF360AB29D3A}" type="presParOf" srcId="{D2FF3C0C-A57D-4BE7-9126-73C9388D352C}" destId="{B46CA136-7EDD-4964-98B6-DF2BE0CAE5EB}" srcOrd="2" destOrd="0" presId="urn:microsoft.com/office/officeart/2005/8/layout/chevron2"/>
    <dgm:cxn modelId="{E42DEED8-AE42-4FA9-99DD-26445759A07B}" type="presParOf" srcId="{B46CA136-7EDD-4964-98B6-DF2BE0CAE5EB}" destId="{2839C822-025F-406B-B170-14FF2E657491}" srcOrd="0" destOrd="0" presId="urn:microsoft.com/office/officeart/2005/8/layout/chevron2"/>
    <dgm:cxn modelId="{C28B21C2-6E01-4561-984B-3004DAC909ED}" type="presParOf" srcId="{B46CA136-7EDD-4964-98B6-DF2BE0CAE5EB}" destId="{EB64B09D-8282-42C8-B0C6-35B1F12D7A51}" srcOrd="1" destOrd="0" presId="urn:microsoft.com/office/officeart/2005/8/layout/chevron2"/>
    <dgm:cxn modelId="{EDF027F4-EB9A-4C3D-89C3-B1C2CE03B9ED}" type="presParOf" srcId="{D2FF3C0C-A57D-4BE7-9126-73C9388D352C}" destId="{83714818-A145-4BA6-A750-CC68294E6095}" srcOrd="3" destOrd="0" presId="urn:microsoft.com/office/officeart/2005/8/layout/chevron2"/>
    <dgm:cxn modelId="{1E55C560-2B9D-45A1-ACBB-B5522457CEBE}" type="presParOf" srcId="{D2FF3C0C-A57D-4BE7-9126-73C9388D352C}" destId="{692E3041-7FA1-4A7E-B1A6-E458CB0D24E6}" srcOrd="4" destOrd="0" presId="urn:microsoft.com/office/officeart/2005/8/layout/chevron2"/>
    <dgm:cxn modelId="{FA9B0093-79F4-4F27-BC33-E7AADBD3688A}" type="presParOf" srcId="{692E3041-7FA1-4A7E-B1A6-E458CB0D24E6}" destId="{882E712A-B798-418E-9E2D-7F63DE937DCA}" srcOrd="0" destOrd="0" presId="urn:microsoft.com/office/officeart/2005/8/layout/chevron2"/>
    <dgm:cxn modelId="{01A6BA93-53A8-4E63-AE1C-29C4E5A512CB}" type="presParOf" srcId="{692E3041-7FA1-4A7E-B1A6-E458CB0D24E6}" destId="{B62CDBAB-E812-4EAA-B3FD-665951639172}" srcOrd="1" destOrd="0" presId="urn:microsoft.com/office/officeart/2005/8/layout/chevron2"/>
    <dgm:cxn modelId="{4263ECB0-DB9B-4149-BC81-9380202A1407}" type="presParOf" srcId="{D2FF3C0C-A57D-4BE7-9126-73C9388D352C}" destId="{BA623CF4-4BD9-4466-8C1C-BDF407047B93}" srcOrd="5" destOrd="0" presId="urn:microsoft.com/office/officeart/2005/8/layout/chevron2"/>
    <dgm:cxn modelId="{BD86B086-7A1F-492B-8B60-9A9313E18A37}" type="presParOf" srcId="{D2FF3C0C-A57D-4BE7-9126-73C9388D352C}" destId="{F4C58168-10A6-4A83-A96A-1B81B9A9AC6E}" srcOrd="6" destOrd="0" presId="urn:microsoft.com/office/officeart/2005/8/layout/chevron2"/>
    <dgm:cxn modelId="{BCD19D05-C550-4C97-8F65-7B1A848BE87A}" type="presParOf" srcId="{F4C58168-10A6-4A83-A96A-1B81B9A9AC6E}" destId="{DA223521-BD5F-435F-9039-48F852FDAEA9}" srcOrd="0" destOrd="0" presId="urn:microsoft.com/office/officeart/2005/8/layout/chevron2"/>
    <dgm:cxn modelId="{33155CBD-D6B9-409C-BC93-DF872C63295F}" type="presParOf" srcId="{F4C58168-10A6-4A83-A96A-1B81B9A9AC6E}" destId="{4D752A4A-70E5-4A16-B93E-CC3B02E1BE36}"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B9253ED-8B11-4DEC-B578-1DCA13EDBB93}" type="doc">
      <dgm:prSet loTypeId="urn:microsoft.com/office/officeart/2005/8/layout/chevron2" loCatId="list" qsTypeId="urn:microsoft.com/office/officeart/2005/8/quickstyle/simple5#8" qsCatId="simple" csTypeId="urn:microsoft.com/office/officeart/2005/8/colors/colorful2#1" csCatId="colorful" phldr="1"/>
      <dgm:spPr/>
      <dgm:t>
        <a:bodyPr/>
        <a:lstStyle/>
        <a:p>
          <a:endParaRPr lang="en-PK"/>
        </a:p>
      </dgm:t>
    </dgm:pt>
    <dgm:pt modelId="{96FBCFE3-7CDA-4713-B001-B431B8EF4DA2}">
      <dgm:prSet phldrT="[Text]" phldr="0"/>
      <dgm:spPr/>
      <dgm:t>
        <a:bodyPr/>
        <a:lstStyle/>
        <a:p>
          <a:r>
            <a:rPr lang="en-GB" dirty="0">
              <a:latin typeface="Centary school"/>
            </a:rPr>
            <a:t>Week 13</a:t>
          </a:r>
          <a:endParaRPr lang="en-PK" dirty="0">
            <a:latin typeface="Centary school"/>
          </a:endParaRPr>
        </a:p>
      </dgm:t>
    </dgm:pt>
    <dgm:pt modelId="{4D84F1C8-58EE-400B-84C3-9C07107F670E}" type="parTrans" cxnId="{71009F69-1CEF-4A1F-931F-DFDFB103CCCE}">
      <dgm:prSet/>
      <dgm:spPr/>
      <dgm:t>
        <a:bodyPr/>
        <a:lstStyle/>
        <a:p>
          <a:endParaRPr lang="en-PK">
            <a:latin typeface="Centary school"/>
          </a:endParaRPr>
        </a:p>
      </dgm:t>
    </dgm:pt>
    <dgm:pt modelId="{F7488D76-DFC7-46A9-8755-2798324E6A69}" type="sibTrans" cxnId="{71009F69-1CEF-4A1F-931F-DFDFB103CCCE}">
      <dgm:prSet/>
      <dgm:spPr/>
      <dgm:t>
        <a:bodyPr/>
        <a:lstStyle/>
        <a:p>
          <a:endParaRPr lang="en-PK">
            <a:latin typeface="Centary school"/>
          </a:endParaRPr>
        </a:p>
      </dgm:t>
    </dgm:pt>
    <dgm:pt modelId="{FCA02EEC-F3BA-4F93-AFF8-4BB468DED43D}">
      <dgm:prSet phldrT="[Text]"/>
      <dgm:spPr/>
      <dgm:t>
        <a:bodyPr/>
        <a:lstStyle/>
        <a:p>
          <a:pPr>
            <a:buNone/>
          </a:pPr>
          <a:r>
            <a:rPr lang="en-PK" dirty="0">
              <a:latin typeface="Centary school"/>
            </a:rPr>
            <a:t>Industrial Anomaly Detection</a:t>
          </a:r>
        </a:p>
      </dgm:t>
    </dgm:pt>
    <dgm:pt modelId="{4EA3FA86-F8A8-4A13-9616-7742E0FB6D4D}" type="parTrans" cxnId="{A27A4792-5D6D-4AEC-8E34-24C6F7D0E787}">
      <dgm:prSet/>
      <dgm:spPr/>
      <dgm:t>
        <a:bodyPr/>
        <a:lstStyle/>
        <a:p>
          <a:endParaRPr lang="en-PK">
            <a:latin typeface="Centary school"/>
          </a:endParaRPr>
        </a:p>
      </dgm:t>
    </dgm:pt>
    <dgm:pt modelId="{7875E654-22EE-4962-9C20-F410C35D28F3}" type="sibTrans" cxnId="{A27A4792-5D6D-4AEC-8E34-24C6F7D0E787}">
      <dgm:prSet/>
      <dgm:spPr/>
      <dgm:t>
        <a:bodyPr/>
        <a:lstStyle/>
        <a:p>
          <a:endParaRPr lang="en-PK">
            <a:latin typeface="Centary school"/>
          </a:endParaRPr>
        </a:p>
      </dgm:t>
    </dgm:pt>
    <dgm:pt modelId="{63F92AE0-9768-4BE5-9446-1A9EF2D8B681}">
      <dgm:prSet phldrT="[Text]" phldr="0"/>
      <dgm:spPr/>
      <dgm:t>
        <a:bodyPr/>
        <a:lstStyle/>
        <a:p>
          <a:r>
            <a:rPr lang="en-GB" dirty="0">
              <a:latin typeface="Centary school"/>
            </a:rPr>
            <a:t>Week 14</a:t>
          </a:r>
          <a:endParaRPr lang="en-PK" dirty="0">
            <a:latin typeface="Centary school"/>
          </a:endParaRPr>
        </a:p>
      </dgm:t>
    </dgm:pt>
    <dgm:pt modelId="{18396361-3703-42CE-8224-261243A51A0E}" type="parTrans" cxnId="{58C21DC1-D8E0-43A8-B49E-A3E616B13E12}">
      <dgm:prSet/>
      <dgm:spPr/>
      <dgm:t>
        <a:bodyPr/>
        <a:lstStyle/>
        <a:p>
          <a:endParaRPr lang="en-PK">
            <a:latin typeface="Centary school"/>
          </a:endParaRPr>
        </a:p>
      </dgm:t>
    </dgm:pt>
    <dgm:pt modelId="{09257BC8-AAEB-402A-804A-3F9BDCA2040C}" type="sibTrans" cxnId="{58C21DC1-D8E0-43A8-B49E-A3E616B13E12}">
      <dgm:prSet/>
      <dgm:spPr/>
      <dgm:t>
        <a:bodyPr/>
        <a:lstStyle/>
        <a:p>
          <a:endParaRPr lang="en-PK">
            <a:latin typeface="Centary school"/>
          </a:endParaRPr>
        </a:p>
      </dgm:t>
    </dgm:pt>
    <dgm:pt modelId="{255F8BA3-0BCA-40CB-92D5-311C233A2052}">
      <dgm:prSet phldrT="[Text]"/>
      <dgm:spPr/>
      <dgm:t>
        <a:bodyPr/>
        <a:lstStyle/>
        <a:p>
          <a:pPr>
            <a:buNone/>
          </a:pPr>
          <a:r>
            <a:rPr lang="en-PK" dirty="0">
              <a:latin typeface="Centary school"/>
            </a:rPr>
            <a:t>Sensor-Based Human Action Recognition</a:t>
          </a:r>
        </a:p>
      </dgm:t>
    </dgm:pt>
    <dgm:pt modelId="{DDD36D24-90B9-479F-899E-974455775283}" type="parTrans" cxnId="{C8E6E93C-D35A-428C-B51B-F7BEE8BDF131}">
      <dgm:prSet/>
      <dgm:spPr/>
      <dgm:t>
        <a:bodyPr/>
        <a:lstStyle/>
        <a:p>
          <a:endParaRPr lang="en-PK">
            <a:latin typeface="Centary school"/>
          </a:endParaRPr>
        </a:p>
      </dgm:t>
    </dgm:pt>
    <dgm:pt modelId="{1D1F77D0-A045-4620-9C8A-5E909AF1FB1E}" type="sibTrans" cxnId="{C8E6E93C-D35A-428C-B51B-F7BEE8BDF131}">
      <dgm:prSet/>
      <dgm:spPr/>
      <dgm:t>
        <a:bodyPr/>
        <a:lstStyle/>
        <a:p>
          <a:endParaRPr lang="en-PK">
            <a:latin typeface="Centary school"/>
          </a:endParaRPr>
        </a:p>
      </dgm:t>
    </dgm:pt>
    <dgm:pt modelId="{0FF20F1D-FBDE-4152-81DE-6F789E789624}">
      <dgm:prSet phldrT="[Text]"/>
      <dgm:spPr/>
      <dgm:t>
        <a:bodyPr/>
        <a:lstStyle/>
        <a:p>
          <a:pPr>
            <a:buNone/>
          </a:pPr>
          <a:r>
            <a:rPr lang="en-PK" dirty="0">
              <a:latin typeface="Centary school"/>
            </a:rPr>
            <a:t>Aggressive</a:t>
          </a:r>
          <a:r>
            <a:rPr lang="en-US" dirty="0">
              <a:latin typeface="Centary school"/>
            </a:rPr>
            <a:t> </a:t>
          </a:r>
          <a:r>
            <a:rPr lang="en-PK" dirty="0">
              <a:latin typeface="Centary school"/>
            </a:rPr>
            <a:t>Behavior</a:t>
          </a:r>
          <a:r>
            <a:rPr lang="en-US" dirty="0">
              <a:latin typeface="Centary school"/>
            </a:rPr>
            <a:t> </a:t>
          </a:r>
          <a:r>
            <a:rPr lang="en-PK" dirty="0">
              <a:latin typeface="Centary school"/>
            </a:rPr>
            <a:t>Monitoring</a:t>
          </a:r>
        </a:p>
      </dgm:t>
    </dgm:pt>
    <dgm:pt modelId="{7780008A-992E-4F99-87C4-D8762AAE0DD9}" type="parTrans" cxnId="{7769CCF0-FCD9-4460-BB2B-77E4335BF494}">
      <dgm:prSet/>
      <dgm:spPr/>
      <dgm:t>
        <a:bodyPr/>
        <a:lstStyle/>
        <a:p>
          <a:endParaRPr lang="en-PK">
            <a:latin typeface="Centary school"/>
          </a:endParaRPr>
        </a:p>
      </dgm:t>
    </dgm:pt>
    <dgm:pt modelId="{C4FDD422-D68F-49F4-8017-5C3206FA0810}" type="sibTrans" cxnId="{7769CCF0-FCD9-4460-BB2B-77E4335BF494}">
      <dgm:prSet/>
      <dgm:spPr/>
      <dgm:t>
        <a:bodyPr/>
        <a:lstStyle/>
        <a:p>
          <a:endParaRPr lang="en-PK">
            <a:latin typeface="Centary school"/>
          </a:endParaRPr>
        </a:p>
      </dgm:t>
    </dgm:pt>
    <dgm:pt modelId="{945A1C68-822B-4BAE-A821-645FD131C042}">
      <dgm:prSet phldrT="[Text]" phldr="0"/>
      <dgm:spPr/>
      <dgm:t>
        <a:bodyPr/>
        <a:lstStyle/>
        <a:p>
          <a:r>
            <a:rPr lang="en-GB" dirty="0">
              <a:latin typeface="Centary school"/>
            </a:rPr>
            <a:t>Week 15</a:t>
          </a:r>
          <a:endParaRPr lang="en-PK" dirty="0">
            <a:latin typeface="Centary school"/>
          </a:endParaRPr>
        </a:p>
      </dgm:t>
    </dgm:pt>
    <dgm:pt modelId="{84F9465E-1932-421D-9885-2CD04617D5CB}" type="parTrans" cxnId="{67196929-0280-45F0-868E-667B46E63011}">
      <dgm:prSet/>
      <dgm:spPr/>
      <dgm:t>
        <a:bodyPr/>
        <a:lstStyle/>
        <a:p>
          <a:endParaRPr lang="en-PK">
            <a:latin typeface="Centary school"/>
          </a:endParaRPr>
        </a:p>
      </dgm:t>
    </dgm:pt>
    <dgm:pt modelId="{39479A42-6F83-42A3-88F3-40FC20013F1C}" type="sibTrans" cxnId="{67196929-0280-45F0-868E-667B46E63011}">
      <dgm:prSet/>
      <dgm:spPr/>
      <dgm:t>
        <a:bodyPr/>
        <a:lstStyle/>
        <a:p>
          <a:endParaRPr lang="en-PK">
            <a:latin typeface="Centary school"/>
          </a:endParaRPr>
        </a:p>
      </dgm:t>
    </dgm:pt>
    <dgm:pt modelId="{FE72A58A-2490-4623-AD1D-1F8B569D7B0E}">
      <dgm:prSet phldrT="[Text]" phldr="0"/>
      <dgm:spPr/>
      <dgm:t>
        <a:bodyPr/>
        <a:lstStyle/>
        <a:p>
          <a:r>
            <a:rPr lang="en-GB">
              <a:latin typeface="Centary school"/>
            </a:rPr>
            <a:t>Week 16</a:t>
          </a:r>
          <a:endParaRPr lang="en-PK" dirty="0">
            <a:latin typeface="Centary school"/>
          </a:endParaRPr>
        </a:p>
      </dgm:t>
    </dgm:pt>
    <dgm:pt modelId="{621490A7-1AA3-43F3-82C3-D2E245D865A9}" type="parTrans" cxnId="{EB644E09-61F0-4497-A4B7-B3700D31CFF0}">
      <dgm:prSet/>
      <dgm:spPr/>
      <dgm:t>
        <a:bodyPr/>
        <a:lstStyle/>
        <a:p>
          <a:endParaRPr lang="en-PK">
            <a:latin typeface="Centary school"/>
          </a:endParaRPr>
        </a:p>
      </dgm:t>
    </dgm:pt>
    <dgm:pt modelId="{340027AB-2B93-411B-BA32-AB9EF4D39586}" type="sibTrans" cxnId="{EB644E09-61F0-4497-A4B7-B3700D31CFF0}">
      <dgm:prSet/>
      <dgm:spPr/>
      <dgm:t>
        <a:bodyPr/>
        <a:lstStyle/>
        <a:p>
          <a:endParaRPr lang="en-PK">
            <a:latin typeface="Centary school"/>
          </a:endParaRPr>
        </a:p>
      </dgm:t>
    </dgm:pt>
    <dgm:pt modelId="{45F747E2-ED91-41F6-8846-6C480585938A}">
      <dgm:prSet phldrT="[Text]"/>
      <dgm:spPr/>
      <dgm:t>
        <a:bodyPr/>
        <a:lstStyle/>
        <a:p>
          <a:pPr>
            <a:buNone/>
          </a:pPr>
          <a:r>
            <a:rPr lang="en-GB" dirty="0">
              <a:latin typeface="Centary school"/>
            </a:rPr>
            <a:t>Final Term</a:t>
          </a:r>
          <a:endParaRPr lang="en-PK" dirty="0">
            <a:latin typeface="Centary school"/>
          </a:endParaRPr>
        </a:p>
      </dgm:t>
    </dgm:pt>
    <dgm:pt modelId="{936889C0-1F19-4A46-A839-1A230089C1E6}" type="parTrans" cxnId="{E4F3B29C-B9B0-46BB-8C0D-DE0FE39FEDB7}">
      <dgm:prSet/>
      <dgm:spPr/>
      <dgm:t>
        <a:bodyPr/>
        <a:lstStyle/>
        <a:p>
          <a:endParaRPr lang="en-PK">
            <a:latin typeface="Centary school"/>
          </a:endParaRPr>
        </a:p>
      </dgm:t>
    </dgm:pt>
    <dgm:pt modelId="{2275FF0D-2920-498C-B81B-EC75CC4B1F1D}" type="sibTrans" cxnId="{E4F3B29C-B9B0-46BB-8C0D-DE0FE39FEDB7}">
      <dgm:prSet/>
      <dgm:spPr/>
      <dgm:t>
        <a:bodyPr/>
        <a:lstStyle/>
        <a:p>
          <a:endParaRPr lang="en-PK">
            <a:latin typeface="Centary school"/>
          </a:endParaRPr>
        </a:p>
      </dgm:t>
    </dgm:pt>
    <dgm:pt modelId="{D2FF3C0C-A57D-4BE7-9126-73C9388D352C}" type="pres">
      <dgm:prSet presAssocID="{4B9253ED-8B11-4DEC-B578-1DCA13EDBB93}" presName="linearFlow" presStyleCnt="0">
        <dgm:presLayoutVars>
          <dgm:dir/>
          <dgm:animLvl val="lvl"/>
          <dgm:resizeHandles val="exact"/>
        </dgm:presLayoutVars>
      </dgm:prSet>
      <dgm:spPr/>
    </dgm:pt>
    <dgm:pt modelId="{106A16F7-A6FD-4358-A12D-77831ABFB16E}" type="pres">
      <dgm:prSet presAssocID="{96FBCFE3-7CDA-4713-B001-B431B8EF4DA2}" presName="composite" presStyleCnt="0"/>
      <dgm:spPr/>
    </dgm:pt>
    <dgm:pt modelId="{7094588E-A870-48AB-8A0E-0AC5EB49A7E8}" type="pres">
      <dgm:prSet presAssocID="{96FBCFE3-7CDA-4713-B001-B431B8EF4DA2}" presName="parentText" presStyleLbl="alignNode1" presStyleIdx="0" presStyleCnt="4">
        <dgm:presLayoutVars>
          <dgm:chMax val="1"/>
          <dgm:bulletEnabled val="1"/>
        </dgm:presLayoutVars>
      </dgm:prSet>
      <dgm:spPr/>
    </dgm:pt>
    <dgm:pt modelId="{EB43CCF2-8339-47C3-9B14-EB99E4A5C083}" type="pres">
      <dgm:prSet presAssocID="{96FBCFE3-7CDA-4713-B001-B431B8EF4DA2}" presName="descendantText" presStyleLbl="alignAcc1" presStyleIdx="0" presStyleCnt="4">
        <dgm:presLayoutVars>
          <dgm:bulletEnabled val="1"/>
        </dgm:presLayoutVars>
      </dgm:prSet>
      <dgm:spPr/>
    </dgm:pt>
    <dgm:pt modelId="{B859EAB0-ACE0-4AC8-A34C-B49944952C71}" type="pres">
      <dgm:prSet presAssocID="{F7488D76-DFC7-46A9-8755-2798324E6A69}" presName="sp" presStyleCnt="0"/>
      <dgm:spPr/>
    </dgm:pt>
    <dgm:pt modelId="{B46CA136-7EDD-4964-98B6-DF2BE0CAE5EB}" type="pres">
      <dgm:prSet presAssocID="{63F92AE0-9768-4BE5-9446-1A9EF2D8B681}" presName="composite" presStyleCnt="0"/>
      <dgm:spPr/>
    </dgm:pt>
    <dgm:pt modelId="{2839C822-025F-406B-B170-14FF2E657491}" type="pres">
      <dgm:prSet presAssocID="{63F92AE0-9768-4BE5-9446-1A9EF2D8B681}" presName="parentText" presStyleLbl="alignNode1" presStyleIdx="1" presStyleCnt="4">
        <dgm:presLayoutVars>
          <dgm:chMax val="1"/>
          <dgm:bulletEnabled val="1"/>
        </dgm:presLayoutVars>
      </dgm:prSet>
      <dgm:spPr/>
    </dgm:pt>
    <dgm:pt modelId="{EB64B09D-8282-42C8-B0C6-35B1F12D7A51}" type="pres">
      <dgm:prSet presAssocID="{63F92AE0-9768-4BE5-9446-1A9EF2D8B681}" presName="descendantText" presStyleLbl="alignAcc1" presStyleIdx="1" presStyleCnt="4">
        <dgm:presLayoutVars>
          <dgm:bulletEnabled val="1"/>
        </dgm:presLayoutVars>
      </dgm:prSet>
      <dgm:spPr/>
    </dgm:pt>
    <dgm:pt modelId="{83714818-A145-4BA6-A750-CC68294E6095}" type="pres">
      <dgm:prSet presAssocID="{09257BC8-AAEB-402A-804A-3F9BDCA2040C}" presName="sp" presStyleCnt="0"/>
      <dgm:spPr/>
    </dgm:pt>
    <dgm:pt modelId="{692E3041-7FA1-4A7E-B1A6-E458CB0D24E6}" type="pres">
      <dgm:prSet presAssocID="{945A1C68-822B-4BAE-A821-645FD131C042}" presName="composite" presStyleCnt="0"/>
      <dgm:spPr/>
    </dgm:pt>
    <dgm:pt modelId="{882E712A-B798-418E-9E2D-7F63DE937DCA}" type="pres">
      <dgm:prSet presAssocID="{945A1C68-822B-4BAE-A821-645FD131C042}" presName="parentText" presStyleLbl="alignNode1" presStyleIdx="2" presStyleCnt="4">
        <dgm:presLayoutVars>
          <dgm:chMax val="1"/>
          <dgm:bulletEnabled val="1"/>
        </dgm:presLayoutVars>
      </dgm:prSet>
      <dgm:spPr/>
    </dgm:pt>
    <dgm:pt modelId="{B62CDBAB-E812-4EAA-B3FD-665951639172}" type="pres">
      <dgm:prSet presAssocID="{945A1C68-822B-4BAE-A821-645FD131C042}" presName="descendantText" presStyleLbl="alignAcc1" presStyleIdx="2" presStyleCnt="4">
        <dgm:presLayoutVars>
          <dgm:bulletEnabled val="1"/>
        </dgm:presLayoutVars>
      </dgm:prSet>
      <dgm:spPr/>
    </dgm:pt>
    <dgm:pt modelId="{FB4DD7FF-32CA-480C-8BC3-B42ED8FE0D7E}" type="pres">
      <dgm:prSet presAssocID="{39479A42-6F83-42A3-88F3-40FC20013F1C}" presName="sp" presStyleCnt="0"/>
      <dgm:spPr/>
    </dgm:pt>
    <dgm:pt modelId="{64604628-CB9E-4524-9528-4BDE87800605}" type="pres">
      <dgm:prSet presAssocID="{FE72A58A-2490-4623-AD1D-1F8B569D7B0E}" presName="composite" presStyleCnt="0"/>
      <dgm:spPr/>
    </dgm:pt>
    <dgm:pt modelId="{82E11FA9-4386-4114-8358-CBECE6514A6A}" type="pres">
      <dgm:prSet presAssocID="{FE72A58A-2490-4623-AD1D-1F8B569D7B0E}" presName="parentText" presStyleLbl="alignNode1" presStyleIdx="3" presStyleCnt="4">
        <dgm:presLayoutVars>
          <dgm:chMax val="1"/>
          <dgm:bulletEnabled val="1"/>
        </dgm:presLayoutVars>
      </dgm:prSet>
      <dgm:spPr/>
    </dgm:pt>
    <dgm:pt modelId="{A7F201C9-919B-4117-A1DF-914BD6E46C87}" type="pres">
      <dgm:prSet presAssocID="{FE72A58A-2490-4623-AD1D-1F8B569D7B0E}" presName="descendantText" presStyleLbl="alignAcc1" presStyleIdx="3" presStyleCnt="4">
        <dgm:presLayoutVars>
          <dgm:bulletEnabled val="1"/>
        </dgm:presLayoutVars>
      </dgm:prSet>
      <dgm:spPr/>
    </dgm:pt>
  </dgm:ptLst>
  <dgm:cxnLst>
    <dgm:cxn modelId="{EB644E09-61F0-4497-A4B7-B3700D31CFF0}" srcId="{4B9253ED-8B11-4DEC-B578-1DCA13EDBB93}" destId="{FE72A58A-2490-4623-AD1D-1F8B569D7B0E}" srcOrd="3" destOrd="0" parTransId="{621490A7-1AA3-43F3-82C3-D2E245D865A9}" sibTransId="{340027AB-2B93-411B-BA32-AB9EF4D39586}"/>
    <dgm:cxn modelId="{7ECEC60C-C17C-42F8-9DE9-B62D6E420830}" type="presOf" srcId="{96FBCFE3-7CDA-4713-B001-B431B8EF4DA2}" destId="{7094588E-A870-48AB-8A0E-0AC5EB49A7E8}" srcOrd="0" destOrd="0" presId="urn:microsoft.com/office/officeart/2005/8/layout/chevron2"/>
    <dgm:cxn modelId="{A0663517-6BDD-435A-9689-85A8B51BDA0B}" type="presOf" srcId="{FCA02EEC-F3BA-4F93-AFF8-4BB468DED43D}" destId="{EB43CCF2-8339-47C3-9B14-EB99E4A5C083}" srcOrd="0" destOrd="0" presId="urn:microsoft.com/office/officeart/2005/8/layout/chevron2"/>
    <dgm:cxn modelId="{67196929-0280-45F0-868E-667B46E63011}" srcId="{4B9253ED-8B11-4DEC-B578-1DCA13EDBB93}" destId="{945A1C68-822B-4BAE-A821-645FD131C042}" srcOrd="2" destOrd="0" parTransId="{84F9465E-1932-421D-9885-2CD04617D5CB}" sibTransId="{39479A42-6F83-42A3-88F3-40FC20013F1C}"/>
    <dgm:cxn modelId="{C8E6E93C-D35A-428C-B51B-F7BEE8BDF131}" srcId="{63F92AE0-9768-4BE5-9446-1A9EF2D8B681}" destId="{255F8BA3-0BCA-40CB-92D5-311C233A2052}" srcOrd="0" destOrd="0" parTransId="{DDD36D24-90B9-479F-899E-974455775283}" sibTransId="{1D1F77D0-A045-4620-9C8A-5E909AF1FB1E}"/>
    <dgm:cxn modelId="{D4805542-04D6-42D1-ABBC-B64BC65284CE}" type="presOf" srcId="{945A1C68-822B-4BAE-A821-645FD131C042}" destId="{882E712A-B798-418E-9E2D-7F63DE937DCA}" srcOrd="0" destOrd="0" presId="urn:microsoft.com/office/officeart/2005/8/layout/chevron2"/>
    <dgm:cxn modelId="{71009F69-1CEF-4A1F-931F-DFDFB103CCCE}" srcId="{4B9253ED-8B11-4DEC-B578-1DCA13EDBB93}" destId="{96FBCFE3-7CDA-4713-B001-B431B8EF4DA2}" srcOrd="0" destOrd="0" parTransId="{4D84F1C8-58EE-400B-84C3-9C07107F670E}" sibTransId="{F7488D76-DFC7-46A9-8755-2798324E6A69}"/>
    <dgm:cxn modelId="{7F525459-29D5-421A-BDCD-4B77D4973549}" type="presOf" srcId="{4B9253ED-8B11-4DEC-B578-1DCA13EDBB93}" destId="{D2FF3C0C-A57D-4BE7-9126-73C9388D352C}" srcOrd="0" destOrd="0" presId="urn:microsoft.com/office/officeart/2005/8/layout/chevron2"/>
    <dgm:cxn modelId="{5ED06D87-1F43-403F-B20E-ED1677AE6D9A}" type="presOf" srcId="{45F747E2-ED91-41F6-8846-6C480585938A}" destId="{A7F201C9-919B-4117-A1DF-914BD6E46C87}" srcOrd="0" destOrd="0" presId="urn:microsoft.com/office/officeart/2005/8/layout/chevron2"/>
    <dgm:cxn modelId="{A27A4792-5D6D-4AEC-8E34-24C6F7D0E787}" srcId="{96FBCFE3-7CDA-4713-B001-B431B8EF4DA2}" destId="{FCA02EEC-F3BA-4F93-AFF8-4BB468DED43D}" srcOrd="0" destOrd="0" parTransId="{4EA3FA86-F8A8-4A13-9616-7742E0FB6D4D}" sibTransId="{7875E654-22EE-4962-9C20-F410C35D28F3}"/>
    <dgm:cxn modelId="{E4F3B29C-B9B0-46BB-8C0D-DE0FE39FEDB7}" srcId="{FE72A58A-2490-4623-AD1D-1F8B569D7B0E}" destId="{45F747E2-ED91-41F6-8846-6C480585938A}" srcOrd="0" destOrd="0" parTransId="{936889C0-1F19-4A46-A839-1A230089C1E6}" sibTransId="{2275FF0D-2920-498C-B81B-EC75CC4B1F1D}"/>
    <dgm:cxn modelId="{F377A3B0-6960-4FEA-B24C-890C3847DB9C}" type="presOf" srcId="{63F92AE0-9768-4BE5-9446-1A9EF2D8B681}" destId="{2839C822-025F-406B-B170-14FF2E657491}" srcOrd="0" destOrd="0" presId="urn:microsoft.com/office/officeart/2005/8/layout/chevron2"/>
    <dgm:cxn modelId="{48ED8EB7-987D-459A-8AEE-897ED81C393E}" type="presOf" srcId="{0FF20F1D-FBDE-4152-81DE-6F789E789624}" destId="{B62CDBAB-E812-4EAA-B3FD-665951639172}" srcOrd="0" destOrd="0" presId="urn:microsoft.com/office/officeart/2005/8/layout/chevron2"/>
    <dgm:cxn modelId="{58C21DC1-D8E0-43A8-B49E-A3E616B13E12}" srcId="{4B9253ED-8B11-4DEC-B578-1DCA13EDBB93}" destId="{63F92AE0-9768-4BE5-9446-1A9EF2D8B681}" srcOrd="1" destOrd="0" parTransId="{18396361-3703-42CE-8224-261243A51A0E}" sibTransId="{09257BC8-AAEB-402A-804A-3F9BDCA2040C}"/>
    <dgm:cxn modelId="{B66E1EC3-FA05-493D-B233-1B2E236A6424}" type="presOf" srcId="{FE72A58A-2490-4623-AD1D-1F8B569D7B0E}" destId="{82E11FA9-4386-4114-8358-CBECE6514A6A}" srcOrd="0" destOrd="0" presId="urn:microsoft.com/office/officeart/2005/8/layout/chevron2"/>
    <dgm:cxn modelId="{6F8648F0-ACF8-443E-AD6B-B9DD4A8BEB7C}" type="presOf" srcId="{255F8BA3-0BCA-40CB-92D5-311C233A2052}" destId="{EB64B09D-8282-42C8-B0C6-35B1F12D7A51}" srcOrd="0" destOrd="0" presId="urn:microsoft.com/office/officeart/2005/8/layout/chevron2"/>
    <dgm:cxn modelId="{7769CCF0-FCD9-4460-BB2B-77E4335BF494}" srcId="{945A1C68-822B-4BAE-A821-645FD131C042}" destId="{0FF20F1D-FBDE-4152-81DE-6F789E789624}" srcOrd="0" destOrd="0" parTransId="{7780008A-992E-4F99-87C4-D8762AAE0DD9}" sibTransId="{C4FDD422-D68F-49F4-8017-5C3206FA0810}"/>
    <dgm:cxn modelId="{8A3BC6C6-1ACB-4713-96E0-88991889DB9F}" type="presParOf" srcId="{D2FF3C0C-A57D-4BE7-9126-73C9388D352C}" destId="{106A16F7-A6FD-4358-A12D-77831ABFB16E}" srcOrd="0" destOrd="0" presId="urn:microsoft.com/office/officeart/2005/8/layout/chevron2"/>
    <dgm:cxn modelId="{6D1D6D69-8C5C-4EEB-9587-5789DAE7CAFF}" type="presParOf" srcId="{106A16F7-A6FD-4358-A12D-77831ABFB16E}" destId="{7094588E-A870-48AB-8A0E-0AC5EB49A7E8}" srcOrd="0" destOrd="0" presId="urn:microsoft.com/office/officeart/2005/8/layout/chevron2"/>
    <dgm:cxn modelId="{40885980-6F64-499B-AB1C-43613FFFC567}" type="presParOf" srcId="{106A16F7-A6FD-4358-A12D-77831ABFB16E}" destId="{EB43CCF2-8339-47C3-9B14-EB99E4A5C083}" srcOrd="1" destOrd="0" presId="urn:microsoft.com/office/officeart/2005/8/layout/chevron2"/>
    <dgm:cxn modelId="{C2A4FD06-D747-44E7-A794-865AD21E7D91}" type="presParOf" srcId="{D2FF3C0C-A57D-4BE7-9126-73C9388D352C}" destId="{B859EAB0-ACE0-4AC8-A34C-B49944952C71}" srcOrd="1" destOrd="0" presId="urn:microsoft.com/office/officeart/2005/8/layout/chevron2"/>
    <dgm:cxn modelId="{9B16E005-2A1B-41BA-A4C8-3DEF41D0FAA9}" type="presParOf" srcId="{D2FF3C0C-A57D-4BE7-9126-73C9388D352C}" destId="{B46CA136-7EDD-4964-98B6-DF2BE0CAE5EB}" srcOrd="2" destOrd="0" presId="urn:microsoft.com/office/officeart/2005/8/layout/chevron2"/>
    <dgm:cxn modelId="{E3A48C61-88ED-4932-8486-0CC15C04197A}" type="presParOf" srcId="{B46CA136-7EDD-4964-98B6-DF2BE0CAE5EB}" destId="{2839C822-025F-406B-B170-14FF2E657491}" srcOrd="0" destOrd="0" presId="urn:microsoft.com/office/officeart/2005/8/layout/chevron2"/>
    <dgm:cxn modelId="{083A0916-FD89-4E00-B019-6F0CA25B706A}" type="presParOf" srcId="{B46CA136-7EDD-4964-98B6-DF2BE0CAE5EB}" destId="{EB64B09D-8282-42C8-B0C6-35B1F12D7A51}" srcOrd="1" destOrd="0" presId="urn:microsoft.com/office/officeart/2005/8/layout/chevron2"/>
    <dgm:cxn modelId="{3C20295D-0AA1-4B73-A4DC-9AE1B989C39D}" type="presParOf" srcId="{D2FF3C0C-A57D-4BE7-9126-73C9388D352C}" destId="{83714818-A145-4BA6-A750-CC68294E6095}" srcOrd="3" destOrd="0" presId="urn:microsoft.com/office/officeart/2005/8/layout/chevron2"/>
    <dgm:cxn modelId="{4F8F35D2-0555-4C07-A04A-3A84C4A068F3}" type="presParOf" srcId="{D2FF3C0C-A57D-4BE7-9126-73C9388D352C}" destId="{692E3041-7FA1-4A7E-B1A6-E458CB0D24E6}" srcOrd="4" destOrd="0" presId="urn:microsoft.com/office/officeart/2005/8/layout/chevron2"/>
    <dgm:cxn modelId="{09F35949-32A3-44B0-85F7-9389A4027E3F}" type="presParOf" srcId="{692E3041-7FA1-4A7E-B1A6-E458CB0D24E6}" destId="{882E712A-B798-418E-9E2D-7F63DE937DCA}" srcOrd="0" destOrd="0" presId="urn:microsoft.com/office/officeart/2005/8/layout/chevron2"/>
    <dgm:cxn modelId="{0D69F950-7561-4CCF-9D37-685A1BA52685}" type="presParOf" srcId="{692E3041-7FA1-4A7E-B1A6-E458CB0D24E6}" destId="{B62CDBAB-E812-4EAA-B3FD-665951639172}" srcOrd="1" destOrd="0" presId="urn:microsoft.com/office/officeart/2005/8/layout/chevron2"/>
    <dgm:cxn modelId="{7CBC39AE-9884-412B-A036-26B23B55C948}" type="presParOf" srcId="{D2FF3C0C-A57D-4BE7-9126-73C9388D352C}" destId="{FB4DD7FF-32CA-480C-8BC3-B42ED8FE0D7E}" srcOrd="5" destOrd="0" presId="urn:microsoft.com/office/officeart/2005/8/layout/chevron2"/>
    <dgm:cxn modelId="{07905905-DC22-4E82-ACC1-9A1AB44E250A}" type="presParOf" srcId="{D2FF3C0C-A57D-4BE7-9126-73C9388D352C}" destId="{64604628-CB9E-4524-9528-4BDE87800605}" srcOrd="6" destOrd="0" presId="urn:microsoft.com/office/officeart/2005/8/layout/chevron2"/>
    <dgm:cxn modelId="{96081E6B-5A9D-498A-B585-E61CD424E0FF}" type="presParOf" srcId="{64604628-CB9E-4524-9528-4BDE87800605}" destId="{82E11FA9-4386-4114-8358-CBECE6514A6A}" srcOrd="0" destOrd="0" presId="urn:microsoft.com/office/officeart/2005/8/layout/chevron2"/>
    <dgm:cxn modelId="{204498ED-151C-4FBA-B4D4-68E6EE7D41A1}" type="presParOf" srcId="{64604628-CB9E-4524-9528-4BDE87800605}" destId="{A7F201C9-919B-4117-A1DF-914BD6E46C87}" srcOrd="1" destOrd="0" presId="urn:microsoft.com/office/officeart/2005/8/layout/chevron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45F828-3340-4316-8EC5-996E8CF08B9D}">
      <dsp:nvSpPr>
        <dsp:cNvPr id="0" name=""/>
        <dsp:cNvSpPr/>
      </dsp:nvSpPr>
      <dsp:spPr>
        <a:xfrm>
          <a:off x="1915" y="1277641"/>
          <a:ext cx="837323" cy="502394"/>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t>Observe</a:t>
          </a:r>
          <a:endParaRPr lang="en-PK" sz="1400" kern="1200" dirty="0"/>
        </a:p>
      </dsp:txBody>
      <dsp:txXfrm>
        <a:off x="16630" y="1292356"/>
        <a:ext cx="807893" cy="472964"/>
      </dsp:txXfrm>
    </dsp:sp>
    <dsp:sp modelId="{7EA166A0-E5BD-4003-9F55-F0F12A3033B2}">
      <dsp:nvSpPr>
        <dsp:cNvPr id="0" name=""/>
        <dsp:cNvSpPr/>
      </dsp:nvSpPr>
      <dsp:spPr>
        <a:xfrm>
          <a:off x="922971" y="1425010"/>
          <a:ext cx="177512" cy="207656"/>
        </a:xfrm>
        <a:prstGeom prst="rightArrow">
          <a:avLst>
            <a:gd name="adj1" fmla="val 60000"/>
            <a:gd name="adj2" fmla="val 5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PK" sz="800" kern="1200"/>
        </a:p>
      </dsp:txBody>
      <dsp:txXfrm>
        <a:off x="922971" y="1466541"/>
        <a:ext cx="124258" cy="124594"/>
      </dsp:txXfrm>
    </dsp:sp>
    <dsp:sp modelId="{1D199DA5-7A40-4DFD-B98D-1E25A9924815}">
      <dsp:nvSpPr>
        <dsp:cNvPr id="0" name=""/>
        <dsp:cNvSpPr/>
      </dsp:nvSpPr>
      <dsp:spPr>
        <a:xfrm>
          <a:off x="1174168" y="1277641"/>
          <a:ext cx="837323" cy="502394"/>
        </a:xfrm>
        <a:prstGeom prst="roundRect">
          <a:avLst>
            <a:gd name="adj" fmla="val 10000"/>
          </a:avLst>
        </a:prstGeom>
        <a:gradFill rotWithShape="0">
          <a:gsLst>
            <a:gs pos="0">
              <a:schemeClr val="accent3">
                <a:hueOff val="1372388"/>
                <a:satOff val="8237"/>
                <a:lumOff val="6275"/>
                <a:alphaOff val="0"/>
                <a:satMod val="103000"/>
                <a:lumMod val="102000"/>
                <a:tint val="94000"/>
              </a:schemeClr>
            </a:gs>
            <a:gs pos="50000">
              <a:schemeClr val="accent3">
                <a:hueOff val="1372388"/>
                <a:satOff val="8237"/>
                <a:lumOff val="6275"/>
                <a:alphaOff val="0"/>
                <a:satMod val="110000"/>
                <a:lumMod val="100000"/>
                <a:shade val="100000"/>
              </a:schemeClr>
            </a:gs>
            <a:gs pos="100000">
              <a:schemeClr val="accent3">
                <a:hueOff val="1372388"/>
                <a:satOff val="8237"/>
                <a:lumOff val="627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t>Interpret</a:t>
          </a:r>
          <a:endParaRPr lang="en-PK" sz="1400" kern="1200" dirty="0"/>
        </a:p>
      </dsp:txBody>
      <dsp:txXfrm>
        <a:off x="1188883" y="1292356"/>
        <a:ext cx="807893" cy="472964"/>
      </dsp:txXfrm>
    </dsp:sp>
    <dsp:sp modelId="{82E2F3E7-44A9-4917-8964-1742A2BD61BE}">
      <dsp:nvSpPr>
        <dsp:cNvPr id="0" name=""/>
        <dsp:cNvSpPr/>
      </dsp:nvSpPr>
      <dsp:spPr>
        <a:xfrm>
          <a:off x="2095224" y="1425010"/>
          <a:ext cx="177512" cy="207656"/>
        </a:xfrm>
        <a:prstGeom prst="rightArrow">
          <a:avLst>
            <a:gd name="adj1" fmla="val 60000"/>
            <a:gd name="adj2" fmla="val 50000"/>
          </a:avLst>
        </a:prstGeom>
        <a:gradFill rotWithShape="0">
          <a:gsLst>
            <a:gs pos="0">
              <a:schemeClr val="accent3">
                <a:hueOff val="2058582"/>
                <a:satOff val="12356"/>
                <a:lumOff val="9413"/>
                <a:alphaOff val="0"/>
                <a:satMod val="103000"/>
                <a:lumMod val="102000"/>
                <a:tint val="94000"/>
              </a:schemeClr>
            </a:gs>
            <a:gs pos="50000">
              <a:schemeClr val="accent3">
                <a:hueOff val="2058582"/>
                <a:satOff val="12356"/>
                <a:lumOff val="9413"/>
                <a:alphaOff val="0"/>
                <a:satMod val="110000"/>
                <a:lumMod val="100000"/>
                <a:shade val="100000"/>
              </a:schemeClr>
            </a:gs>
            <a:gs pos="100000">
              <a:schemeClr val="accent3">
                <a:hueOff val="2058582"/>
                <a:satOff val="12356"/>
                <a:lumOff val="941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PK" sz="800" kern="1200"/>
        </a:p>
      </dsp:txBody>
      <dsp:txXfrm>
        <a:off x="2095224" y="1466541"/>
        <a:ext cx="124258" cy="124594"/>
      </dsp:txXfrm>
    </dsp:sp>
    <dsp:sp modelId="{0BD68431-FB72-4243-BB32-EED952FED1BD}">
      <dsp:nvSpPr>
        <dsp:cNvPr id="0" name=""/>
        <dsp:cNvSpPr/>
      </dsp:nvSpPr>
      <dsp:spPr>
        <a:xfrm>
          <a:off x="2346421" y="1277641"/>
          <a:ext cx="837323" cy="502394"/>
        </a:xfrm>
        <a:prstGeom prst="roundRect">
          <a:avLst>
            <a:gd name="adj" fmla="val 10000"/>
          </a:avLst>
        </a:prstGeom>
        <a:gradFill rotWithShape="0">
          <a:gsLst>
            <a:gs pos="0">
              <a:schemeClr val="accent3">
                <a:hueOff val="2744775"/>
                <a:satOff val="16475"/>
                <a:lumOff val="12550"/>
                <a:alphaOff val="0"/>
                <a:satMod val="103000"/>
                <a:lumMod val="102000"/>
                <a:tint val="94000"/>
              </a:schemeClr>
            </a:gs>
            <a:gs pos="50000">
              <a:schemeClr val="accent3">
                <a:hueOff val="2744775"/>
                <a:satOff val="16475"/>
                <a:lumOff val="12550"/>
                <a:alphaOff val="0"/>
                <a:satMod val="110000"/>
                <a:lumMod val="100000"/>
                <a:shade val="100000"/>
              </a:schemeClr>
            </a:gs>
            <a:gs pos="100000">
              <a:schemeClr val="accent3">
                <a:hueOff val="2744775"/>
                <a:satOff val="16475"/>
                <a:lumOff val="1255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dirty="0"/>
            <a:t>Decide</a:t>
          </a:r>
          <a:endParaRPr lang="en-PK" sz="1400" kern="1200" dirty="0"/>
        </a:p>
      </dsp:txBody>
      <dsp:txXfrm>
        <a:off x="2361136" y="1292356"/>
        <a:ext cx="807893" cy="472964"/>
      </dsp:txXfrm>
    </dsp:sp>
    <dsp:sp modelId="{8B084D11-2B4E-41A0-9906-2628E8A69CEA}">
      <dsp:nvSpPr>
        <dsp:cNvPr id="0" name=""/>
        <dsp:cNvSpPr/>
      </dsp:nvSpPr>
      <dsp:spPr>
        <a:xfrm>
          <a:off x="3267477" y="1425010"/>
          <a:ext cx="177512" cy="207656"/>
        </a:xfrm>
        <a:prstGeom prst="rightArrow">
          <a:avLst>
            <a:gd name="adj1" fmla="val 60000"/>
            <a:gd name="adj2" fmla="val 50000"/>
          </a:avLst>
        </a:prstGeom>
        <a:gradFill rotWithShape="0">
          <a:gsLst>
            <a:gs pos="0">
              <a:schemeClr val="accent3">
                <a:hueOff val="4117163"/>
                <a:satOff val="24712"/>
                <a:lumOff val="18825"/>
                <a:alphaOff val="0"/>
                <a:satMod val="103000"/>
                <a:lumMod val="102000"/>
                <a:tint val="94000"/>
              </a:schemeClr>
            </a:gs>
            <a:gs pos="50000">
              <a:schemeClr val="accent3">
                <a:hueOff val="4117163"/>
                <a:satOff val="24712"/>
                <a:lumOff val="18825"/>
                <a:alphaOff val="0"/>
                <a:satMod val="110000"/>
                <a:lumMod val="100000"/>
                <a:shade val="100000"/>
              </a:schemeClr>
            </a:gs>
            <a:gs pos="100000">
              <a:schemeClr val="accent3">
                <a:hueOff val="4117163"/>
                <a:satOff val="24712"/>
                <a:lumOff val="1882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PK" sz="800" kern="1200"/>
        </a:p>
      </dsp:txBody>
      <dsp:txXfrm>
        <a:off x="3267477" y="1466541"/>
        <a:ext cx="124258" cy="124594"/>
      </dsp:txXfrm>
    </dsp:sp>
    <dsp:sp modelId="{06206196-6438-4472-927A-3958183C1A1D}">
      <dsp:nvSpPr>
        <dsp:cNvPr id="0" name=""/>
        <dsp:cNvSpPr/>
      </dsp:nvSpPr>
      <dsp:spPr>
        <a:xfrm>
          <a:off x="3518675" y="1277641"/>
          <a:ext cx="837323" cy="502394"/>
        </a:xfrm>
        <a:prstGeom prst="roundRect">
          <a:avLst>
            <a:gd name="adj" fmla="val 10000"/>
          </a:avLst>
        </a:prstGeom>
        <a:gradFill rotWithShape="0">
          <a:gsLst>
            <a:gs pos="0">
              <a:schemeClr val="accent3">
                <a:hueOff val="4117163"/>
                <a:satOff val="24712"/>
                <a:lumOff val="18825"/>
                <a:alphaOff val="0"/>
                <a:satMod val="103000"/>
                <a:lumMod val="102000"/>
                <a:tint val="94000"/>
              </a:schemeClr>
            </a:gs>
            <a:gs pos="50000">
              <a:schemeClr val="accent3">
                <a:hueOff val="4117163"/>
                <a:satOff val="24712"/>
                <a:lumOff val="18825"/>
                <a:alphaOff val="0"/>
                <a:satMod val="110000"/>
                <a:lumMod val="100000"/>
                <a:shade val="100000"/>
              </a:schemeClr>
            </a:gs>
            <a:gs pos="100000">
              <a:schemeClr val="accent3">
                <a:hueOff val="4117163"/>
                <a:satOff val="24712"/>
                <a:lumOff val="1882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GB" sz="1400" kern="1200"/>
            <a:t>Act</a:t>
          </a:r>
          <a:endParaRPr lang="en-PK" sz="1400" kern="1200" dirty="0"/>
        </a:p>
      </dsp:txBody>
      <dsp:txXfrm>
        <a:off x="3533390" y="1292356"/>
        <a:ext cx="807893" cy="4729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EB4E0E-FD32-4CD8-8141-D51B8EA04F69}">
      <dsp:nvSpPr>
        <dsp:cNvPr id="0" name=""/>
        <dsp:cNvSpPr/>
      </dsp:nvSpPr>
      <dsp:spPr>
        <a:xfrm>
          <a:off x="2667" y="844027"/>
          <a:ext cx="1982858" cy="793143"/>
        </a:xfrm>
        <a:prstGeom prst="chevron">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n-GB" sz="2000" kern="1200" dirty="0"/>
            <a:t>1:Explicit Rules</a:t>
          </a:r>
          <a:endParaRPr lang="en-PK" sz="2000" kern="1200" dirty="0"/>
        </a:p>
      </dsp:txBody>
      <dsp:txXfrm>
        <a:off x="399239" y="844027"/>
        <a:ext cx="1189715" cy="793143"/>
      </dsp:txXfrm>
    </dsp:sp>
    <dsp:sp modelId="{9F98DEAA-08A7-4796-97A3-0543B0101DBA}">
      <dsp:nvSpPr>
        <dsp:cNvPr id="0" name=""/>
        <dsp:cNvSpPr/>
      </dsp:nvSpPr>
      <dsp:spPr>
        <a:xfrm>
          <a:off x="1727754" y="911444"/>
          <a:ext cx="4359355" cy="658309"/>
        </a:xfrm>
        <a:prstGeom prst="chevron">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7940" tIns="13970" rIns="0" bIns="13970" numCol="1" spcCol="1270" anchor="ctr" anchorCtr="0">
          <a:noAutofit/>
        </a:bodyPr>
        <a:lstStyle/>
        <a:p>
          <a:pPr marL="0" lvl="0" indent="0" algn="ctr" defTabSz="977900">
            <a:lnSpc>
              <a:spcPct val="90000"/>
            </a:lnSpc>
            <a:spcBef>
              <a:spcPct val="0"/>
            </a:spcBef>
            <a:spcAft>
              <a:spcPct val="35000"/>
            </a:spcAft>
            <a:buNone/>
          </a:pPr>
          <a:r>
            <a:rPr lang="en-GB" sz="2200" kern="1200" dirty="0"/>
            <a:t>“Tell me what to do?”</a:t>
          </a:r>
          <a:endParaRPr lang="en-PK" sz="2200" kern="1200" dirty="0"/>
        </a:p>
      </dsp:txBody>
      <dsp:txXfrm>
        <a:off x="2056909" y="911444"/>
        <a:ext cx="3701046" cy="658309"/>
      </dsp:txXfrm>
    </dsp:sp>
    <dsp:sp modelId="{084BCDCE-1AA6-4894-96B5-7DC13DA4701C}">
      <dsp:nvSpPr>
        <dsp:cNvPr id="0" name=""/>
        <dsp:cNvSpPr/>
      </dsp:nvSpPr>
      <dsp:spPr>
        <a:xfrm>
          <a:off x="2667" y="1748211"/>
          <a:ext cx="1982858" cy="793143"/>
        </a:xfrm>
        <a:prstGeom prst="chevron">
          <a:avLst/>
        </a:prstGeom>
        <a:gradFill rotWithShape="0">
          <a:gsLst>
            <a:gs pos="0">
              <a:schemeClr val="accent3">
                <a:hueOff val="4117163"/>
                <a:satOff val="24712"/>
                <a:lumOff val="18825"/>
                <a:alphaOff val="0"/>
                <a:satMod val="103000"/>
                <a:lumMod val="102000"/>
                <a:tint val="94000"/>
              </a:schemeClr>
            </a:gs>
            <a:gs pos="50000">
              <a:schemeClr val="accent3">
                <a:hueOff val="4117163"/>
                <a:satOff val="24712"/>
                <a:lumOff val="18825"/>
                <a:alphaOff val="0"/>
                <a:satMod val="110000"/>
                <a:lumMod val="100000"/>
                <a:shade val="100000"/>
              </a:schemeClr>
            </a:gs>
            <a:gs pos="100000">
              <a:schemeClr val="accent3">
                <a:hueOff val="4117163"/>
                <a:satOff val="24712"/>
                <a:lumOff val="1882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5400" tIns="12700" rIns="0" bIns="12700" numCol="1" spcCol="1270" anchor="ctr" anchorCtr="0">
          <a:noAutofit/>
        </a:bodyPr>
        <a:lstStyle/>
        <a:p>
          <a:pPr marL="0" lvl="0" indent="0" algn="ctr" defTabSz="889000">
            <a:lnSpc>
              <a:spcPct val="90000"/>
            </a:lnSpc>
            <a:spcBef>
              <a:spcPct val="0"/>
            </a:spcBef>
            <a:spcAft>
              <a:spcPct val="35000"/>
            </a:spcAft>
            <a:buNone/>
          </a:pPr>
          <a:r>
            <a:rPr lang="en-GB" sz="2000" kern="1200" dirty="0"/>
            <a:t>2:Machine Learning</a:t>
          </a:r>
          <a:endParaRPr lang="en-PK" sz="2000" kern="1200" dirty="0"/>
        </a:p>
      </dsp:txBody>
      <dsp:txXfrm>
        <a:off x="399239" y="1748211"/>
        <a:ext cx="1189715" cy="793143"/>
      </dsp:txXfrm>
    </dsp:sp>
    <dsp:sp modelId="{A8A63A51-DA04-4724-A57C-F89D5DE8800B}">
      <dsp:nvSpPr>
        <dsp:cNvPr id="0" name=""/>
        <dsp:cNvSpPr/>
      </dsp:nvSpPr>
      <dsp:spPr>
        <a:xfrm>
          <a:off x="1727754" y="1812932"/>
          <a:ext cx="4394608" cy="663700"/>
        </a:xfrm>
        <a:prstGeom prst="chevron">
          <a:avLst/>
        </a:prstGeom>
        <a:solidFill>
          <a:schemeClr val="accent3">
            <a:tint val="40000"/>
            <a:alpha val="90000"/>
            <a:hueOff val="5055155"/>
            <a:satOff val="44705"/>
            <a:lumOff val="5295"/>
            <a:alphaOff val="0"/>
          </a:schemeClr>
        </a:solidFill>
        <a:ln w="12700" cap="flat" cmpd="sng" algn="ctr">
          <a:solidFill>
            <a:schemeClr val="accent3">
              <a:tint val="40000"/>
              <a:alpha val="90000"/>
              <a:hueOff val="5055155"/>
              <a:satOff val="44705"/>
              <a:lumOff val="5295"/>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7940" tIns="13970" rIns="0" bIns="13970" numCol="1" spcCol="1270" anchor="ctr" anchorCtr="0">
          <a:noAutofit/>
        </a:bodyPr>
        <a:lstStyle/>
        <a:p>
          <a:pPr marL="0" lvl="0" indent="0" algn="ctr" defTabSz="977900">
            <a:lnSpc>
              <a:spcPct val="90000"/>
            </a:lnSpc>
            <a:spcBef>
              <a:spcPct val="0"/>
            </a:spcBef>
            <a:spcAft>
              <a:spcPct val="35000"/>
            </a:spcAft>
            <a:buNone/>
          </a:pPr>
          <a:r>
            <a:rPr lang="en-GB" sz="2200" kern="1200" dirty="0"/>
            <a:t>“Show me examples, So I can learn pattern”</a:t>
          </a:r>
          <a:endParaRPr lang="en-PK" sz="2200" kern="1200" dirty="0"/>
        </a:p>
      </dsp:txBody>
      <dsp:txXfrm>
        <a:off x="2059604" y="1812932"/>
        <a:ext cx="3730908" cy="6637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7AB67E-2E27-4ACA-B6E9-7B5EA8CC814D}">
      <dsp:nvSpPr>
        <dsp:cNvPr id="0" name=""/>
        <dsp:cNvSpPr/>
      </dsp:nvSpPr>
      <dsp:spPr>
        <a:xfrm>
          <a:off x="3509911" y="484478"/>
          <a:ext cx="1283372" cy="1283610"/>
        </a:xfrm>
        <a:prstGeom prst="ellipse">
          <a:avLst/>
        </a:prstGeom>
        <a:solidFill>
          <a:schemeClr val="accent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A49ABFF-672D-47F6-A77B-CAF76A98F89E}">
      <dsp:nvSpPr>
        <dsp:cNvPr id="0" name=""/>
        <dsp:cNvSpPr/>
      </dsp:nvSpPr>
      <dsp:spPr>
        <a:xfrm>
          <a:off x="3552523" y="527273"/>
          <a:ext cx="1198148" cy="1198021"/>
        </a:xfrm>
        <a:prstGeom prst="ellipse">
          <a:avLst/>
        </a:prstGeom>
        <a:solidFill>
          <a:schemeClr val="accent2">
            <a:lumMod val="20000"/>
            <a:lumOff val="80000"/>
            <a:alpha val="9000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b="1" kern="1200" dirty="0"/>
            <a:t>Reason</a:t>
          </a:r>
          <a:endParaRPr lang="en-PK" sz="1600" b="1" kern="1200" dirty="0"/>
        </a:p>
      </dsp:txBody>
      <dsp:txXfrm>
        <a:off x="3723807" y="698451"/>
        <a:ext cx="855581" cy="855665"/>
      </dsp:txXfrm>
    </dsp:sp>
    <dsp:sp modelId="{CBE4F362-9F6D-4544-90BC-6A7BC297AA2C}">
      <dsp:nvSpPr>
        <dsp:cNvPr id="0" name=""/>
        <dsp:cNvSpPr/>
      </dsp:nvSpPr>
      <dsp:spPr>
        <a:xfrm rot="2700000">
          <a:off x="2185054" y="486030"/>
          <a:ext cx="1280281" cy="1280281"/>
        </a:xfrm>
        <a:prstGeom prst="teardrop">
          <a:avLst>
            <a:gd name="adj" fmla="val 100000"/>
          </a:avLst>
        </a:prstGeom>
        <a:solidFill>
          <a:schemeClr val="accent3">
            <a:lumMod val="40000"/>
            <a:lumOff val="6000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1D284F-4303-4099-93BB-E3C415F1A877}">
      <dsp:nvSpPr>
        <dsp:cNvPr id="0" name=""/>
        <dsp:cNvSpPr/>
      </dsp:nvSpPr>
      <dsp:spPr>
        <a:xfrm>
          <a:off x="2226121" y="527273"/>
          <a:ext cx="1198148" cy="1198021"/>
        </a:xfrm>
        <a:prstGeom prst="ellipse">
          <a:avLst/>
        </a:prstGeom>
        <a:solidFill>
          <a:schemeClr val="accent6">
            <a:lumMod val="20000"/>
            <a:lumOff val="80000"/>
            <a:alpha val="9000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b="1" kern="1200" dirty="0"/>
            <a:t>Align</a:t>
          </a:r>
          <a:endParaRPr lang="en-PK" sz="1600" b="1" kern="1200" dirty="0"/>
        </a:p>
      </dsp:txBody>
      <dsp:txXfrm>
        <a:off x="2397404" y="698451"/>
        <a:ext cx="855581" cy="855665"/>
      </dsp:txXfrm>
    </dsp:sp>
    <dsp:sp modelId="{B864BE26-496E-4AE4-8FCF-B7B8E4236B30}">
      <dsp:nvSpPr>
        <dsp:cNvPr id="0" name=""/>
        <dsp:cNvSpPr/>
      </dsp:nvSpPr>
      <dsp:spPr>
        <a:xfrm rot="2700000">
          <a:off x="858652" y="486030"/>
          <a:ext cx="1280281" cy="1280281"/>
        </a:xfrm>
        <a:prstGeom prst="teardrop">
          <a:avLst>
            <a:gd name="adj" fmla="val 100000"/>
          </a:avLst>
        </a:prstGeom>
        <a:solidFill>
          <a:srgbClr val="00B0F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AD32530-BD78-47CF-A38D-4D355058044D}">
      <dsp:nvSpPr>
        <dsp:cNvPr id="0" name=""/>
        <dsp:cNvSpPr/>
      </dsp:nvSpPr>
      <dsp:spPr>
        <a:xfrm>
          <a:off x="899718" y="527273"/>
          <a:ext cx="1198148" cy="1198021"/>
        </a:xfrm>
        <a:prstGeom prst="ellipse">
          <a:avLst/>
        </a:prstGeom>
        <a:solidFill>
          <a:schemeClr val="accent4">
            <a:lumMod val="20000"/>
            <a:lumOff val="80000"/>
          </a:schemeClr>
        </a:solidFill>
        <a:ln w="19050" cap="flat" cmpd="sng" algn="ctr">
          <a:solidFill>
            <a:schemeClr val="tx2">
              <a:lumMod val="75000"/>
              <a:lumOff val="2500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GB" sz="1600" b="1" kern="1200" dirty="0"/>
            <a:t>Perceive</a:t>
          </a:r>
          <a:endParaRPr lang="en-PK" sz="1600" b="1" kern="1200" dirty="0"/>
        </a:p>
      </dsp:txBody>
      <dsp:txXfrm>
        <a:off x="1071002" y="698451"/>
        <a:ext cx="855581" cy="85566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01C99B-DA06-4F88-AC23-1F5192F7E98E}">
      <dsp:nvSpPr>
        <dsp:cNvPr id="0" name=""/>
        <dsp:cNvSpPr/>
      </dsp:nvSpPr>
      <dsp:spPr>
        <a:xfrm>
          <a:off x="0" y="253341"/>
          <a:ext cx="2896268" cy="1737761"/>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t" anchorCtr="0">
          <a:noAutofit/>
        </a:bodyPr>
        <a:lstStyle/>
        <a:p>
          <a:pPr marL="0" lvl="0" indent="0" algn="ctr" defTabSz="933450">
            <a:lnSpc>
              <a:spcPct val="90000"/>
            </a:lnSpc>
            <a:spcBef>
              <a:spcPct val="0"/>
            </a:spcBef>
            <a:spcAft>
              <a:spcPct val="35000"/>
            </a:spcAft>
            <a:buFont typeface="Arial" panose="020B0604020202020204" pitchFamily="34" charset="0"/>
            <a:buNone/>
          </a:pPr>
          <a:r>
            <a:rPr lang="en-PK" sz="2100" b="1" kern="1200" dirty="0"/>
            <a:t>Vision</a:t>
          </a:r>
        </a:p>
        <a:p>
          <a:pPr marL="171450" lvl="1" indent="-171450" algn="l" defTabSz="711200">
            <a:lnSpc>
              <a:spcPct val="90000"/>
            </a:lnSpc>
            <a:spcBef>
              <a:spcPct val="0"/>
            </a:spcBef>
            <a:spcAft>
              <a:spcPct val="15000"/>
            </a:spcAft>
            <a:buFont typeface="Arial" panose="020B0604020202020204" pitchFamily="34" charset="0"/>
            <a:buChar char="•"/>
          </a:pPr>
          <a:r>
            <a:rPr lang="en-PK" sz="1600" kern="1200" dirty="0"/>
            <a:t>Spatial structure</a:t>
          </a:r>
        </a:p>
        <a:p>
          <a:pPr marL="171450" lvl="1" indent="-171450" algn="l" defTabSz="711200">
            <a:lnSpc>
              <a:spcPct val="90000"/>
            </a:lnSpc>
            <a:spcBef>
              <a:spcPct val="0"/>
            </a:spcBef>
            <a:spcAft>
              <a:spcPct val="15000"/>
            </a:spcAft>
            <a:buChar char="•"/>
          </a:pPr>
          <a:r>
            <a:rPr lang="en-PK" sz="1600" kern="1200"/>
            <a:t>High-dimensional</a:t>
          </a:r>
          <a:endParaRPr lang="en-PK" sz="1600" kern="1200" dirty="0"/>
        </a:p>
        <a:p>
          <a:pPr marL="171450" lvl="1" indent="-171450" algn="l" defTabSz="711200">
            <a:lnSpc>
              <a:spcPct val="90000"/>
            </a:lnSpc>
            <a:spcBef>
              <a:spcPct val="0"/>
            </a:spcBef>
            <a:spcAft>
              <a:spcPct val="15000"/>
            </a:spcAft>
            <a:buChar char="•"/>
          </a:pPr>
          <a:r>
            <a:rPr lang="en-PK" sz="1600" kern="1200"/>
            <a:t>Strong local relationships</a:t>
          </a:r>
          <a:endParaRPr lang="en-PK" sz="1600" kern="1200" dirty="0"/>
        </a:p>
        <a:p>
          <a:pPr marL="171450" lvl="1" indent="-171450" algn="l" defTabSz="711200">
            <a:lnSpc>
              <a:spcPct val="90000"/>
            </a:lnSpc>
            <a:spcBef>
              <a:spcPct val="0"/>
            </a:spcBef>
            <a:spcAft>
              <a:spcPct val="15000"/>
            </a:spcAft>
            <a:buChar char="•"/>
          </a:pPr>
          <a:r>
            <a:rPr lang="en-PK" sz="1600" kern="1200" dirty="0"/>
            <a:t>Rich visual semantics</a:t>
          </a:r>
        </a:p>
      </dsp:txBody>
      <dsp:txXfrm>
        <a:off x="0" y="253341"/>
        <a:ext cx="2896268" cy="1737761"/>
      </dsp:txXfrm>
    </dsp:sp>
    <dsp:sp modelId="{FB618F53-289D-4BFE-BF5A-FBA658FC885A}">
      <dsp:nvSpPr>
        <dsp:cNvPr id="0" name=""/>
        <dsp:cNvSpPr/>
      </dsp:nvSpPr>
      <dsp:spPr>
        <a:xfrm>
          <a:off x="3185895" y="253341"/>
          <a:ext cx="2896268" cy="1737761"/>
        </a:xfrm>
        <a:prstGeom prst="rect">
          <a:avLst/>
        </a:prstGeom>
        <a:gradFill rotWithShape="0">
          <a:gsLst>
            <a:gs pos="0">
              <a:schemeClr val="accent3">
                <a:hueOff val="1029291"/>
                <a:satOff val="6178"/>
                <a:lumOff val="4706"/>
                <a:alphaOff val="0"/>
                <a:satMod val="103000"/>
                <a:lumMod val="102000"/>
                <a:tint val="94000"/>
              </a:schemeClr>
            </a:gs>
            <a:gs pos="50000">
              <a:schemeClr val="accent3">
                <a:hueOff val="1029291"/>
                <a:satOff val="6178"/>
                <a:lumOff val="4706"/>
                <a:alphaOff val="0"/>
                <a:satMod val="110000"/>
                <a:lumMod val="100000"/>
                <a:shade val="100000"/>
              </a:schemeClr>
            </a:gs>
            <a:gs pos="100000">
              <a:schemeClr val="accent3">
                <a:hueOff val="1029291"/>
                <a:satOff val="6178"/>
                <a:lumOff val="4706"/>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t" anchorCtr="0">
          <a:noAutofit/>
        </a:bodyPr>
        <a:lstStyle/>
        <a:p>
          <a:pPr marL="0" lvl="0" indent="0" algn="ctr" defTabSz="933450">
            <a:lnSpc>
              <a:spcPct val="90000"/>
            </a:lnSpc>
            <a:spcBef>
              <a:spcPct val="0"/>
            </a:spcBef>
            <a:spcAft>
              <a:spcPct val="35000"/>
            </a:spcAft>
            <a:buFont typeface="Arial" panose="020B0604020202020204" pitchFamily="34" charset="0"/>
            <a:buNone/>
          </a:pPr>
          <a:r>
            <a:rPr lang="en-PK" sz="2100" b="1" kern="1200" dirty="0"/>
            <a:t>Text</a:t>
          </a:r>
        </a:p>
        <a:p>
          <a:pPr marL="171450" lvl="1" indent="-171450" algn="l" defTabSz="711200">
            <a:lnSpc>
              <a:spcPct val="90000"/>
            </a:lnSpc>
            <a:spcBef>
              <a:spcPct val="0"/>
            </a:spcBef>
            <a:spcAft>
              <a:spcPct val="15000"/>
            </a:spcAft>
            <a:buFont typeface="Arial" panose="020B0604020202020204" pitchFamily="34" charset="0"/>
            <a:buChar char="•"/>
          </a:pPr>
          <a:r>
            <a:rPr lang="en-PK" sz="1600" kern="1200" dirty="0"/>
            <a:t>Sequential / symbolic</a:t>
          </a:r>
        </a:p>
        <a:p>
          <a:pPr marL="171450" lvl="1" indent="-171450" algn="l" defTabSz="711200">
            <a:lnSpc>
              <a:spcPct val="90000"/>
            </a:lnSpc>
            <a:spcBef>
              <a:spcPct val="0"/>
            </a:spcBef>
            <a:spcAft>
              <a:spcPct val="15000"/>
            </a:spcAft>
            <a:buChar char="•"/>
          </a:pPr>
          <a:r>
            <a:rPr lang="en-PK" sz="1600" kern="1200" dirty="0"/>
            <a:t>Highly semantic</a:t>
          </a:r>
        </a:p>
        <a:p>
          <a:pPr marL="171450" lvl="1" indent="-171450" algn="l" defTabSz="711200">
            <a:lnSpc>
              <a:spcPct val="90000"/>
            </a:lnSpc>
            <a:spcBef>
              <a:spcPct val="0"/>
            </a:spcBef>
            <a:spcAft>
              <a:spcPct val="15000"/>
            </a:spcAft>
            <a:buChar char="•"/>
          </a:pPr>
          <a:r>
            <a:rPr lang="en-PK" sz="1600" kern="1200" dirty="0"/>
            <a:t>Discrete tokens</a:t>
          </a:r>
        </a:p>
      </dsp:txBody>
      <dsp:txXfrm>
        <a:off x="3185895" y="253341"/>
        <a:ext cx="2896268" cy="1737761"/>
      </dsp:txXfrm>
    </dsp:sp>
    <dsp:sp modelId="{B92F80EC-ACAF-4CBD-BF83-4D5B63702531}">
      <dsp:nvSpPr>
        <dsp:cNvPr id="0" name=""/>
        <dsp:cNvSpPr/>
      </dsp:nvSpPr>
      <dsp:spPr>
        <a:xfrm>
          <a:off x="6371790" y="253341"/>
          <a:ext cx="2896268" cy="1737761"/>
        </a:xfrm>
        <a:prstGeom prst="rect">
          <a:avLst/>
        </a:prstGeom>
        <a:gradFill rotWithShape="0">
          <a:gsLst>
            <a:gs pos="0">
              <a:schemeClr val="accent3">
                <a:hueOff val="2058582"/>
                <a:satOff val="12356"/>
                <a:lumOff val="9413"/>
                <a:alphaOff val="0"/>
                <a:satMod val="103000"/>
                <a:lumMod val="102000"/>
                <a:tint val="94000"/>
              </a:schemeClr>
            </a:gs>
            <a:gs pos="50000">
              <a:schemeClr val="accent3">
                <a:hueOff val="2058582"/>
                <a:satOff val="12356"/>
                <a:lumOff val="9413"/>
                <a:alphaOff val="0"/>
                <a:satMod val="110000"/>
                <a:lumMod val="100000"/>
                <a:shade val="100000"/>
              </a:schemeClr>
            </a:gs>
            <a:gs pos="100000">
              <a:schemeClr val="accent3">
                <a:hueOff val="2058582"/>
                <a:satOff val="12356"/>
                <a:lumOff val="941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t" anchorCtr="0">
          <a:noAutofit/>
        </a:bodyPr>
        <a:lstStyle/>
        <a:p>
          <a:pPr marL="0" lvl="0" indent="0" algn="ctr" defTabSz="889000">
            <a:lnSpc>
              <a:spcPct val="90000"/>
            </a:lnSpc>
            <a:spcBef>
              <a:spcPct val="0"/>
            </a:spcBef>
            <a:spcAft>
              <a:spcPct val="35000"/>
            </a:spcAft>
            <a:buFont typeface="Arial" panose="020B0604020202020204" pitchFamily="34" charset="0"/>
            <a:buNone/>
          </a:pPr>
          <a:r>
            <a:rPr lang="en-PK" sz="2000" b="1" kern="1200" dirty="0"/>
            <a:t>Audio</a:t>
          </a:r>
          <a:endParaRPr lang="en-GB" sz="2000" b="1" kern="1200" dirty="0"/>
        </a:p>
        <a:p>
          <a:pPr marL="171450" lvl="1" indent="-171450" algn="l" defTabSz="711200">
            <a:lnSpc>
              <a:spcPct val="90000"/>
            </a:lnSpc>
            <a:spcBef>
              <a:spcPct val="0"/>
            </a:spcBef>
            <a:spcAft>
              <a:spcPct val="15000"/>
            </a:spcAft>
            <a:buFont typeface="Arial" panose="020B0604020202020204" pitchFamily="34" charset="0"/>
            <a:buChar char="•"/>
          </a:pPr>
          <a:r>
            <a:rPr lang="en-PK" sz="1600" kern="1200" dirty="0"/>
            <a:t>Temporal signal</a:t>
          </a:r>
        </a:p>
        <a:p>
          <a:pPr marL="171450" lvl="1" indent="-171450" algn="l" defTabSz="711200">
            <a:lnSpc>
              <a:spcPct val="90000"/>
            </a:lnSpc>
            <a:spcBef>
              <a:spcPct val="0"/>
            </a:spcBef>
            <a:spcAft>
              <a:spcPct val="15000"/>
            </a:spcAft>
            <a:buChar char="•"/>
          </a:pPr>
          <a:r>
            <a:rPr lang="en-PK" sz="1600" kern="1200"/>
            <a:t>Frequency structure</a:t>
          </a:r>
          <a:endParaRPr lang="en-PK" sz="1600" kern="1200" dirty="0"/>
        </a:p>
        <a:p>
          <a:pPr marL="171450" lvl="1" indent="-171450" algn="l" defTabSz="711200">
            <a:lnSpc>
              <a:spcPct val="90000"/>
            </a:lnSpc>
            <a:spcBef>
              <a:spcPct val="0"/>
            </a:spcBef>
            <a:spcAft>
              <a:spcPct val="15000"/>
            </a:spcAft>
            <a:buChar char="•"/>
          </a:pPr>
          <a:r>
            <a:rPr lang="en-PK" sz="1600" kern="1200" dirty="0"/>
            <a:t>Prosody and acoustic information</a:t>
          </a:r>
          <a:r>
            <a:rPr lang="en-US" sz="1600" kern="1200" dirty="0"/>
            <a:t> (</a:t>
          </a:r>
          <a:r>
            <a:rPr lang="en-US" sz="1000" kern="1200" dirty="0"/>
            <a:t>Tone, rhythm, and sound properties</a:t>
          </a:r>
          <a:r>
            <a:rPr lang="en-US" sz="1600" kern="1200" dirty="0"/>
            <a:t>)</a:t>
          </a:r>
          <a:endParaRPr lang="en-PK" sz="1600" kern="1200" dirty="0"/>
        </a:p>
      </dsp:txBody>
      <dsp:txXfrm>
        <a:off x="6371790" y="253341"/>
        <a:ext cx="2896268" cy="1737761"/>
      </dsp:txXfrm>
    </dsp:sp>
    <dsp:sp modelId="{957A22DB-C918-44D7-82CB-64FDDC2D9F29}">
      <dsp:nvSpPr>
        <dsp:cNvPr id="0" name=""/>
        <dsp:cNvSpPr/>
      </dsp:nvSpPr>
      <dsp:spPr>
        <a:xfrm>
          <a:off x="1065855" y="2280728"/>
          <a:ext cx="2896268" cy="1737761"/>
        </a:xfrm>
        <a:prstGeom prst="rect">
          <a:avLst/>
        </a:prstGeom>
        <a:gradFill rotWithShape="0">
          <a:gsLst>
            <a:gs pos="0">
              <a:schemeClr val="accent3">
                <a:hueOff val="3087872"/>
                <a:satOff val="18534"/>
                <a:lumOff val="14119"/>
                <a:alphaOff val="0"/>
                <a:satMod val="103000"/>
                <a:lumMod val="102000"/>
                <a:tint val="94000"/>
              </a:schemeClr>
            </a:gs>
            <a:gs pos="50000">
              <a:schemeClr val="accent3">
                <a:hueOff val="3087872"/>
                <a:satOff val="18534"/>
                <a:lumOff val="14119"/>
                <a:alphaOff val="0"/>
                <a:satMod val="110000"/>
                <a:lumMod val="100000"/>
                <a:shade val="100000"/>
              </a:schemeClr>
            </a:gs>
            <a:gs pos="100000">
              <a:schemeClr val="accent3">
                <a:hueOff val="3087872"/>
                <a:satOff val="18534"/>
                <a:lumOff val="14119"/>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t" anchorCtr="0">
          <a:noAutofit/>
        </a:bodyPr>
        <a:lstStyle/>
        <a:p>
          <a:pPr marL="0" lvl="0" indent="0" algn="ctr" defTabSz="933450">
            <a:lnSpc>
              <a:spcPct val="90000"/>
            </a:lnSpc>
            <a:spcBef>
              <a:spcPct val="0"/>
            </a:spcBef>
            <a:spcAft>
              <a:spcPct val="35000"/>
            </a:spcAft>
            <a:buFont typeface="Arial" panose="020B0604020202020204" pitchFamily="34" charset="0"/>
            <a:buNone/>
          </a:pPr>
          <a:r>
            <a:rPr lang="en-PK" sz="2100" b="1" kern="1200" dirty="0"/>
            <a:t>Video</a:t>
          </a:r>
        </a:p>
        <a:p>
          <a:pPr marL="171450" lvl="1" indent="-171450" algn="l" defTabSz="711200">
            <a:lnSpc>
              <a:spcPct val="90000"/>
            </a:lnSpc>
            <a:spcBef>
              <a:spcPct val="0"/>
            </a:spcBef>
            <a:spcAft>
              <a:spcPct val="15000"/>
            </a:spcAft>
            <a:buFont typeface="Arial" panose="020B0604020202020204" pitchFamily="34" charset="0"/>
            <a:buChar char="•"/>
          </a:pPr>
          <a:r>
            <a:rPr lang="en-PK" sz="1600" kern="1200" dirty="0"/>
            <a:t>Spatial + temporal structure</a:t>
          </a:r>
        </a:p>
        <a:p>
          <a:pPr marL="171450" lvl="1" indent="-171450" algn="l" defTabSz="711200">
            <a:lnSpc>
              <a:spcPct val="90000"/>
            </a:lnSpc>
            <a:spcBef>
              <a:spcPct val="0"/>
            </a:spcBef>
            <a:spcAft>
              <a:spcPct val="15000"/>
            </a:spcAft>
            <a:buChar char="•"/>
          </a:pPr>
          <a:r>
            <a:rPr lang="en-PK" sz="1600" kern="1200"/>
            <a:t>Motion</a:t>
          </a:r>
          <a:endParaRPr lang="en-PK" sz="1600" kern="1200" dirty="0"/>
        </a:p>
        <a:p>
          <a:pPr marL="171450" lvl="1" indent="-171450" algn="l" defTabSz="711200">
            <a:lnSpc>
              <a:spcPct val="90000"/>
            </a:lnSpc>
            <a:spcBef>
              <a:spcPct val="0"/>
            </a:spcBef>
            <a:spcAft>
              <a:spcPct val="15000"/>
            </a:spcAft>
            <a:buChar char="•"/>
          </a:pPr>
          <a:r>
            <a:rPr lang="en-PK" sz="1600" kern="1200" dirty="0"/>
            <a:t>Long-range temporal dependencies</a:t>
          </a:r>
        </a:p>
      </dsp:txBody>
      <dsp:txXfrm>
        <a:off x="1065855" y="2280728"/>
        <a:ext cx="2896268" cy="1737761"/>
      </dsp:txXfrm>
    </dsp:sp>
    <dsp:sp modelId="{D80FDB17-D154-4B43-B895-FF59F7C46AD7}">
      <dsp:nvSpPr>
        <dsp:cNvPr id="0" name=""/>
        <dsp:cNvSpPr/>
      </dsp:nvSpPr>
      <dsp:spPr>
        <a:xfrm>
          <a:off x="4251751" y="2280728"/>
          <a:ext cx="3950452" cy="1737761"/>
        </a:xfrm>
        <a:prstGeom prst="rect">
          <a:avLst/>
        </a:prstGeom>
        <a:gradFill rotWithShape="0">
          <a:gsLst>
            <a:gs pos="0">
              <a:schemeClr val="accent3">
                <a:hueOff val="4117163"/>
                <a:satOff val="24712"/>
                <a:lumOff val="18825"/>
                <a:alphaOff val="0"/>
                <a:satMod val="103000"/>
                <a:lumMod val="102000"/>
                <a:tint val="94000"/>
              </a:schemeClr>
            </a:gs>
            <a:gs pos="50000">
              <a:schemeClr val="accent3">
                <a:hueOff val="4117163"/>
                <a:satOff val="24712"/>
                <a:lumOff val="18825"/>
                <a:alphaOff val="0"/>
                <a:satMod val="110000"/>
                <a:lumMod val="100000"/>
                <a:shade val="100000"/>
              </a:schemeClr>
            </a:gs>
            <a:gs pos="100000">
              <a:schemeClr val="accent3">
                <a:hueOff val="4117163"/>
                <a:satOff val="24712"/>
                <a:lumOff val="1882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Font typeface="Arial" panose="020B0604020202020204" pitchFamily="34" charset="0"/>
            <a:buNone/>
          </a:pPr>
          <a:r>
            <a:rPr lang="en-PK" sz="2100" b="1" kern="1200" dirty="0"/>
            <a:t>Sensors</a:t>
          </a:r>
          <a:endParaRPr lang="en-GB" sz="2100" b="1" kern="1200" dirty="0"/>
        </a:p>
        <a:p>
          <a:pPr marL="171450" lvl="1" indent="-171450" algn="l" defTabSz="711200">
            <a:lnSpc>
              <a:spcPct val="90000"/>
            </a:lnSpc>
            <a:spcBef>
              <a:spcPct val="0"/>
            </a:spcBef>
            <a:spcAft>
              <a:spcPct val="15000"/>
            </a:spcAft>
            <a:buFont typeface="Arial" panose="020B0604020202020204" pitchFamily="34" charset="0"/>
            <a:buChar char="•"/>
          </a:pPr>
          <a:r>
            <a:rPr lang="en-US" sz="1600" kern="1200" dirty="0"/>
            <a:t>Continuous/</a:t>
          </a:r>
          <a:r>
            <a:rPr lang="en-PK" sz="1600" kern="1200" dirty="0"/>
            <a:t>Numerical</a:t>
          </a:r>
          <a:r>
            <a:rPr lang="en-GB" sz="1600" kern="1200" dirty="0"/>
            <a:t> </a:t>
          </a:r>
          <a:r>
            <a:rPr lang="en-PK" sz="1600" kern="1200" dirty="0"/>
            <a:t>measurements</a:t>
          </a:r>
        </a:p>
        <a:p>
          <a:pPr marL="171450" lvl="1" indent="-171450" algn="l" defTabSz="711200">
            <a:lnSpc>
              <a:spcPct val="90000"/>
            </a:lnSpc>
            <a:spcBef>
              <a:spcPct val="0"/>
            </a:spcBef>
            <a:spcAft>
              <a:spcPct val="15000"/>
            </a:spcAft>
            <a:buChar char="•"/>
          </a:pPr>
          <a:r>
            <a:rPr lang="en-PK" sz="1600" kern="1200" dirty="0"/>
            <a:t>Sampling rates</a:t>
          </a:r>
        </a:p>
        <a:p>
          <a:pPr marL="171450" lvl="1" indent="-171450" algn="l" defTabSz="711200">
            <a:lnSpc>
              <a:spcPct val="90000"/>
            </a:lnSpc>
            <a:spcBef>
              <a:spcPct val="0"/>
            </a:spcBef>
            <a:spcAft>
              <a:spcPct val="15000"/>
            </a:spcAft>
            <a:buChar char="•"/>
          </a:pPr>
          <a:r>
            <a:rPr lang="en-PK" sz="1600" kern="1200"/>
            <a:t>Noise and missing values</a:t>
          </a:r>
          <a:endParaRPr lang="en-PK" sz="1600" kern="1200" dirty="0"/>
        </a:p>
        <a:p>
          <a:pPr marL="171450" lvl="1" indent="-171450" algn="l" defTabSz="711200">
            <a:lnSpc>
              <a:spcPct val="90000"/>
            </a:lnSpc>
            <a:spcBef>
              <a:spcPct val="0"/>
            </a:spcBef>
            <a:spcAft>
              <a:spcPct val="15000"/>
            </a:spcAft>
            <a:buChar char="•"/>
          </a:pPr>
          <a:r>
            <a:rPr lang="en-PK" sz="1600" kern="1200" dirty="0"/>
            <a:t>Physical-world constraints</a:t>
          </a:r>
        </a:p>
      </dsp:txBody>
      <dsp:txXfrm>
        <a:off x="4251751" y="2280728"/>
        <a:ext cx="3950452" cy="173776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FF4A1A-37A3-4B93-9B8F-B8796B620B81}">
      <dsp:nvSpPr>
        <dsp:cNvPr id="0" name=""/>
        <dsp:cNvSpPr/>
      </dsp:nvSpPr>
      <dsp:spPr>
        <a:xfrm rot="5400000">
          <a:off x="552499" y="599303"/>
          <a:ext cx="516910" cy="588483"/>
        </a:xfrm>
        <a:prstGeom prst="bentUpArrow">
          <a:avLst>
            <a:gd name="adj1" fmla="val 32840"/>
            <a:gd name="adj2" fmla="val 25000"/>
            <a:gd name="adj3" fmla="val 35780"/>
          </a:avLst>
        </a:prstGeom>
        <a:solidFill>
          <a:schemeClr val="accent3">
            <a:tint val="5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ABD1D3CE-02EB-4359-9C1F-9AC0A4A6DAF6}">
      <dsp:nvSpPr>
        <dsp:cNvPr id="0" name=""/>
        <dsp:cNvSpPr/>
      </dsp:nvSpPr>
      <dsp:spPr>
        <a:xfrm>
          <a:off x="415549" y="26298"/>
          <a:ext cx="870172" cy="609092"/>
        </a:xfrm>
        <a:prstGeom prst="roundRect">
          <a:avLst>
            <a:gd name="adj" fmla="val 1667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dirty="0"/>
            <a:t>Observe</a:t>
          </a:r>
          <a:endParaRPr lang="en-PK" sz="1200" b="1" kern="1200" dirty="0"/>
        </a:p>
      </dsp:txBody>
      <dsp:txXfrm>
        <a:off x="445288" y="56037"/>
        <a:ext cx="810694" cy="549614"/>
      </dsp:txXfrm>
    </dsp:sp>
    <dsp:sp modelId="{4238AB1F-F804-442A-AB0E-1C3319C81837}">
      <dsp:nvSpPr>
        <dsp:cNvPr id="0" name=""/>
        <dsp:cNvSpPr/>
      </dsp:nvSpPr>
      <dsp:spPr>
        <a:xfrm>
          <a:off x="1285722" y="84388"/>
          <a:ext cx="632880" cy="492295"/>
        </a:xfrm>
        <a:prstGeom prst="rect">
          <a:avLst/>
        </a:prstGeom>
        <a:noFill/>
        <a:ln>
          <a:noFill/>
        </a:ln>
        <a:effectLst/>
      </dsp:spPr>
      <dsp:style>
        <a:lnRef idx="0">
          <a:scrgbClr r="0" g="0" b="0"/>
        </a:lnRef>
        <a:fillRef idx="0">
          <a:scrgbClr r="0" g="0" b="0"/>
        </a:fillRef>
        <a:effectRef idx="0">
          <a:scrgbClr r="0" g="0" b="0"/>
        </a:effectRef>
        <a:fontRef idx="minor"/>
      </dsp:style>
    </dsp:sp>
    <dsp:sp modelId="{21565564-C624-48CE-B3E1-5BF20A0DD5D9}">
      <dsp:nvSpPr>
        <dsp:cNvPr id="0" name=""/>
        <dsp:cNvSpPr/>
      </dsp:nvSpPr>
      <dsp:spPr>
        <a:xfrm rot="5400000">
          <a:off x="1273964" y="1283515"/>
          <a:ext cx="516910" cy="588483"/>
        </a:xfrm>
        <a:prstGeom prst="bentUpArrow">
          <a:avLst>
            <a:gd name="adj1" fmla="val 32840"/>
            <a:gd name="adj2" fmla="val 25000"/>
            <a:gd name="adj3" fmla="val 35780"/>
          </a:avLst>
        </a:prstGeom>
        <a:solidFill>
          <a:schemeClr val="accent3">
            <a:tint val="50000"/>
            <a:hueOff val="1276947"/>
            <a:satOff val="10563"/>
            <a:lumOff val="4455"/>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BF9DFA14-F36D-4767-8114-430B36552CD9}">
      <dsp:nvSpPr>
        <dsp:cNvPr id="0" name=""/>
        <dsp:cNvSpPr/>
      </dsp:nvSpPr>
      <dsp:spPr>
        <a:xfrm>
          <a:off x="1137015" y="710509"/>
          <a:ext cx="870172" cy="609092"/>
        </a:xfrm>
        <a:prstGeom prst="roundRect">
          <a:avLst>
            <a:gd name="adj" fmla="val 16670"/>
          </a:avLst>
        </a:prstGeom>
        <a:gradFill rotWithShape="0">
          <a:gsLst>
            <a:gs pos="0">
              <a:schemeClr val="accent3">
                <a:hueOff val="823433"/>
                <a:satOff val="4942"/>
                <a:lumOff val="3765"/>
                <a:alphaOff val="0"/>
                <a:satMod val="103000"/>
                <a:lumMod val="102000"/>
                <a:tint val="94000"/>
              </a:schemeClr>
            </a:gs>
            <a:gs pos="50000">
              <a:schemeClr val="accent3">
                <a:hueOff val="823433"/>
                <a:satOff val="4942"/>
                <a:lumOff val="3765"/>
                <a:alphaOff val="0"/>
                <a:satMod val="110000"/>
                <a:lumMod val="100000"/>
                <a:shade val="100000"/>
              </a:schemeClr>
            </a:gs>
            <a:gs pos="100000">
              <a:schemeClr val="accent3">
                <a:hueOff val="823433"/>
                <a:satOff val="4942"/>
                <a:lumOff val="376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dirty="0"/>
            <a:t>Represent</a:t>
          </a:r>
          <a:endParaRPr lang="en-PK" sz="1200" b="1" kern="1200" dirty="0"/>
        </a:p>
      </dsp:txBody>
      <dsp:txXfrm>
        <a:off x="1166754" y="740248"/>
        <a:ext cx="810694" cy="549614"/>
      </dsp:txXfrm>
    </dsp:sp>
    <dsp:sp modelId="{8557994C-EA93-4E12-A0F3-44E3E470562A}">
      <dsp:nvSpPr>
        <dsp:cNvPr id="0" name=""/>
        <dsp:cNvSpPr/>
      </dsp:nvSpPr>
      <dsp:spPr>
        <a:xfrm>
          <a:off x="2007187" y="768600"/>
          <a:ext cx="632880" cy="492295"/>
        </a:xfrm>
        <a:prstGeom prst="rect">
          <a:avLst/>
        </a:prstGeom>
        <a:noFill/>
        <a:ln>
          <a:noFill/>
        </a:ln>
        <a:effectLst/>
      </dsp:spPr>
      <dsp:style>
        <a:lnRef idx="0">
          <a:scrgbClr r="0" g="0" b="0"/>
        </a:lnRef>
        <a:fillRef idx="0">
          <a:scrgbClr r="0" g="0" b="0"/>
        </a:fillRef>
        <a:effectRef idx="0">
          <a:scrgbClr r="0" g="0" b="0"/>
        </a:effectRef>
        <a:fontRef idx="minor"/>
      </dsp:style>
    </dsp:sp>
    <dsp:sp modelId="{3BAB85CC-9989-41DD-A544-2980B70003B4}">
      <dsp:nvSpPr>
        <dsp:cNvPr id="0" name=""/>
        <dsp:cNvSpPr/>
      </dsp:nvSpPr>
      <dsp:spPr>
        <a:xfrm>
          <a:off x="4092175" y="1326748"/>
          <a:ext cx="516910" cy="588483"/>
        </a:xfrm>
        <a:prstGeom prst="bentUpArrow">
          <a:avLst>
            <a:gd name="adj1" fmla="val 32840"/>
            <a:gd name="adj2" fmla="val 25000"/>
            <a:gd name="adj3" fmla="val 35780"/>
          </a:avLst>
        </a:prstGeom>
        <a:solidFill>
          <a:schemeClr val="accent3">
            <a:tint val="50000"/>
            <a:hueOff val="2553894"/>
            <a:satOff val="21126"/>
            <a:lumOff val="891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8E3E4E9E-8370-4581-A807-4E875525FD73}">
      <dsp:nvSpPr>
        <dsp:cNvPr id="0" name=""/>
        <dsp:cNvSpPr/>
      </dsp:nvSpPr>
      <dsp:spPr>
        <a:xfrm>
          <a:off x="1858480" y="1394721"/>
          <a:ext cx="870172" cy="609092"/>
        </a:xfrm>
        <a:prstGeom prst="roundRect">
          <a:avLst>
            <a:gd name="adj" fmla="val 16670"/>
          </a:avLst>
        </a:prstGeom>
        <a:gradFill rotWithShape="0">
          <a:gsLst>
            <a:gs pos="0">
              <a:schemeClr val="accent3">
                <a:hueOff val="1646865"/>
                <a:satOff val="9885"/>
                <a:lumOff val="7530"/>
                <a:alphaOff val="0"/>
                <a:satMod val="103000"/>
                <a:lumMod val="102000"/>
                <a:tint val="94000"/>
              </a:schemeClr>
            </a:gs>
            <a:gs pos="50000">
              <a:schemeClr val="accent3">
                <a:hueOff val="1646865"/>
                <a:satOff val="9885"/>
                <a:lumOff val="7530"/>
                <a:alphaOff val="0"/>
                <a:satMod val="110000"/>
                <a:lumMod val="100000"/>
                <a:shade val="100000"/>
              </a:schemeClr>
            </a:gs>
            <a:gs pos="100000">
              <a:schemeClr val="accent3">
                <a:hueOff val="1646865"/>
                <a:satOff val="9885"/>
                <a:lumOff val="753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dirty="0"/>
            <a:t>Align</a:t>
          </a:r>
          <a:endParaRPr lang="en-PK" sz="1200" b="1" kern="1200" dirty="0"/>
        </a:p>
      </dsp:txBody>
      <dsp:txXfrm>
        <a:off x="1888219" y="1424460"/>
        <a:ext cx="810694" cy="549614"/>
      </dsp:txXfrm>
    </dsp:sp>
    <dsp:sp modelId="{F6A07CD6-397D-43FE-AAF9-EDCAC5CA934C}">
      <dsp:nvSpPr>
        <dsp:cNvPr id="0" name=""/>
        <dsp:cNvSpPr/>
      </dsp:nvSpPr>
      <dsp:spPr>
        <a:xfrm>
          <a:off x="0" y="2686888"/>
          <a:ext cx="632880" cy="492295"/>
        </a:xfrm>
        <a:prstGeom prst="rect">
          <a:avLst/>
        </a:prstGeom>
        <a:noFill/>
        <a:ln>
          <a:noFill/>
        </a:ln>
        <a:effectLst/>
      </dsp:spPr>
      <dsp:style>
        <a:lnRef idx="0">
          <a:scrgbClr r="0" g="0" b="0"/>
        </a:lnRef>
        <a:fillRef idx="0">
          <a:scrgbClr r="0" g="0" b="0"/>
        </a:fillRef>
        <a:effectRef idx="0">
          <a:scrgbClr r="0" g="0" b="0"/>
        </a:effectRef>
        <a:fontRef idx="minor"/>
      </dsp:style>
    </dsp:sp>
    <dsp:sp modelId="{27B53DE9-F10B-49DC-BF80-FEFFC86CEA26}">
      <dsp:nvSpPr>
        <dsp:cNvPr id="0" name=""/>
        <dsp:cNvSpPr/>
      </dsp:nvSpPr>
      <dsp:spPr>
        <a:xfrm>
          <a:off x="4791688" y="631285"/>
          <a:ext cx="516910" cy="588483"/>
        </a:xfrm>
        <a:prstGeom prst="bentUpArrow">
          <a:avLst>
            <a:gd name="adj1" fmla="val 32840"/>
            <a:gd name="adj2" fmla="val 25000"/>
            <a:gd name="adj3" fmla="val 35780"/>
          </a:avLst>
        </a:prstGeom>
        <a:solidFill>
          <a:schemeClr val="accent3">
            <a:tint val="50000"/>
            <a:hueOff val="3830841"/>
            <a:satOff val="31689"/>
            <a:lumOff val="13365"/>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EB54F906-207F-4495-A8BD-C4F27484560D}">
      <dsp:nvSpPr>
        <dsp:cNvPr id="0" name=""/>
        <dsp:cNvSpPr/>
      </dsp:nvSpPr>
      <dsp:spPr>
        <a:xfrm>
          <a:off x="3190432" y="1381114"/>
          <a:ext cx="870172" cy="609092"/>
        </a:xfrm>
        <a:prstGeom prst="roundRect">
          <a:avLst>
            <a:gd name="adj" fmla="val 16670"/>
          </a:avLst>
        </a:prstGeom>
        <a:gradFill rotWithShape="0">
          <a:gsLst>
            <a:gs pos="0">
              <a:schemeClr val="accent3">
                <a:hueOff val="2470298"/>
                <a:satOff val="14827"/>
                <a:lumOff val="11295"/>
                <a:alphaOff val="0"/>
                <a:satMod val="103000"/>
                <a:lumMod val="102000"/>
                <a:tint val="94000"/>
              </a:schemeClr>
            </a:gs>
            <a:gs pos="50000">
              <a:schemeClr val="accent3">
                <a:hueOff val="2470298"/>
                <a:satOff val="14827"/>
                <a:lumOff val="11295"/>
                <a:alphaOff val="0"/>
                <a:satMod val="110000"/>
                <a:lumMod val="100000"/>
                <a:shade val="100000"/>
              </a:schemeClr>
            </a:gs>
            <a:gs pos="100000">
              <a:schemeClr val="accent3">
                <a:hueOff val="2470298"/>
                <a:satOff val="14827"/>
                <a:lumOff val="1129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dirty="0"/>
            <a:t>Fuse</a:t>
          </a:r>
          <a:endParaRPr lang="en-PK" sz="1200" b="1" kern="1200" dirty="0"/>
        </a:p>
      </dsp:txBody>
      <dsp:txXfrm>
        <a:off x="3220171" y="1410853"/>
        <a:ext cx="810694" cy="549614"/>
      </dsp:txXfrm>
    </dsp:sp>
    <dsp:sp modelId="{C352C0AF-B5EC-48B8-A438-C6E7C77F27EC}">
      <dsp:nvSpPr>
        <dsp:cNvPr id="0" name=""/>
        <dsp:cNvSpPr/>
      </dsp:nvSpPr>
      <dsp:spPr>
        <a:xfrm>
          <a:off x="3450118" y="2137024"/>
          <a:ext cx="632880" cy="492295"/>
        </a:xfrm>
        <a:prstGeom prst="rect">
          <a:avLst/>
        </a:prstGeom>
        <a:noFill/>
        <a:ln>
          <a:noFill/>
        </a:ln>
        <a:effectLst/>
      </dsp:spPr>
      <dsp:style>
        <a:lnRef idx="0">
          <a:scrgbClr r="0" g="0" b="0"/>
        </a:lnRef>
        <a:fillRef idx="0">
          <a:scrgbClr r="0" g="0" b="0"/>
        </a:fillRef>
        <a:effectRef idx="0">
          <a:scrgbClr r="0" g="0" b="0"/>
        </a:effectRef>
        <a:fontRef idx="minor"/>
      </dsp:style>
    </dsp:sp>
    <dsp:sp modelId="{9319CD77-92CC-4DEC-B581-A51842D38A4A}">
      <dsp:nvSpPr>
        <dsp:cNvPr id="0" name=""/>
        <dsp:cNvSpPr/>
      </dsp:nvSpPr>
      <dsp:spPr>
        <a:xfrm>
          <a:off x="2786639" y="1623490"/>
          <a:ext cx="353168" cy="309077"/>
        </a:xfrm>
        <a:prstGeom prst="rightArrow">
          <a:avLst/>
        </a:prstGeom>
        <a:solidFill>
          <a:schemeClr val="accent3">
            <a:tint val="50000"/>
            <a:hueOff val="5107787"/>
            <a:satOff val="42252"/>
            <a:lumOff val="1782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50D59B38-0486-42AE-9611-FA6EF2787D4A}">
      <dsp:nvSpPr>
        <dsp:cNvPr id="0" name=""/>
        <dsp:cNvSpPr/>
      </dsp:nvSpPr>
      <dsp:spPr>
        <a:xfrm>
          <a:off x="3918372" y="709090"/>
          <a:ext cx="870172" cy="609092"/>
        </a:xfrm>
        <a:prstGeom prst="roundRect">
          <a:avLst>
            <a:gd name="adj" fmla="val 16670"/>
          </a:avLst>
        </a:prstGeom>
        <a:gradFill rotWithShape="0">
          <a:gsLst>
            <a:gs pos="0">
              <a:schemeClr val="accent3">
                <a:hueOff val="3293730"/>
                <a:satOff val="19770"/>
                <a:lumOff val="15060"/>
                <a:alphaOff val="0"/>
                <a:satMod val="103000"/>
                <a:lumMod val="102000"/>
                <a:tint val="94000"/>
              </a:schemeClr>
            </a:gs>
            <a:gs pos="50000">
              <a:schemeClr val="accent3">
                <a:hueOff val="3293730"/>
                <a:satOff val="19770"/>
                <a:lumOff val="15060"/>
                <a:alphaOff val="0"/>
                <a:satMod val="110000"/>
                <a:lumMod val="100000"/>
                <a:shade val="100000"/>
              </a:schemeClr>
            </a:gs>
            <a:gs pos="100000">
              <a:schemeClr val="accent3">
                <a:hueOff val="3293730"/>
                <a:satOff val="19770"/>
                <a:lumOff val="1506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dirty="0"/>
            <a:t>Reason</a:t>
          </a:r>
          <a:endParaRPr lang="en-PK" sz="1200" b="1" kern="1200" dirty="0"/>
        </a:p>
      </dsp:txBody>
      <dsp:txXfrm>
        <a:off x="3948111" y="738829"/>
        <a:ext cx="810694" cy="549614"/>
      </dsp:txXfrm>
    </dsp:sp>
    <dsp:sp modelId="{06E6E471-9826-4D80-88D3-929DEF2723E5}">
      <dsp:nvSpPr>
        <dsp:cNvPr id="0" name=""/>
        <dsp:cNvSpPr/>
      </dsp:nvSpPr>
      <dsp:spPr>
        <a:xfrm>
          <a:off x="4171583" y="2821236"/>
          <a:ext cx="632880" cy="492295"/>
        </a:xfrm>
        <a:prstGeom prst="rect">
          <a:avLst/>
        </a:prstGeom>
        <a:noFill/>
        <a:ln>
          <a:noFill/>
        </a:ln>
        <a:effectLst/>
      </dsp:spPr>
      <dsp:style>
        <a:lnRef idx="0">
          <a:scrgbClr r="0" g="0" b="0"/>
        </a:lnRef>
        <a:fillRef idx="0">
          <a:scrgbClr r="0" g="0" b="0"/>
        </a:fillRef>
        <a:effectRef idx="0">
          <a:scrgbClr r="0" g="0" b="0"/>
        </a:effectRef>
        <a:fontRef idx="minor"/>
      </dsp:style>
    </dsp:sp>
    <dsp:sp modelId="{F2C84906-349C-4774-9FF6-7B443CE084B4}">
      <dsp:nvSpPr>
        <dsp:cNvPr id="0" name=""/>
        <dsp:cNvSpPr/>
      </dsp:nvSpPr>
      <dsp:spPr>
        <a:xfrm>
          <a:off x="4438426" y="0"/>
          <a:ext cx="870172" cy="609092"/>
        </a:xfrm>
        <a:prstGeom prst="roundRect">
          <a:avLst>
            <a:gd name="adj" fmla="val 16670"/>
          </a:avLst>
        </a:prstGeom>
        <a:gradFill rotWithShape="0">
          <a:gsLst>
            <a:gs pos="0">
              <a:schemeClr val="accent3">
                <a:hueOff val="4117163"/>
                <a:satOff val="24712"/>
                <a:lumOff val="18825"/>
                <a:alphaOff val="0"/>
                <a:satMod val="103000"/>
                <a:lumMod val="102000"/>
                <a:tint val="94000"/>
              </a:schemeClr>
            </a:gs>
            <a:gs pos="50000">
              <a:schemeClr val="accent3">
                <a:hueOff val="4117163"/>
                <a:satOff val="24712"/>
                <a:lumOff val="18825"/>
                <a:alphaOff val="0"/>
                <a:satMod val="110000"/>
                <a:lumMod val="100000"/>
                <a:shade val="100000"/>
              </a:schemeClr>
            </a:gs>
            <a:gs pos="100000">
              <a:schemeClr val="accent3">
                <a:hueOff val="4117163"/>
                <a:satOff val="24712"/>
                <a:lumOff val="1882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b="1" kern="1200" dirty="0"/>
            <a:t>Act</a:t>
          </a:r>
          <a:endParaRPr lang="en-PK" sz="1200" b="1" kern="1200" dirty="0"/>
        </a:p>
      </dsp:txBody>
      <dsp:txXfrm>
        <a:off x="4468165" y="29739"/>
        <a:ext cx="810694" cy="54961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94588E-A870-48AB-8A0E-0AC5EB49A7E8}">
      <dsp:nvSpPr>
        <dsp:cNvPr id="0" name=""/>
        <dsp:cNvSpPr/>
      </dsp:nvSpPr>
      <dsp:spPr>
        <a:xfrm rot="5400000">
          <a:off x="-189484" y="191519"/>
          <a:ext cx="1263228" cy="884259"/>
        </a:xfrm>
        <a:prstGeom prst="chevron">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dirty="0">
              <a:latin typeface="Centary school"/>
            </a:rPr>
            <a:t>Week 1</a:t>
          </a:r>
          <a:endParaRPr lang="en-PK" sz="2200" kern="1200" dirty="0">
            <a:latin typeface="Centary school"/>
          </a:endParaRPr>
        </a:p>
      </dsp:txBody>
      <dsp:txXfrm rot="-5400000">
        <a:off x="1" y="444165"/>
        <a:ext cx="884259" cy="378969"/>
      </dsp:txXfrm>
    </dsp:sp>
    <dsp:sp modelId="{EB43CCF2-8339-47C3-9B14-EB99E4A5C083}">
      <dsp:nvSpPr>
        <dsp:cNvPr id="0" name=""/>
        <dsp:cNvSpPr/>
      </dsp:nvSpPr>
      <dsp:spPr>
        <a:xfrm rot="5400000">
          <a:off x="2561539" y="-1675244"/>
          <a:ext cx="821098" cy="4175657"/>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77800" tIns="15875" rIns="15875" bIns="15875" numCol="1" spcCol="1270" anchor="ctr" anchorCtr="0">
          <a:noAutofit/>
        </a:bodyPr>
        <a:lstStyle/>
        <a:p>
          <a:pPr marL="228600" lvl="1" indent="-228600" algn="l" defTabSz="1111250">
            <a:lnSpc>
              <a:spcPct val="90000"/>
            </a:lnSpc>
            <a:spcBef>
              <a:spcPct val="0"/>
            </a:spcBef>
            <a:spcAft>
              <a:spcPct val="15000"/>
            </a:spcAft>
            <a:buNone/>
          </a:pPr>
          <a:r>
            <a:rPr lang="en-PK" sz="2500" kern="1200" dirty="0">
              <a:latin typeface="Centary school"/>
            </a:rPr>
            <a:t>Introduction to Multimodal AI</a:t>
          </a:r>
        </a:p>
      </dsp:txBody>
      <dsp:txXfrm rot="-5400000">
        <a:off x="884260" y="42118"/>
        <a:ext cx="4135574" cy="740932"/>
      </dsp:txXfrm>
    </dsp:sp>
    <dsp:sp modelId="{2839C822-025F-406B-B170-14FF2E657491}">
      <dsp:nvSpPr>
        <dsp:cNvPr id="0" name=""/>
        <dsp:cNvSpPr/>
      </dsp:nvSpPr>
      <dsp:spPr>
        <a:xfrm rot="5400000">
          <a:off x="-189484" y="1255436"/>
          <a:ext cx="1263228" cy="884259"/>
        </a:xfrm>
        <a:prstGeom prst="chevron">
          <a:avLst/>
        </a:prstGeom>
        <a:gradFill rotWithShape="0">
          <a:gsLst>
            <a:gs pos="0">
              <a:schemeClr val="accent3">
                <a:hueOff val="2058582"/>
                <a:satOff val="12356"/>
                <a:lumOff val="9413"/>
                <a:alphaOff val="0"/>
                <a:satMod val="103000"/>
                <a:lumMod val="102000"/>
                <a:tint val="94000"/>
              </a:schemeClr>
            </a:gs>
            <a:gs pos="50000">
              <a:schemeClr val="accent3">
                <a:hueOff val="2058582"/>
                <a:satOff val="12356"/>
                <a:lumOff val="9413"/>
                <a:alphaOff val="0"/>
                <a:satMod val="110000"/>
                <a:lumMod val="100000"/>
                <a:shade val="100000"/>
              </a:schemeClr>
            </a:gs>
            <a:gs pos="100000">
              <a:schemeClr val="accent3">
                <a:hueOff val="2058582"/>
                <a:satOff val="12356"/>
                <a:lumOff val="9413"/>
                <a:alphaOff val="0"/>
                <a:lumMod val="99000"/>
                <a:satMod val="120000"/>
                <a:shade val="78000"/>
              </a:schemeClr>
            </a:gs>
          </a:gsLst>
          <a:lin ang="5400000" scaled="0"/>
        </a:gradFill>
        <a:ln w="12700" cap="flat" cmpd="sng" algn="ctr">
          <a:solidFill>
            <a:schemeClr val="accent3">
              <a:hueOff val="2058582"/>
              <a:satOff val="12356"/>
              <a:lumOff val="9413"/>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dirty="0">
              <a:latin typeface="Centary school"/>
            </a:rPr>
            <a:t>Week 2</a:t>
          </a:r>
          <a:endParaRPr lang="en-PK" sz="2200" kern="1200" dirty="0">
            <a:latin typeface="Centary school"/>
          </a:endParaRPr>
        </a:p>
      </dsp:txBody>
      <dsp:txXfrm rot="-5400000">
        <a:off x="1" y="1508082"/>
        <a:ext cx="884259" cy="378969"/>
      </dsp:txXfrm>
    </dsp:sp>
    <dsp:sp modelId="{EB64B09D-8282-42C8-B0C6-35B1F12D7A51}">
      <dsp:nvSpPr>
        <dsp:cNvPr id="0" name=""/>
        <dsp:cNvSpPr/>
      </dsp:nvSpPr>
      <dsp:spPr>
        <a:xfrm rot="5400000">
          <a:off x="2561539" y="-611327"/>
          <a:ext cx="821098" cy="4175657"/>
        </a:xfrm>
        <a:prstGeom prst="round2SameRect">
          <a:avLst/>
        </a:prstGeom>
        <a:solidFill>
          <a:schemeClr val="lt1">
            <a:alpha val="90000"/>
            <a:hueOff val="0"/>
            <a:satOff val="0"/>
            <a:lumOff val="0"/>
            <a:alphaOff val="0"/>
          </a:schemeClr>
        </a:solidFill>
        <a:ln w="12700" cap="flat" cmpd="sng" algn="ctr">
          <a:solidFill>
            <a:schemeClr val="accent3">
              <a:hueOff val="2058582"/>
              <a:satOff val="12356"/>
              <a:lumOff val="9413"/>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77800" tIns="15875" rIns="15875" bIns="15875" numCol="1" spcCol="1270" anchor="ctr" anchorCtr="0">
          <a:noAutofit/>
        </a:bodyPr>
        <a:lstStyle/>
        <a:p>
          <a:pPr marL="228600" lvl="1" indent="-228600" algn="l" defTabSz="1111250">
            <a:lnSpc>
              <a:spcPct val="90000"/>
            </a:lnSpc>
            <a:spcBef>
              <a:spcPct val="0"/>
            </a:spcBef>
            <a:spcAft>
              <a:spcPct val="15000"/>
            </a:spcAft>
            <a:buNone/>
          </a:pPr>
          <a:r>
            <a:rPr lang="en-PK" sz="2500" kern="1200" dirty="0">
              <a:latin typeface="Centary school"/>
            </a:rPr>
            <a:t>Deep Learning Foundations</a:t>
          </a:r>
        </a:p>
      </dsp:txBody>
      <dsp:txXfrm rot="-5400000">
        <a:off x="884260" y="1106035"/>
        <a:ext cx="4135574" cy="740932"/>
      </dsp:txXfrm>
    </dsp:sp>
    <dsp:sp modelId="{882E712A-B798-418E-9E2D-7F63DE937DCA}">
      <dsp:nvSpPr>
        <dsp:cNvPr id="0" name=""/>
        <dsp:cNvSpPr/>
      </dsp:nvSpPr>
      <dsp:spPr>
        <a:xfrm rot="5400000">
          <a:off x="-189484" y="2319354"/>
          <a:ext cx="1263228" cy="884259"/>
        </a:xfrm>
        <a:prstGeom prst="chevron">
          <a:avLst/>
        </a:prstGeom>
        <a:gradFill rotWithShape="0">
          <a:gsLst>
            <a:gs pos="0">
              <a:schemeClr val="accent3">
                <a:hueOff val="4117163"/>
                <a:satOff val="24712"/>
                <a:lumOff val="18825"/>
                <a:alphaOff val="0"/>
                <a:satMod val="103000"/>
                <a:lumMod val="102000"/>
                <a:tint val="94000"/>
              </a:schemeClr>
            </a:gs>
            <a:gs pos="50000">
              <a:schemeClr val="accent3">
                <a:hueOff val="4117163"/>
                <a:satOff val="24712"/>
                <a:lumOff val="18825"/>
                <a:alphaOff val="0"/>
                <a:satMod val="110000"/>
                <a:lumMod val="100000"/>
                <a:shade val="100000"/>
              </a:schemeClr>
            </a:gs>
            <a:gs pos="100000">
              <a:schemeClr val="accent3">
                <a:hueOff val="4117163"/>
                <a:satOff val="24712"/>
                <a:lumOff val="18825"/>
                <a:alphaOff val="0"/>
                <a:lumMod val="99000"/>
                <a:satMod val="120000"/>
                <a:shade val="78000"/>
              </a:schemeClr>
            </a:gs>
          </a:gsLst>
          <a:lin ang="5400000" scaled="0"/>
        </a:gradFill>
        <a:ln w="12700" cap="flat" cmpd="sng" algn="ctr">
          <a:solidFill>
            <a:schemeClr val="accent3">
              <a:hueOff val="4117163"/>
              <a:satOff val="24712"/>
              <a:lumOff val="18825"/>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n-GB" sz="2200" kern="1200" dirty="0">
              <a:latin typeface="Centary school"/>
            </a:rPr>
            <a:t>Week 3</a:t>
          </a:r>
          <a:endParaRPr lang="en-PK" sz="2200" kern="1200" dirty="0">
            <a:latin typeface="Centary school"/>
          </a:endParaRPr>
        </a:p>
      </dsp:txBody>
      <dsp:txXfrm rot="-5400000">
        <a:off x="1" y="2572000"/>
        <a:ext cx="884259" cy="378969"/>
      </dsp:txXfrm>
    </dsp:sp>
    <dsp:sp modelId="{B62CDBAB-E812-4EAA-B3FD-665951639172}">
      <dsp:nvSpPr>
        <dsp:cNvPr id="0" name=""/>
        <dsp:cNvSpPr/>
      </dsp:nvSpPr>
      <dsp:spPr>
        <a:xfrm rot="5400000">
          <a:off x="2561539" y="452590"/>
          <a:ext cx="821098" cy="4175657"/>
        </a:xfrm>
        <a:prstGeom prst="round2SameRect">
          <a:avLst/>
        </a:prstGeom>
        <a:solidFill>
          <a:schemeClr val="lt1">
            <a:alpha val="90000"/>
            <a:hueOff val="0"/>
            <a:satOff val="0"/>
            <a:lumOff val="0"/>
            <a:alphaOff val="0"/>
          </a:schemeClr>
        </a:solidFill>
        <a:ln w="12700" cap="flat" cmpd="sng" algn="ctr">
          <a:solidFill>
            <a:schemeClr val="accent3">
              <a:hueOff val="4117163"/>
              <a:satOff val="24712"/>
              <a:lumOff val="18825"/>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77800" tIns="15875" rIns="15875" bIns="15875" numCol="1" spcCol="1270" anchor="ctr" anchorCtr="0">
          <a:noAutofit/>
        </a:bodyPr>
        <a:lstStyle/>
        <a:p>
          <a:pPr marL="228600" lvl="1" indent="-228600" algn="l" defTabSz="1111250">
            <a:lnSpc>
              <a:spcPct val="90000"/>
            </a:lnSpc>
            <a:spcBef>
              <a:spcPct val="0"/>
            </a:spcBef>
            <a:spcAft>
              <a:spcPct val="15000"/>
            </a:spcAft>
            <a:buNone/>
          </a:pPr>
          <a:r>
            <a:rPr lang="en-PK" sz="2500" kern="1200" dirty="0">
              <a:latin typeface="Centary school"/>
            </a:rPr>
            <a:t>Attention &amp; Transformers as the Multimodal Backbone</a:t>
          </a:r>
        </a:p>
      </dsp:txBody>
      <dsp:txXfrm rot="-5400000">
        <a:off x="884260" y="2169953"/>
        <a:ext cx="4135574" cy="74093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94588E-A870-48AB-8A0E-0AC5EB49A7E8}">
      <dsp:nvSpPr>
        <dsp:cNvPr id="0" name=""/>
        <dsp:cNvSpPr/>
      </dsp:nvSpPr>
      <dsp:spPr>
        <a:xfrm rot="5400000">
          <a:off x="-169692" y="170800"/>
          <a:ext cx="1131280" cy="791896"/>
        </a:xfrm>
        <a:prstGeom prst="chevron">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12700" cap="flat" cmpd="sng" algn="ctr">
          <a:solidFill>
            <a:schemeClr val="accent5">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GB" sz="1900" kern="1200" dirty="0">
              <a:latin typeface="Centary school"/>
            </a:rPr>
            <a:t>Week 7</a:t>
          </a:r>
          <a:endParaRPr lang="en-PK" sz="1900" kern="1200" dirty="0">
            <a:latin typeface="Centary school"/>
          </a:endParaRPr>
        </a:p>
      </dsp:txBody>
      <dsp:txXfrm rot="-5400000">
        <a:off x="0" y="397056"/>
        <a:ext cx="791896" cy="339384"/>
      </dsp:txXfrm>
    </dsp:sp>
    <dsp:sp modelId="{EB43CCF2-8339-47C3-9B14-EB99E4A5C083}">
      <dsp:nvSpPr>
        <dsp:cNvPr id="0" name=""/>
        <dsp:cNvSpPr/>
      </dsp:nvSpPr>
      <dsp:spPr>
        <a:xfrm rot="5400000">
          <a:off x="2407613" y="-1614608"/>
          <a:ext cx="735332" cy="3966765"/>
        </a:xfrm>
        <a:prstGeom prst="round2Same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a:lnSpc>
              <a:spcPct val="90000"/>
            </a:lnSpc>
            <a:spcBef>
              <a:spcPct val="0"/>
            </a:spcBef>
            <a:spcAft>
              <a:spcPct val="15000"/>
            </a:spcAft>
            <a:buNone/>
          </a:pPr>
          <a:r>
            <a:rPr lang="en-PK" sz="2300" kern="1200" dirty="0">
              <a:latin typeface="Centary school"/>
            </a:rPr>
            <a:t>Fire/Smoke Detection &amp; Scene Analysis</a:t>
          </a:r>
        </a:p>
      </dsp:txBody>
      <dsp:txXfrm rot="-5400000">
        <a:off x="791897" y="37004"/>
        <a:ext cx="3930869" cy="663540"/>
      </dsp:txXfrm>
    </dsp:sp>
    <dsp:sp modelId="{7C9FE11D-C9C1-4687-AAF4-5506D4DA60E1}">
      <dsp:nvSpPr>
        <dsp:cNvPr id="0" name=""/>
        <dsp:cNvSpPr/>
      </dsp:nvSpPr>
      <dsp:spPr>
        <a:xfrm rot="5400000">
          <a:off x="-169692" y="1064512"/>
          <a:ext cx="1131280" cy="791896"/>
        </a:xfrm>
        <a:prstGeom prst="chevron">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w="12700" cap="flat" cmpd="sng" algn="ctr">
          <a:solidFill>
            <a:schemeClr val="accent5">
              <a:hueOff val="-12152150"/>
              <a:satOff val="-826"/>
              <a:lumOff val="1961"/>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GB" sz="1900" kern="1200" dirty="0">
              <a:latin typeface="Centary school"/>
            </a:rPr>
            <a:t>Week 8</a:t>
          </a:r>
          <a:endParaRPr lang="en-PK" sz="1900" kern="1200" dirty="0">
            <a:latin typeface="Centary school"/>
          </a:endParaRPr>
        </a:p>
      </dsp:txBody>
      <dsp:txXfrm rot="-5400000">
        <a:off x="0" y="1290768"/>
        <a:ext cx="791896" cy="339384"/>
      </dsp:txXfrm>
    </dsp:sp>
    <dsp:sp modelId="{CD7DEFF2-8302-4D74-AA0D-F289CF36384B}">
      <dsp:nvSpPr>
        <dsp:cNvPr id="0" name=""/>
        <dsp:cNvSpPr/>
      </dsp:nvSpPr>
      <dsp:spPr>
        <a:xfrm rot="5400000">
          <a:off x="2407613" y="-720896"/>
          <a:ext cx="735332" cy="3966765"/>
        </a:xfrm>
        <a:prstGeom prst="round2SameRect">
          <a:avLst/>
        </a:prstGeom>
        <a:solidFill>
          <a:schemeClr val="lt1">
            <a:alpha val="90000"/>
            <a:hueOff val="0"/>
            <a:satOff val="0"/>
            <a:lumOff val="0"/>
            <a:alphaOff val="0"/>
          </a:schemeClr>
        </a:solidFill>
        <a:ln w="12700" cap="flat" cmpd="sng" algn="ctr">
          <a:solidFill>
            <a:schemeClr val="accent5">
              <a:hueOff val="-12152150"/>
              <a:satOff val="-826"/>
              <a:lumOff val="1961"/>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a:lnSpc>
              <a:spcPct val="90000"/>
            </a:lnSpc>
            <a:spcBef>
              <a:spcPct val="0"/>
            </a:spcBef>
            <a:spcAft>
              <a:spcPct val="15000"/>
            </a:spcAft>
            <a:buNone/>
          </a:pPr>
          <a:r>
            <a:rPr lang="en-GB" sz="2300" kern="1200" dirty="0">
              <a:latin typeface="Centary school"/>
            </a:rPr>
            <a:t>Mid Term Exam</a:t>
          </a:r>
          <a:endParaRPr lang="en-PK" sz="2300" kern="1200" dirty="0">
            <a:latin typeface="Centary school"/>
          </a:endParaRPr>
        </a:p>
      </dsp:txBody>
      <dsp:txXfrm rot="-5400000">
        <a:off x="791897" y="930716"/>
        <a:ext cx="3930869" cy="66354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94588E-A870-48AB-8A0E-0AC5EB49A7E8}">
      <dsp:nvSpPr>
        <dsp:cNvPr id="0" name=""/>
        <dsp:cNvSpPr/>
      </dsp:nvSpPr>
      <dsp:spPr>
        <a:xfrm rot="5400000">
          <a:off x="-170602" y="172411"/>
          <a:ext cx="1137352" cy="796147"/>
        </a:xfrm>
        <a:prstGeom prst="chevron">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1270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GB" sz="1700" kern="1200" dirty="0">
              <a:latin typeface="Centary school"/>
            </a:rPr>
            <a:t>Week 9</a:t>
          </a:r>
          <a:endParaRPr lang="en-PK" sz="1700" kern="1200" dirty="0">
            <a:latin typeface="Centary school"/>
          </a:endParaRPr>
        </a:p>
      </dsp:txBody>
      <dsp:txXfrm rot="-5400000">
        <a:off x="1" y="399883"/>
        <a:ext cx="796147" cy="341205"/>
      </dsp:txXfrm>
    </dsp:sp>
    <dsp:sp modelId="{EB43CCF2-8339-47C3-9B14-EB99E4A5C083}">
      <dsp:nvSpPr>
        <dsp:cNvPr id="0" name=""/>
        <dsp:cNvSpPr/>
      </dsp:nvSpPr>
      <dsp:spPr>
        <a:xfrm rot="5400000">
          <a:off x="2558392" y="-1760436"/>
          <a:ext cx="739279" cy="4263769"/>
        </a:xfrm>
        <a:prstGeom prst="round2Same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None/>
          </a:pPr>
          <a:r>
            <a:rPr lang="en-PK" sz="2200" kern="1200" dirty="0">
              <a:latin typeface="Centary school"/>
            </a:rPr>
            <a:t>Agent-Based Intelligent Fire Monitoring</a:t>
          </a:r>
        </a:p>
      </dsp:txBody>
      <dsp:txXfrm rot="-5400000">
        <a:off x="796148" y="37897"/>
        <a:ext cx="4227680" cy="667101"/>
      </dsp:txXfrm>
    </dsp:sp>
    <dsp:sp modelId="{2839C822-025F-406B-B170-14FF2E657491}">
      <dsp:nvSpPr>
        <dsp:cNvPr id="0" name=""/>
        <dsp:cNvSpPr/>
      </dsp:nvSpPr>
      <dsp:spPr>
        <a:xfrm rot="5400000">
          <a:off x="-170602" y="1161458"/>
          <a:ext cx="1137352" cy="796147"/>
        </a:xfrm>
        <a:prstGeom prst="chevron">
          <a:avLst/>
        </a:prstGeom>
        <a:gradFill rotWithShape="0">
          <a:gsLst>
            <a:gs pos="0">
              <a:schemeClr val="accent3">
                <a:hueOff val="1372388"/>
                <a:satOff val="8237"/>
                <a:lumOff val="6275"/>
                <a:alphaOff val="0"/>
                <a:satMod val="103000"/>
                <a:lumMod val="102000"/>
                <a:tint val="94000"/>
              </a:schemeClr>
            </a:gs>
            <a:gs pos="50000">
              <a:schemeClr val="accent3">
                <a:hueOff val="1372388"/>
                <a:satOff val="8237"/>
                <a:lumOff val="6275"/>
                <a:alphaOff val="0"/>
                <a:satMod val="110000"/>
                <a:lumMod val="100000"/>
                <a:shade val="100000"/>
              </a:schemeClr>
            </a:gs>
            <a:gs pos="100000">
              <a:schemeClr val="accent3">
                <a:hueOff val="1372388"/>
                <a:satOff val="8237"/>
                <a:lumOff val="6275"/>
                <a:alphaOff val="0"/>
                <a:lumMod val="99000"/>
                <a:satMod val="120000"/>
                <a:shade val="78000"/>
              </a:schemeClr>
            </a:gs>
          </a:gsLst>
          <a:lin ang="5400000" scaled="0"/>
        </a:gradFill>
        <a:ln w="12700" cap="flat" cmpd="sng" algn="ctr">
          <a:solidFill>
            <a:schemeClr val="accent3">
              <a:hueOff val="1372388"/>
              <a:satOff val="8237"/>
              <a:lumOff val="6275"/>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GB" sz="1700" kern="1200" dirty="0">
              <a:latin typeface="Centary school"/>
            </a:rPr>
            <a:t>Week 10</a:t>
          </a:r>
          <a:endParaRPr lang="en-PK" sz="1700" kern="1200" dirty="0">
            <a:latin typeface="Centary school"/>
          </a:endParaRPr>
        </a:p>
      </dsp:txBody>
      <dsp:txXfrm rot="-5400000">
        <a:off x="1" y="1388930"/>
        <a:ext cx="796147" cy="341205"/>
      </dsp:txXfrm>
    </dsp:sp>
    <dsp:sp modelId="{EB64B09D-8282-42C8-B0C6-35B1F12D7A51}">
      <dsp:nvSpPr>
        <dsp:cNvPr id="0" name=""/>
        <dsp:cNvSpPr/>
      </dsp:nvSpPr>
      <dsp:spPr>
        <a:xfrm rot="5400000">
          <a:off x="2558392" y="-771389"/>
          <a:ext cx="739279" cy="4263769"/>
        </a:xfrm>
        <a:prstGeom prst="round2SameRect">
          <a:avLst/>
        </a:prstGeom>
        <a:solidFill>
          <a:schemeClr val="lt1">
            <a:alpha val="90000"/>
            <a:hueOff val="0"/>
            <a:satOff val="0"/>
            <a:lumOff val="0"/>
            <a:alphaOff val="0"/>
          </a:schemeClr>
        </a:solidFill>
        <a:ln w="12700" cap="flat" cmpd="sng" algn="ctr">
          <a:solidFill>
            <a:schemeClr val="accent3">
              <a:hueOff val="1372388"/>
              <a:satOff val="8237"/>
              <a:lumOff val="6275"/>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None/>
          </a:pPr>
          <a:r>
            <a:rPr lang="en-PK" sz="2200" kern="1200" dirty="0">
              <a:latin typeface="Centary school"/>
            </a:rPr>
            <a:t>Vision-Language Alignment &amp;</a:t>
          </a:r>
          <a:r>
            <a:rPr lang="en-US" sz="2200" kern="1200" dirty="0">
              <a:latin typeface="Centary school"/>
            </a:rPr>
            <a:t> </a:t>
          </a:r>
          <a:r>
            <a:rPr lang="en-PK" sz="2200" kern="1200" dirty="0">
              <a:latin typeface="Centary school"/>
            </a:rPr>
            <a:t>Open</a:t>
          </a:r>
          <a:r>
            <a:rPr lang="en-US" sz="2200" kern="1200" dirty="0">
              <a:latin typeface="Centary school"/>
            </a:rPr>
            <a:t> </a:t>
          </a:r>
          <a:r>
            <a:rPr lang="en-PK" sz="2200" kern="1200" dirty="0">
              <a:latin typeface="Centary school"/>
            </a:rPr>
            <a:t>Vocabulary Object Detection</a:t>
          </a:r>
        </a:p>
      </dsp:txBody>
      <dsp:txXfrm rot="-5400000">
        <a:off x="796148" y="1026944"/>
        <a:ext cx="4227680" cy="667101"/>
      </dsp:txXfrm>
    </dsp:sp>
    <dsp:sp modelId="{882E712A-B798-418E-9E2D-7F63DE937DCA}">
      <dsp:nvSpPr>
        <dsp:cNvPr id="0" name=""/>
        <dsp:cNvSpPr/>
      </dsp:nvSpPr>
      <dsp:spPr>
        <a:xfrm rot="5400000">
          <a:off x="-170602" y="2150505"/>
          <a:ext cx="1137352" cy="796147"/>
        </a:xfrm>
        <a:prstGeom prst="chevron">
          <a:avLst/>
        </a:prstGeom>
        <a:gradFill rotWithShape="0">
          <a:gsLst>
            <a:gs pos="0">
              <a:schemeClr val="accent3">
                <a:hueOff val="2744775"/>
                <a:satOff val="16475"/>
                <a:lumOff val="12550"/>
                <a:alphaOff val="0"/>
                <a:satMod val="103000"/>
                <a:lumMod val="102000"/>
                <a:tint val="94000"/>
              </a:schemeClr>
            </a:gs>
            <a:gs pos="50000">
              <a:schemeClr val="accent3">
                <a:hueOff val="2744775"/>
                <a:satOff val="16475"/>
                <a:lumOff val="12550"/>
                <a:alphaOff val="0"/>
                <a:satMod val="110000"/>
                <a:lumMod val="100000"/>
                <a:shade val="100000"/>
              </a:schemeClr>
            </a:gs>
            <a:gs pos="100000">
              <a:schemeClr val="accent3">
                <a:hueOff val="2744775"/>
                <a:satOff val="16475"/>
                <a:lumOff val="12550"/>
                <a:alphaOff val="0"/>
                <a:lumMod val="99000"/>
                <a:satMod val="120000"/>
                <a:shade val="78000"/>
              </a:schemeClr>
            </a:gs>
          </a:gsLst>
          <a:lin ang="5400000" scaled="0"/>
        </a:gradFill>
        <a:ln w="12700" cap="flat" cmpd="sng" algn="ctr">
          <a:solidFill>
            <a:schemeClr val="accent3">
              <a:hueOff val="2744775"/>
              <a:satOff val="16475"/>
              <a:lumOff val="1255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GB" sz="1700" kern="1200" dirty="0">
              <a:latin typeface="Centary school"/>
            </a:rPr>
            <a:t>Week 11</a:t>
          </a:r>
          <a:endParaRPr lang="en-PK" sz="1700" kern="1200" dirty="0">
            <a:latin typeface="Centary school"/>
          </a:endParaRPr>
        </a:p>
      </dsp:txBody>
      <dsp:txXfrm rot="-5400000">
        <a:off x="1" y="2377977"/>
        <a:ext cx="796147" cy="341205"/>
      </dsp:txXfrm>
    </dsp:sp>
    <dsp:sp modelId="{B62CDBAB-E812-4EAA-B3FD-665951639172}">
      <dsp:nvSpPr>
        <dsp:cNvPr id="0" name=""/>
        <dsp:cNvSpPr/>
      </dsp:nvSpPr>
      <dsp:spPr>
        <a:xfrm rot="5400000">
          <a:off x="2558392" y="217657"/>
          <a:ext cx="739279" cy="4263769"/>
        </a:xfrm>
        <a:prstGeom prst="round2SameRect">
          <a:avLst/>
        </a:prstGeom>
        <a:solidFill>
          <a:schemeClr val="lt1">
            <a:alpha val="90000"/>
            <a:hueOff val="0"/>
            <a:satOff val="0"/>
            <a:lumOff val="0"/>
            <a:alphaOff val="0"/>
          </a:schemeClr>
        </a:solidFill>
        <a:ln w="12700" cap="flat" cmpd="sng" algn="ctr">
          <a:solidFill>
            <a:schemeClr val="accent3">
              <a:hueOff val="2744775"/>
              <a:satOff val="16475"/>
              <a:lumOff val="1255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None/>
          </a:pPr>
          <a:r>
            <a:rPr lang="en-PK" sz="2200" kern="1200" dirty="0">
              <a:latin typeface="Centary school"/>
            </a:rPr>
            <a:t>Audio &amp; Speech</a:t>
          </a:r>
        </a:p>
      </dsp:txBody>
      <dsp:txXfrm rot="-5400000">
        <a:off x="796148" y="2015991"/>
        <a:ext cx="4227680" cy="667101"/>
      </dsp:txXfrm>
    </dsp:sp>
    <dsp:sp modelId="{DA223521-BD5F-435F-9039-48F852FDAEA9}">
      <dsp:nvSpPr>
        <dsp:cNvPr id="0" name=""/>
        <dsp:cNvSpPr/>
      </dsp:nvSpPr>
      <dsp:spPr>
        <a:xfrm rot="5400000">
          <a:off x="-170602" y="3139552"/>
          <a:ext cx="1137352" cy="796147"/>
        </a:xfrm>
        <a:prstGeom prst="chevron">
          <a:avLst/>
        </a:prstGeom>
        <a:gradFill rotWithShape="0">
          <a:gsLst>
            <a:gs pos="0">
              <a:schemeClr val="accent3">
                <a:hueOff val="4117163"/>
                <a:satOff val="24712"/>
                <a:lumOff val="18825"/>
                <a:alphaOff val="0"/>
                <a:satMod val="103000"/>
                <a:lumMod val="102000"/>
                <a:tint val="94000"/>
              </a:schemeClr>
            </a:gs>
            <a:gs pos="50000">
              <a:schemeClr val="accent3">
                <a:hueOff val="4117163"/>
                <a:satOff val="24712"/>
                <a:lumOff val="18825"/>
                <a:alphaOff val="0"/>
                <a:satMod val="110000"/>
                <a:lumMod val="100000"/>
                <a:shade val="100000"/>
              </a:schemeClr>
            </a:gs>
            <a:gs pos="100000">
              <a:schemeClr val="accent3">
                <a:hueOff val="4117163"/>
                <a:satOff val="24712"/>
                <a:lumOff val="18825"/>
                <a:alphaOff val="0"/>
                <a:lumMod val="99000"/>
                <a:satMod val="120000"/>
                <a:shade val="78000"/>
              </a:schemeClr>
            </a:gs>
          </a:gsLst>
          <a:lin ang="5400000" scaled="0"/>
        </a:gradFill>
        <a:ln w="12700" cap="flat" cmpd="sng" algn="ctr">
          <a:solidFill>
            <a:schemeClr val="accent3">
              <a:hueOff val="4117163"/>
              <a:satOff val="24712"/>
              <a:lumOff val="18825"/>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0795" tIns="10795" rIns="10795" bIns="10795" numCol="1" spcCol="1270" anchor="ctr" anchorCtr="0">
          <a:noAutofit/>
        </a:bodyPr>
        <a:lstStyle/>
        <a:p>
          <a:pPr marL="0" lvl="0" indent="0" algn="ctr" defTabSz="755650">
            <a:lnSpc>
              <a:spcPct val="90000"/>
            </a:lnSpc>
            <a:spcBef>
              <a:spcPct val="0"/>
            </a:spcBef>
            <a:spcAft>
              <a:spcPct val="35000"/>
            </a:spcAft>
            <a:buNone/>
          </a:pPr>
          <a:r>
            <a:rPr lang="en-GB" sz="1700" kern="1200">
              <a:latin typeface="Centary school"/>
            </a:rPr>
            <a:t>Week 12</a:t>
          </a:r>
          <a:endParaRPr lang="en-PK" sz="1700" kern="1200" dirty="0">
            <a:latin typeface="Centary school"/>
          </a:endParaRPr>
        </a:p>
      </dsp:txBody>
      <dsp:txXfrm rot="-5400000">
        <a:off x="1" y="3367024"/>
        <a:ext cx="796147" cy="341205"/>
      </dsp:txXfrm>
    </dsp:sp>
    <dsp:sp modelId="{4D752A4A-70E5-4A16-B93E-CC3B02E1BE36}">
      <dsp:nvSpPr>
        <dsp:cNvPr id="0" name=""/>
        <dsp:cNvSpPr/>
      </dsp:nvSpPr>
      <dsp:spPr>
        <a:xfrm rot="5400000">
          <a:off x="2558392" y="1206704"/>
          <a:ext cx="739279" cy="4263769"/>
        </a:xfrm>
        <a:prstGeom prst="round2SameRect">
          <a:avLst/>
        </a:prstGeom>
        <a:solidFill>
          <a:schemeClr val="lt1">
            <a:alpha val="90000"/>
            <a:hueOff val="0"/>
            <a:satOff val="0"/>
            <a:lumOff val="0"/>
            <a:alphaOff val="0"/>
          </a:schemeClr>
        </a:solidFill>
        <a:ln w="12700" cap="flat" cmpd="sng" algn="ctr">
          <a:solidFill>
            <a:schemeClr val="accent3">
              <a:hueOff val="4117163"/>
              <a:satOff val="24712"/>
              <a:lumOff val="18825"/>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None/>
          </a:pPr>
          <a:r>
            <a:rPr lang="en-PK" sz="2200" kern="1200">
              <a:latin typeface="Centary school"/>
            </a:rPr>
            <a:t>Video Understanding</a:t>
          </a:r>
          <a:endParaRPr lang="en-PK" sz="2200" kern="1200" dirty="0">
            <a:latin typeface="Centary school"/>
          </a:endParaRPr>
        </a:p>
      </dsp:txBody>
      <dsp:txXfrm rot="-5400000">
        <a:off x="796148" y="3005038"/>
        <a:ext cx="4227680" cy="66710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94588E-A870-48AB-8A0E-0AC5EB49A7E8}">
      <dsp:nvSpPr>
        <dsp:cNvPr id="0" name=""/>
        <dsp:cNvSpPr/>
      </dsp:nvSpPr>
      <dsp:spPr>
        <a:xfrm rot="5400000">
          <a:off x="-164898" y="167891"/>
          <a:ext cx="1099320" cy="769524"/>
        </a:xfrm>
        <a:prstGeom prst="chevron">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GB" sz="1600" kern="1200" dirty="0">
              <a:latin typeface="Centary school"/>
            </a:rPr>
            <a:t>Week 13</a:t>
          </a:r>
          <a:endParaRPr lang="en-PK" sz="1600" kern="1200" dirty="0">
            <a:latin typeface="Centary school"/>
          </a:endParaRPr>
        </a:p>
      </dsp:txBody>
      <dsp:txXfrm rot="-5400000">
        <a:off x="0" y="387755"/>
        <a:ext cx="769524" cy="329796"/>
      </dsp:txXfrm>
    </dsp:sp>
    <dsp:sp modelId="{EB43CCF2-8339-47C3-9B14-EB99E4A5C083}">
      <dsp:nvSpPr>
        <dsp:cNvPr id="0" name=""/>
        <dsp:cNvSpPr/>
      </dsp:nvSpPr>
      <dsp:spPr>
        <a:xfrm rot="5400000">
          <a:off x="2406813" y="-1634296"/>
          <a:ext cx="714558" cy="3989136"/>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None/>
          </a:pPr>
          <a:r>
            <a:rPr lang="en-PK" sz="2200" kern="1200" dirty="0">
              <a:latin typeface="Centary school"/>
            </a:rPr>
            <a:t>Industrial Anomaly Detection</a:t>
          </a:r>
        </a:p>
      </dsp:txBody>
      <dsp:txXfrm rot="-5400000">
        <a:off x="769524" y="37875"/>
        <a:ext cx="3954254" cy="644794"/>
      </dsp:txXfrm>
    </dsp:sp>
    <dsp:sp modelId="{2839C822-025F-406B-B170-14FF2E657491}">
      <dsp:nvSpPr>
        <dsp:cNvPr id="0" name=""/>
        <dsp:cNvSpPr/>
      </dsp:nvSpPr>
      <dsp:spPr>
        <a:xfrm rot="5400000">
          <a:off x="-164898" y="1118382"/>
          <a:ext cx="1099320" cy="769524"/>
        </a:xfrm>
        <a:prstGeom prst="chevron">
          <a:avLst/>
        </a:prstGeom>
        <a:gradFill rotWithShape="0">
          <a:gsLst>
            <a:gs pos="0">
              <a:schemeClr val="accent2">
                <a:hueOff val="2147871"/>
                <a:satOff val="-6164"/>
                <a:lumOff val="-9870"/>
                <a:alphaOff val="0"/>
                <a:satMod val="103000"/>
                <a:lumMod val="102000"/>
                <a:tint val="94000"/>
              </a:schemeClr>
            </a:gs>
            <a:gs pos="50000">
              <a:schemeClr val="accent2">
                <a:hueOff val="2147871"/>
                <a:satOff val="-6164"/>
                <a:lumOff val="-9870"/>
                <a:alphaOff val="0"/>
                <a:satMod val="110000"/>
                <a:lumMod val="100000"/>
                <a:shade val="100000"/>
              </a:schemeClr>
            </a:gs>
            <a:gs pos="100000">
              <a:schemeClr val="accent2">
                <a:hueOff val="2147871"/>
                <a:satOff val="-6164"/>
                <a:lumOff val="-9870"/>
                <a:alphaOff val="0"/>
                <a:lumMod val="99000"/>
                <a:satMod val="120000"/>
                <a:shade val="78000"/>
              </a:schemeClr>
            </a:gs>
          </a:gsLst>
          <a:lin ang="5400000" scaled="0"/>
        </a:gradFill>
        <a:ln w="12700" cap="flat" cmpd="sng" algn="ctr">
          <a:solidFill>
            <a:schemeClr val="accent2">
              <a:hueOff val="2147871"/>
              <a:satOff val="-6164"/>
              <a:lumOff val="-987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GB" sz="1600" kern="1200" dirty="0">
              <a:latin typeface="Centary school"/>
            </a:rPr>
            <a:t>Week 14</a:t>
          </a:r>
          <a:endParaRPr lang="en-PK" sz="1600" kern="1200" dirty="0">
            <a:latin typeface="Centary school"/>
          </a:endParaRPr>
        </a:p>
      </dsp:txBody>
      <dsp:txXfrm rot="-5400000">
        <a:off x="0" y="1338246"/>
        <a:ext cx="769524" cy="329796"/>
      </dsp:txXfrm>
    </dsp:sp>
    <dsp:sp modelId="{EB64B09D-8282-42C8-B0C6-35B1F12D7A51}">
      <dsp:nvSpPr>
        <dsp:cNvPr id="0" name=""/>
        <dsp:cNvSpPr/>
      </dsp:nvSpPr>
      <dsp:spPr>
        <a:xfrm rot="5400000">
          <a:off x="2406813" y="-683805"/>
          <a:ext cx="714558" cy="3989136"/>
        </a:xfrm>
        <a:prstGeom prst="round2SameRect">
          <a:avLst/>
        </a:prstGeom>
        <a:solidFill>
          <a:schemeClr val="lt1">
            <a:alpha val="90000"/>
            <a:hueOff val="0"/>
            <a:satOff val="0"/>
            <a:lumOff val="0"/>
            <a:alphaOff val="0"/>
          </a:schemeClr>
        </a:solidFill>
        <a:ln w="12700" cap="flat" cmpd="sng" algn="ctr">
          <a:solidFill>
            <a:schemeClr val="accent2">
              <a:hueOff val="2147871"/>
              <a:satOff val="-6164"/>
              <a:lumOff val="-987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None/>
          </a:pPr>
          <a:r>
            <a:rPr lang="en-PK" sz="2200" kern="1200" dirty="0">
              <a:latin typeface="Centary school"/>
            </a:rPr>
            <a:t>Sensor-Based Human Action Recognition</a:t>
          </a:r>
        </a:p>
      </dsp:txBody>
      <dsp:txXfrm rot="-5400000">
        <a:off x="769524" y="988366"/>
        <a:ext cx="3954254" cy="644794"/>
      </dsp:txXfrm>
    </dsp:sp>
    <dsp:sp modelId="{882E712A-B798-418E-9E2D-7F63DE937DCA}">
      <dsp:nvSpPr>
        <dsp:cNvPr id="0" name=""/>
        <dsp:cNvSpPr/>
      </dsp:nvSpPr>
      <dsp:spPr>
        <a:xfrm rot="5400000">
          <a:off x="-164898" y="2068873"/>
          <a:ext cx="1099320" cy="769524"/>
        </a:xfrm>
        <a:prstGeom prst="chevron">
          <a:avLst/>
        </a:prstGeom>
        <a:gradFill rotWithShape="0">
          <a:gsLst>
            <a:gs pos="0">
              <a:schemeClr val="accent2">
                <a:hueOff val="4295743"/>
                <a:satOff val="-12329"/>
                <a:lumOff val="-19739"/>
                <a:alphaOff val="0"/>
                <a:satMod val="103000"/>
                <a:lumMod val="102000"/>
                <a:tint val="94000"/>
              </a:schemeClr>
            </a:gs>
            <a:gs pos="50000">
              <a:schemeClr val="accent2">
                <a:hueOff val="4295743"/>
                <a:satOff val="-12329"/>
                <a:lumOff val="-19739"/>
                <a:alphaOff val="0"/>
                <a:satMod val="110000"/>
                <a:lumMod val="100000"/>
                <a:shade val="100000"/>
              </a:schemeClr>
            </a:gs>
            <a:gs pos="100000">
              <a:schemeClr val="accent2">
                <a:hueOff val="4295743"/>
                <a:satOff val="-12329"/>
                <a:lumOff val="-19739"/>
                <a:alphaOff val="0"/>
                <a:lumMod val="99000"/>
                <a:satMod val="120000"/>
                <a:shade val="78000"/>
              </a:schemeClr>
            </a:gs>
          </a:gsLst>
          <a:lin ang="5400000" scaled="0"/>
        </a:gradFill>
        <a:ln w="12700" cap="flat" cmpd="sng" algn="ctr">
          <a:solidFill>
            <a:schemeClr val="accent2">
              <a:hueOff val="4295743"/>
              <a:satOff val="-12329"/>
              <a:lumOff val="-1973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GB" sz="1600" kern="1200" dirty="0">
              <a:latin typeface="Centary school"/>
            </a:rPr>
            <a:t>Week 15</a:t>
          </a:r>
          <a:endParaRPr lang="en-PK" sz="1600" kern="1200" dirty="0">
            <a:latin typeface="Centary school"/>
          </a:endParaRPr>
        </a:p>
      </dsp:txBody>
      <dsp:txXfrm rot="-5400000">
        <a:off x="0" y="2288737"/>
        <a:ext cx="769524" cy="329796"/>
      </dsp:txXfrm>
    </dsp:sp>
    <dsp:sp modelId="{B62CDBAB-E812-4EAA-B3FD-665951639172}">
      <dsp:nvSpPr>
        <dsp:cNvPr id="0" name=""/>
        <dsp:cNvSpPr/>
      </dsp:nvSpPr>
      <dsp:spPr>
        <a:xfrm rot="5400000">
          <a:off x="2406813" y="266686"/>
          <a:ext cx="714558" cy="3989136"/>
        </a:xfrm>
        <a:prstGeom prst="round2SameRect">
          <a:avLst/>
        </a:prstGeom>
        <a:solidFill>
          <a:schemeClr val="lt1">
            <a:alpha val="90000"/>
            <a:hueOff val="0"/>
            <a:satOff val="0"/>
            <a:lumOff val="0"/>
            <a:alphaOff val="0"/>
          </a:schemeClr>
        </a:solidFill>
        <a:ln w="12700" cap="flat" cmpd="sng" algn="ctr">
          <a:solidFill>
            <a:schemeClr val="accent2">
              <a:hueOff val="4295743"/>
              <a:satOff val="-12329"/>
              <a:lumOff val="-1973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None/>
          </a:pPr>
          <a:r>
            <a:rPr lang="en-PK" sz="2200" kern="1200" dirty="0">
              <a:latin typeface="Centary school"/>
            </a:rPr>
            <a:t>Aggressive</a:t>
          </a:r>
          <a:r>
            <a:rPr lang="en-US" sz="2200" kern="1200" dirty="0">
              <a:latin typeface="Centary school"/>
            </a:rPr>
            <a:t> </a:t>
          </a:r>
          <a:r>
            <a:rPr lang="en-PK" sz="2200" kern="1200" dirty="0">
              <a:latin typeface="Centary school"/>
            </a:rPr>
            <a:t>Behavior</a:t>
          </a:r>
          <a:r>
            <a:rPr lang="en-US" sz="2200" kern="1200" dirty="0">
              <a:latin typeface="Centary school"/>
            </a:rPr>
            <a:t> </a:t>
          </a:r>
          <a:r>
            <a:rPr lang="en-PK" sz="2200" kern="1200" dirty="0">
              <a:latin typeface="Centary school"/>
            </a:rPr>
            <a:t>Monitoring</a:t>
          </a:r>
        </a:p>
      </dsp:txBody>
      <dsp:txXfrm rot="-5400000">
        <a:off x="769524" y="1938857"/>
        <a:ext cx="3954254" cy="644794"/>
      </dsp:txXfrm>
    </dsp:sp>
    <dsp:sp modelId="{82E11FA9-4386-4114-8358-CBECE6514A6A}">
      <dsp:nvSpPr>
        <dsp:cNvPr id="0" name=""/>
        <dsp:cNvSpPr/>
      </dsp:nvSpPr>
      <dsp:spPr>
        <a:xfrm rot="5400000">
          <a:off x="-164898" y="3019364"/>
          <a:ext cx="1099320" cy="769524"/>
        </a:xfrm>
        <a:prstGeom prst="chevron">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w="12700" cap="flat" cmpd="sng" algn="ctr">
          <a:solidFill>
            <a:schemeClr val="accent2">
              <a:hueOff val="6443614"/>
              <a:satOff val="-18493"/>
              <a:lumOff val="-29609"/>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GB" sz="1600" kern="1200">
              <a:latin typeface="Centary school"/>
            </a:rPr>
            <a:t>Week 16</a:t>
          </a:r>
          <a:endParaRPr lang="en-PK" sz="1600" kern="1200" dirty="0">
            <a:latin typeface="Centary school"/>
          </a:endParaRPr>
        </a:p>
      </dsp:txBody>
      <dsp:txXfrm rot="-5400000">
        <a:off x="0" y="3239228"/>
        <a:ext cx="769524" cy="329796"/>
      </dsp:txXfrm>
    </dsp:sp>
    <dsp:sp modelId="{A7F201C9-919B-4117-A1DF-914BD6E46C87}">
      <dsp:nvSpPr>
        <dsp:cNvPr id="0" name=""/>
        <dsp:cNvSpPr/>
      </dsp:nvSpPr>
      <dsp:spPr>
        <a:xfrm rot="5400000">
          <a:off x="2406813" y="1217177"/>
          <a:ext cx="714558" cy="3989136"/>
        </a:xfrm>
        <a:prstGeom prst="round2SameRect">
          <a:avLst/>
        </a:prstGeom>
        <a:solidFill>
          <a:schemeClr val="lt1">
            <a:alpha val="90000"/>
            <a:hueOff val="0"/>
            <a:satOff val="0"/>
            <a:lumOff val="0"/>
            <a:alphaOff val="0"/>
          </a:schemeClr>
        </a:soli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56464" tIns="13970" rIns="13970" bIns="13970" numCol="1" spcCol="1270" anchor="ctr" anchorCtr="0">
          <a:noAutofit/>
        </a:bodyPr>
        <a:lstStyle/>
        <a:p>
          <a:pPr marL="228600" lvl="1" indent="-228600" algn="l" defTabSz="977900">
            <a:lnSpc>
              <a:spcPct val="90000"/>
            </a:lnSpc>
            <a:spcBef>
              <a:spcPct val="0"/>
            </a:spcBef>
            <a:spcAft>
              <a:spcPct val="15000"/>
            </a:spcAft>
            <a:buNone/>
          </a:pPr>
          <a:r>
            <a:rPr lang="en-GB" sz="2200" kern="1200" dirty="0">
              <a:latin typeface="Centary school"/>
            </a:rPr>
            <a:t>Final Term</a:t>
          </a:r>
          <a:endParaRPr lang="en-PK" sz="2200" kern="1200" dirty="0">
            <a:latin typeface="Centary school"/>
          </a:endParaRPr>
        </a:p>
      </dsp:txBody>
      <dsp:txXfrm rot="-5400000">
        <a:off x="769524" y="2889348"/>
        <a:ext cx="3954254" cy="64479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3.xml><?xml version="1.0" encoding="utf-8"?>
<dgm:layoutDef xmlns:dgm="http://schemas.openxmlformats.org/drawingml/2006/diagram" xmlns:a="http://schemas.openxmlformats.org/drawingml/2006/main" uniqueId="urn:microsoft.com/office/officeart/2011/layout/CircleProcess">
  <dgm:title val="Circle Process"/>
  <dgm:desc val="Use to show sequential steps in a process. Limited to eleven Level 1 shapes with an unlimited number of Level 2 shapes. Works best with small amounts of text. Unused text does not appear, but remains available if you switch layouts."/>
  <dgm:catLst>
    <dgm:cat type="process" pri="8500"/>
    <dgm:cat type="officeonline" pri="85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11"/>
      <dgm:chPref val="11"/>
      <dgm:dir/>
      <dgm:resizeHandles/>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5"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Parent2" refType="w" fact="0.6249"/>
              <dgm:constr type="t" for="ch" forName="Parent2" refType="h" fact="0.2022"/>
              <dgm:constr type="w" for="ch" forName="Parent2" refType="w" fact="0.3001"/>
              <dgm:constr type="h" for="ch" forName="Parent2" refType="h" fact="0.3799"/>
              <dgm:constr type="l" for="ch" forName="Parent1" refType="w" fact="0.1597"/>
              <dgm:constr type="t" for="ch" forName="Parent1" refType="h" fact="0.2022"/>
              <dgm:constr type="w" for="ch" forName="Parent1" refType="w" fact="0.3001"/>
              <dgm:constr type="h" for="ch" forName="Parent1" refType="h" fact="0.3799"/>
              <dgm:constr type="l" for="ch" forName="Accent2" refType="w" fact="0.5498"/>
              <dgm:constr type="t" for="ch" forName="Accent2" refType="h" fact="0.1072"/>
              <dgm:constr type="w" for="ch" forName="Accent2" refType="w" fact="0.4502"/>
              <dgm:constr type="h" for="ch" forName="Accent2" refType="h" fact="0.5699"/>
              <dgm:constr type="l" for="ch" forName="ParentBackground2" refType="w" fact="0.5648"/>
              <dgm:constr type="t" for="ch" forName="ParentBackground2" refType="h" fact="0.1262"/>
              <dgm:constr type="w" for="ch" forName="ParentBackground2" refType="w" fact="0.4201"/>
              <dgm:constr type="h" for="ch" forName="ParentBackground2" refType="h" fact="0.5319"/>
              <dgm:constr type="l" for="ch" forName="Child2" refType="w" fact="0.5648"/>
              <dgm:constr type="t" for="ch" forName="Child2" refType="h" fact="0.6876"/>
              <dgm:constr type="w" for="ch" forName="Child2" refType="w" fact="0.4201"/>
              <dgm:constr type="h" for="ch" forName="Child2" refType="h" fact="0.3124"/>
              <dgm:constr type="l" for="ch" forName="Accent1" refType="w" fact="-0.0086"/>
              <dgm:constr type="t" for="ch" forName="Accent1" refType="h" fact="-0.0109"/>
              <dgm:constr type="w" for="ch" forName="Accent1" refType="w" fact="0.6367"/>
              <dgm:constr type="h" for="ch" forName="Accent1" refType="h" fact="0.806"/>
              <dgm:constr type="l" for="ch" forName="ParentBackground1" refType="w" fact="0.0997"/>
              <dgm:constr type="t" for="ch" forName="ParentBackground1" refType="h" fact="0.1262"/>
              <dgm:constr type="w" for="ch" forName="ParentBackground1" refType="w" fact="0.4201"/>
              <dgm:constr type="h" for="ch" forName="ParentBackground1" refType="h" fact="0.5319"/>
              <dgm:constr type="l" for="ch" forName="Child1" refType="w" fact="0.0997"/>
              <dgm:constr type="t" for="ch" forName="Child1" refType="h" fact="0.6876"/>
              <dgm:constr type="w" for="ch" forName="Child1" refType="w" fact="0.4201"/>
              <dgm:constr type="h" for="ch" forName="Child1" refType="h" fact="0.3124"/>
            </dgm:constrLst>
          </dgm:if>
          <dgm:if name="Name6"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Parent3" refType="w" fact="0.744"/>
              <dgm:constr type="t" for="ch" forName="Parent3" refType="h" fact="0.2022"/>
              <dgm:constr type="w" for="ch" forName="Parent3" refType="w" fact="0.2048"/>
              <dgm:constr type="h" for="ch" forName="Parent3" refType="h" fact="0.3799"/>
              <dgm:constr type="l" for="ch" forName="Parent2" refType="w" fact="0.4265"/>
              <dgm:constr type="t" for="ch" forName="Parent2" refType="h" fact="0.2022"/>
              <dgm:constr type="w" for="ch" forName="Parent2" refType="w" fact="0.2048"/>
              <dgm:constr type="h" for="ch" forName="Parent2" refType="h" fact="0.3799"/>
              <dgm:constr type="l" for="ch" forName="Parent1" refType="w" fact="0.109"/>
              <dgm:constr type="t" for="ch" forName="Parent1" refType="h" fact="0.2022"/>
              <dgm:constr type="w" for="ch" forName="Parent1" refType="w" fact="0.2048"/>
              <dgm:constr type="h" for="ch" forName="Parent1" refType="h" fact="0.3799"/>
              <dgm:constr type="l" for="ch" forName="Accent3" refType="w" fact="0.6928"/>
              <dgm:constr type="t" for="ch" forName="Accent3" refType="h" fact="0.1072"/>
              <dgm:constr type="w" for="ch" forName="Accent3" refType="w" fact="0.3072"/>
              <dgm:constr type="h" for="ch" forName="Accent3" refType="h" fact="0.5699"/>
              <dgm:constr type="l" for="ch" forName="ParentBackground3" refType="w" fact="0.703"/>
              <dgm:constr type="t" for="ch" forName="ParentBackground3" refType="h" fact="0.1262"/>
              <dgm:constr type="w" for="ch" forName="ParentBackground3" refType="w" fact="0.2868"/>
              <dgm:constr type="h" for="ch" forName="ParentBackground3" refType="h" fact="0.5319"/>
              <dgm:constr type="l" for="ch" forName="Child3" refType="w" fact="0.703"/>
              <dgm:constr type="t" for="ch" forName="Child3" refType="h" fact="0.6876"/>
              <dgm:constr type="w" for="ch" forName="Child3" refType="w" fact="0.2868"/>
              <dgm:constr type="h" for="ch" forName="Child3" refType="h" fact="0.3124"/>
              <dgm:constr type="l" for="ch" forName="Accent2" refType="w" fact="0.3122"/>
              <dgm:constr type="t" for="ch" forName="Accent2" refType="h" fact="-0.0109"/>
              <dgm:constr type="w" for="ch" forName="Accent2" refType="w" fact="0.4334"/>
              <dgm:constr type="h" for="ch" forName="Accent2" refType="h" fact="0.806"/>
              <dgm:constr type="l" for="ch" forName="ParentBackground2" refType="w" fact="0.3855"/>
              <dgm:constr type="t" for="ch" forName="ParentBackground2" refType="h" fact="0.1262"/>
              <dgm:constr type="w" for="ch" forName="ParentBackground2" refType="w" fact="0.2868"/>
              <dgm:constr type="h" for="ch" forName="ParentBackground2" refType="h" fact="0.5319"/>
              <dgm:constr type="l" for="ch" forName="Child2" refType="w" fact="0.3855"/>
              <dgm:constr type="t" for="ch" forName="Child2" refType="h" fact="0.6876"/>
              <dgm:constr type="w" for="ch" forName="Child2" refType="w" fact="0.2868"/>
              <dgm:constr type="h" for="ch" forName="Child2" refType="h" fact="0.3124"/>
              <dgm:constr type="l" for="ch" forName="Accent1" refType="w" fact="-0.0053"/>
              <dgm:constr type="t" for="ch" forName="Accent1" refType="h" fact="-0.0109"/>
              <dgm:constr type="w" for="ch" forName="Accent1" refType="w" fact="0.4334"/>
              <dgm:constr type="h" for="ch" forName="Accent1" refType="h" fact="0.806"/>
              <dgm:constr type="l" for="ch" forName="ParentBackground1" refType="w" fact="0.068"/>
              <dgm:constr type="t" for="ch" forName="ParentBackground1" refType="h" fact="0.1262"/>
              <dgm:constr type="w" for="ch" forName="ParentBackground1" refType="w" fact="0.2868"/>
              <dgm:constr type="h" for="ch" forName="ParentBackground1" refType="h" fact="0.5319"/>
              <dgm:constr type="l" for="ch" forName="Child1" refType="w" fact="0.068"/>
              <dgm:constr type="t" for="ch" forName="Child1" refType="h" fact="0.6876"/>
              <dgm:constr type="w" for="ch" forName="Child1" refType="w" fact="0.2868"/>
              <dgm:constr type="h" for="ch" forName="Child1" refType="h" fact="0.3124"/>
            </dgm:constrLst>
          </dgm:if>
          <dgm:if name="Name7"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Parent4" refType="w" fact="0.8057"/>
              <dgm:constr type="t" for="ch" forName="Parent4" refType="h" fact="0.2022"/>
              <dgm:constr type="w" for="ch" forName="Parent4" refType="w" fact="0.1555"/>
              <dgm:constr type="h" for="ch" forName="Parent4" refType="h" fact="0.3799"/>
              <dgm:constr type="l" for="ch" forName="Parent3" refType="w" fact="0.5647"/>
              <dgm:constr type="t" for="ch" forName="Parent3" refType="h" fact="0.2022"/>
              <dgm:constr type="w" for="ch" forName="Parent3" refType="w" fact="0.1555"/>
              <dgm:constr type="h" for="ch" forName="Parent3" refType="h" fact="0.3799"/>
              <dgm:constr type="l" for="ch" forName="Parent2" refType="w" fact="0.3237"/>
              <dgm:constr type="t" for="ch" forName="Parent2" refType="h" fact="0.2022"/>
              <dgm:constr type="w" for="ch" forName="Parent2" refType="w" fact="0.1555"/>
              <dgm:constr type="h" for="ch" forName="Parent2" refType="h" fact="0.3799"/>
              <dgm:constr type="l" for="ch" forName="Parent1" refType="w" fact="0.0827"/>
              <dgm:constr type="t" for="ch" forName="Parent1" refType="h" fact="0.2022"/>
              <dgm:constr type="w" for="ch" forName="Parent1" refType="w" fact="0.1555"/>
              <dgm:constr type="h" for="ch" forName="Parent1" refType="h" fact="0.3799"/>
              <dgm:constr type="l" for="ch" forName="Accent4" refType="w" fact="0.7668"/>
              <dgm:constr type="t" for="ch" forName="Accent4" refType="h" fact="0.1072"/>
              <dgm:constr type="w" for="ch" forName="Accent4" refType="w" fact="0.2332"/>
              <dgm:constr type="h" for="ch" forName="Accent4" refType="h" fact="0.5699"/>
              <dgm:constr type="l" for="ch" forName="ParentBackground4" refType="w" fact="0.7746"/>
              <dgm:constr type="t" for="ch" forName="ParentBackground4" refType="h" fact="0.1262"/>
              <dgm:constr type="w" for="ch" forName="ParentBackground4" refType="w" fact="0.2177"/>
              <dgm:constr type="h" for="ch" forName="ParentBackground4" refType="h" fact="0.5319"/>
              <dgm:constr type="l" for="ch" forName="Child4" refType="w" fact="0.7746"/>
              <dgm:constr type="t" for="ch" forName="Child4" refType="h" fact="0.6876"/>
              <dgm:constr type="w" for="ch" forName="Child4" refType="w" fact="0.2177"/>
              <dgm:constr type="h" for="ch" forName="Child4" refType="h" fact="0.3124"/>
              <dgm:constr type="l" for="ch" forName="Accent3" refType="w" fact="0.4765"/>
              <dgm:constr type="t" for="ch" forName="Accent3" refType="h" fact="-0.0109"/>
              <dgm:constr type="w" for="ch" forName="Accent3" refType="w" fact="0.3298"/>
              <dgm:constr type="h" for="ch" forName="Accent3" refType="h" fact="0.806"/>
              <dgm:constr type="l" for="ch" forName="ParentBackground3" refType="w" fact="0.5336"/>
              <dgm:constr type="t" for="ch" forName="ParentBackground3" refType="h" fact="0.1262"/>
              <dgm:constr type="w" for="ch" forName="ParentBackground3" refType="w" fact="0.2177"/>
              <dgm:constr type="h" for="ch" forName="ParentBackground3" refType="h" fact="0.5319"/>
              <dgm:constr type="l" for="ch" forName="Child3" refType="w" fact="0.5336"/>
              <dgm:constr type="t" for="ch" forName="Child3" refType="h" fact="0.6876"/>
              <dgm:constr type="w" for="ch" forName="Child3" refType="w" fact="0.2177"/>
              <dgm:constr type="h" for="ch" forName="Child3" refType="h" fact="0.3124"/>
              <dgm:constr type="l" for="ch" forName="Accent2" refType="w" fact="0.2365"/>
              <dgm:constr type="t" for="ch" forName="Accent2" refType="h" fact="-0.0109"/>
              <dgm:constr type="w" for="ch" forName="Accent2" refType="w" fact="0.3298"/>
              <dgm:constr type="h" for="ch" forName="Accent2" refType="h" fact="0.806"/>
              <dgm:constr type="l" for="ch" forName="ParentBackground2" refType="w" fact="0.2926"/>
              <dgm:constr type="t" for="ch" forName="ParentBackground2" refType="h" fact="0.1262"/>
              <dgm:constr type="w" for="ch" forName="ParentBackground2" refType="w" fact="0.2177"/>
              <dgm:constr type="h" for="ch" forName="ParentBackground2" refType="h" fact="0.5319"/>
              <dgm:constr type="l" for="ch" forName="Child2" refType="w" fact="0.2926"/>
              <dgm:constr type="t" for="ch" forName="Child2" refType="h" fact="0.6876"/>
              <dgm:constr type="w" for="ch" forName="Child2" refType="w" fact="0.2177"/>
              <dgm:constr type="h" for="ch" forName="Child2" refType="h" fact="0.3124"/>
              <dgm:constr type="l" for="ch" forName="Accent1" refType="w" fact="-0.0045"/>
              <dgm:constr type="t" for="ch" forName="Accent1" refType="h" fact="-0.0109"/>
              <dgm:constr type="w" for="ch" forName="Accent1" refType="w" fact="0.3298"/>
              <dgm:constr type="h" for="ch" forName="Accent1" refType="h" fact="0.806"/>
              <dgm:constr type="l" for="ch" forName="ParentBackground1" refType="w" fact="0.0516"/>
              <dgm:constr type="t" for="ch" forName="ParentBackground1" refType="h" fact="0.1262"/>
              <dgm:constr type="w" for="ch" forName="ParentBackground1" refType="w" fact="0.2177"/>
              <dgm:constr type="h" for="ch" forName="ParentBackground1" refType="h" fact="0.5319"/>
              <dgm:constr type="l" for="ch" forName="Child1" refType="w" fact="0.0516"/>
              <dgm:constr type="t" for="ch" forName="Child1" refType="h" fact="0.6876"/>
              <dgm:constr type="w" for="ch" forName="Child1" refType="w" fact="0.2177"/>
              <dgm:constr type="h" for="ch" forName="Child1" refType="h" fact="0.3124"/>
            </dgm:constrLst>
          </dgm:if>
          <dgm:if name="Name8"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Parent5" refType="w" fact="0.8434"/>
              <dgm:constr type="t" for="ch" forName="Parent5" refType="h" fact="0.2022"/>
              <dgm:constr type="w" for="ch" forName="Parent5" refType="w" fact="0.1253"/>
              <dgm:constr type="h" for="ch" forName="Parent5" refType="h" fact="0.3799"/>
              <dgm:constr type="l" for="ch" forName="Parent4" refType="w" fact="0.6492"/>
              <dgm:constr type="t" for="ch" forName="Parent4" refType="h" fact="0.2022"/>
              <dgm:constr type="w" for="ch" forName="Parent4" refType="w" fact="0.1253"/>
              <dgm:constr type="h" for="ch" forName="Parent4" refType="h" fact="0.3799"/>
              <dgm:constr type="l" for="ch" forName="Parent3" refType="w" fact="0.455"/>
              <dgm:constr type="t" for="ch" forName="Parent3" refType="h" fact="0.2022"/>
              <dgm:constr type="w" for="ch" forName="Parent3" refType="w" fact="0.1253"/>
              <dgm:constr type="h" for="ch" forName="Parent3" refType="h" fact="0.3799"/>
              <dgm:constr type="l" for="ch" forName="Parent2" refType="w" fact="0.2609"/>
              <dgm:constr type="t" for="ch" forName="Parent2" refType="h" fact="0.2022"/>
              <dgm:constr type="w" for="ch" forName="Parent2" refType="w" fact="0.1253"/>
              <dgm:constr type="h" for="ch" forName="Parent2" refType="h" fact="0.3799"/>
              <dgm:constr type="l" for="ch" forName="Parent1" refType="w" fact="0.0667"/>
              <dgm:constr type="t" for="ch" forName="Parent1" refType="h" fact="0.2022"/>
              <dgm:constr type="w" for="ch" forName="Parent1" refType="w" fact="0.1253"/>
              <dgm:constr type="h" for="ch" forName="Parent1" refType="h" fact="0.3799"/>
              <dgm:constr type="l" for="ch" forName="Accent5" refType="w" fact="0.8121"/>
              <dgm:constr type="t" for="ch" forName="Accent5" refType="h" fact="0.1072"/>
              <dgm:constr type="w" for="ch" forName="Accent5" refType="w" fact="0.1879"/>
              <dgm:constr type="h" for="ch" forName="Accent5" refType="h" fact="0.5699"/>
              <dgm:constr type="l" for="ch" forName="ParentBackground5" refType="w" fact="0.8183"/>
              <dgm:constr type="t" for="ch" forName="ParentBackground5" refType="h" fact="0.1262"/>
              <dgm:constr type="w" for="ch" forName="ParentBackground5" refType="w" fact="0.1754"/>
              <dgm:constr type="h" for="ch" forName="ParentBackground5" refType="h" fact="0.5319"/>
              <dgm:constr type="l" for="ch" forName="Child5" refType="w" fact="0.8183"/>
              <dgm:constr type="t" for="ch" forName="Child5" refType="h" fact="0.6876"/>
              <dgm:constr type="w" for="ch" forName="Child5" refType="w" fact="0.1754"/>
              <dgm:constr type="h" for="ch" forName="Child5" refType="h" fact="0.3124"/>
              <dgm:constr type="l" for="ch" forName="Accent4" refType="w" fact="0.5789"/>
              <dgm:constr type="t" for="ch" forName="Accent4" refType="h" fact="-0.0109"/>
              <dgm:constr type="w" for="ch" forName="Accent4" refType="w" fact="0.2657"/>
              <dgm:constr type="h" for="ch" forName="Accent4" refType="h" fact="0.806"/>
              <dgm:constr type="l" for="ch" forName="ParentBackground4" refType="w" fact="0.6242"/>
              <dgm:constr type="t" for="ch" forName="ParentBackground4" refType="h" fact="0.1262"/>
              <dgm:constr type="w" for="ch" forName="ParentBackground4" refType="w" fact="0.1754"/>
              <dgm:constr type="h" for="ch" forName="ParentBackground4" refType="h" fact="0.5319"/>
              <dgm:constr type="l" for="ch" forName="Child4" refType="w" fact="0.6242"/>
              <dgm:constr type="t" for="ch" forName="Child4" refType="h" fact="0.6876"/>
              <dgm:constr type="w" for="ch" forName="Child4" refType="w" fact="0.1754"/>
              <dgm:constr type="h" for="ch" forName="Child4" refType="h" fact="0.3124"/>
              <dgm:constr type="l" for="ch" forName="Accent3" refType="w" fact="0.3848"/>
              <dgm:constr type="t" for="ch" forName="Accent3" refType="h" fact="-0.0109"/>
              <dgm:constr type="w" for="ch" forName="Accent3" refType="w" fact="0.2657"/>
              <dgm:constr type="h" for="ch" forName="Accent3" refType="h" fact="0.806"/>
              <dgm:constr type="l" for="ch" forName="ParentBackground3" refType="w" fact="0.43"/>
              <dgm:constr type="t" for="ch" forName="ParentBackground3" refType="h" fact="0.1262"/>
              <dgm:constr type="w" for="ch" forName="ParentBackground3" refType="w" fact="0.1754"/>
              <dgm:constr type="h" for="ch" forName="ParentBackground3" refType="h" fact="0.5319"/>
              <dgm:constr type="l" for="ch" forName="Child3" refType="w" fact="0.43"/>
              <dgm:constr type="t" for="ch" forName="Child3" refType="h" fact="0.6876"/>
              <dgm:constr type="w" for="ch" forName="Child3" refType="w" fact="0.1754"/>
              <dgm:constr type="h" for="ch" forName="Child3" refType="h" fact="0.3124"/>
              <dgm:constr type="l" for="ch" forName="Accent2" refType="w" fact="0.1906"/>
              <dgm:constr type="t" for="ch" forName="Accent2" refType="h" fact="-0.0109"/>
              <dgm:constr type="w" for="ch" forName="Accent2" refType="w" fact="0.2657"/>
              <dgm:constr type="h" for="ch" forName="Accent2" refType="h" fact="0.806"/>
              <dgm:constr type="l" for="ch" forName="ParentBackground2" refType="w" fact="0.2358"/>
              <dgm:constr type="t" for="ch" forName="ParentBackground2" refType="h" fact="0.1262"/>
              <dgm:constr type="w" for="ch" forName="ParentBackground2" refType="w" fact="0.1754"/>
              <dgm:constr type="h" for="ch" forName="ParentBackground2" refType="h" fact="0.5319"/>
              <dgm:constr type="l" for="ch" forName="Child2" refType="w" fact="0.2358"/>
              <dgm:constr type="t" for="ch" forName="Child2" refType="h" fact="0.6876"/>
              <dgm:constr type="w" for="ch" forName="Child2" refType="w" fact="0.1754"/>
              <dgm:constr type="h" for="ch" forName="Child2" refType="h" fact="0.3124"/>
              <dgm:constr type="l" for="ch" forName="Accent1" refType="w" fact="-0.0036"/>
              <dgm:constr type="t" for="ch" forName="Accent1" refType="h" fact="-0.0109"/>
              <dgm:constr type="w" for="ch" forName="Accent1" refType="w" fact="0.2657"/>
              <dgm:constr type="h" for="ch" forName="Accent1" refType="h" fact="0.806"/>
              <dgm:constr type="l" for="ch" forName="ParentBackground1" refType="w" fact="0.0416"/>
              <dgm:constr type="t" for="ch" forName="ParentBackground1" refType="h" fact="0.1262"/>
              <dgm:constr type="w" for="ch" forName="ParentBackground1" refType="w" fact="0.1754"/>
              <dgm:constr type="h" for="ch" forName="ParentBackground1" refType="h" fact="0.5319"/>
              <dgm:constr type="l" for="ch" forName="Child1" refType="w" fact="0.0416"/>
              <dgm:constr type="t" for="ch" forName="Child1" refType="h" fact="0.6876"/>
              <dgm:constr type="w" for="ch" forName="Child1" refType="w" fact="0.1754"/>
              <dgm:constr type="h" for="ch" forName="Child1" refType="h" fact="0.3124"/>
            </dgm:constrLst>
          </dgm:if>
          <dgm:if name="Name9"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Parent6" refType="w" fact="0.8689"/>
              <dgm:constr type="t" for="ch" forName="Parent6" refType="h" fact="0.2022"/>
              <dgm:constr type="w" for="ch" forName="Parent6" refType="w" fact="0.1049"/>
              <dgm:constr type="h" for="ch" forName="Parent6" refType="h" fact="0.3799"/>
              <dgm:constr type="l" for="ch" forName="Parent5" refType="w" fact="0.7063"/>
              <dgm:constr type="t" for="ch" forName="Parent5" refType="h" fact="0.2022"/>
              <dgm:constr type="w" for="ch" forName="Parent5" refType="w" fact="0.1049"/>
              <dgm:constr type="h" for="ch" forName="Parent5" refType="h" fact="0.3799"/>
              <dgm:constr type="l" for="ch" forName="Parent4" refType="w" fact="0.5437"/>
              <dgm:constr type="t" for="ch" forName="Parent4" refType="h" fact="0.2022"/>
              <dgm:constr type="w" for="ch" forName="Parent4" refType="w" fact="0.1049"/>
              <dgm:constr type="h" for="ch" forName="Parent4" refType="h" fact="0.3799"/>
              <dgm:constr type="l" for="ch" forName="Parent3" refType="w" fact="0.381"/>
              <dgm:constr type="t" for="ch" forName="Parent3" refType="h" fact="0.2022"/>
              <dgm:constr type="w" for="ch" forName="Parent3" refType="w" fact="0.1049"/>
              <dgm:constr type="h" for="ch" forName="Parent3" refType="h" fact="0.3799"/>
              <dgm:constr type="l" for="ch" forName="Parent2" refType="w" fact="0.2184"/>
              <dgm:constr type="t" for="ch" forName="Parent2" refType="h" fact="0.2022"/>
              <dgm:constr type="w" for="ch" forName="Parent2" refType="w" fact="0.1049"/>
              <dgm:constr type="h" for="ch" forName="Parent2" refType="h" fact="0.3799"/>
              <dgm:constr type="l" for="ch" forName="Parent1" refType="w" fact="0.0558"/>
              <dgm:constr type="t" for="ch" forName="Parent1" refType="h" fact="0.2022"/>
              <dgm:constr type="w" for="ch" forName="Parent1" refType="w" fact="0.1049"/>
              <dgm:constr type="h" for="ch" forName="Parent1" refType="h" fact="0.3799"/>
              <dgm:constr type="l" for="ch" forName="Accent6" refType="w" fact="0.8426"/>
              <dgm:constr type="t" for="ch" forName="Accent6" refType="h" fact="0.1072"/>
              <dgm:constr type="w" for="ch" forName="Accent6" refType="w" fact="0.1574"/>
              <dgm:constr type="h" for="ch" forName="Accent6" refType="h" fact="0.5699"/>
              <dgm:constr type="l" for="ch" forName="ParentBackground6" refType="w" fact="0.8479"/>
              <dgm:constr type="t" for="ch" forName="ParentBackground6" refType="h" fact="0.1262"/>
              <dgm:constr type="w" for="ch" forName="ParentBackground6" refType="w" fact="0.1469"/>
              <dgm:constr type="h" for="ch" forName="ParentBackground6" refType="h" fact="0.5319"/>
              <dgm:constr type="l" for="ch" forName="Child6" refType="w" fact="0.8479"/>
              <dgm:constr type="t" for="ch" forName="Child6" refType="h" fact="0.6876"/>
              <dgm:constr type="w" for="ch" forName="Child6" refType="w" fact="0.1469"/>
              <dgm:constr type="h" for="ch" forName="Child6" refType="h" fact="0.3124"/>
              <dgm:constr type="l" for="ch" forName="Accent5" refType="w" fact="0.6474"/>
              <dgm:constr type="t" for="ch" forName="Accent5" refType="h" fact="-0.0109"/>
              <dgm:constr type="w" for="ch" forName="Accent5" refType="w" fact="0.2226"/>
              <dgm:constr type="h" for="ch" forName="Accent5" refType="h" fact="0.806"/>
              <dgm:constr type="l" for="ch" forName="ParentBackground5" refType="w" fact="0.6853"/>
              <dgm:constr type="t" for="ch" forName="ParentBackground5" refType="h" fact="0.1262"/>
              <dgm:constr type="w" for="ch" forName="ParentBackground5" refType="w" fact="0.1469"/>
              <dgm:constr type="h" for="ch" forName="ParentBackground5" refType="h" fact="0.5319"/>
              <dgm:constr type="l" for="ch" forName="Child5" refType="w" fact="0.6853"/>
              <dgm:constr type="t" for="ch" forName="Child5" refType="h" fact="0.6876"/>
              <dgm:constr type="w" for="ch" forName="Child5" refType="w" fact="0.1469"/>
              <dgm:constr type="h" for="ch" forName="Child5" refType="h" fact="0.3124"/>
              <dgm:constr type="l" for="ch" forName="Accent4" refType="w" fact="0.4848"/>
              <dgm:constr type="t" for="ch" forName="Accent4" refType="h" fact="-0.0109"/>
              <dgm:constr type="w" for="ch" forName="Accent4" refType="w" fact="0.2226"/>
              <dgm:constr type="h" for="ch" forName="Accent4" refType="h" fact="0.806"/>
              <dgm:constr type="l" for="ch" forName="ParentBackground4" refType="w" fact="0.5227"/>
              <dgm:constr type="t" for="ch" forName="ParentBackground4" refType="h" fact="0.1262"/>
              <dgm:constr type="w" for="ch" forName="ParentBackground4" refType="w" fact="0.1469"/>
              <dgm:constr type="h" for="ch" forName="ParentBackground4" refType="h" fact="0.5319"/>
              <dgm:constr type="l" for="ch" forName="Child4" refType="w" fact="0.5227"/>
              <dgm:constr type="t" for="ch" forName="Child4" refType="h" fact="0.6876"/>
              <dgm:constr type="w" for="ch" forName="Child4" refType="w" fact="0.1469"/>
              <dgm:constr type="h" for="ch" forName="Child4" refType="h" fact="0.3124"/>
              <dgm:constr type="l" for="ch" forName="Accent3" refType="w" fact="0.3222"/>
              <dgm:constr type="t" for="ch" forName="Accent3" refType="h" fact="-0.0109"/>
              <dgm:constr type="w" for="ch" forName="Accent3" refType="w" fact="0.2226"/>
              <dgm:constr type="h" for="ch" forName="Accent3" refType="h" fact="0.806"/>
              <dgm:constr type="l" for="ch" forName="ParentBackground3" refType="w" fact="0.3601"/>
              <dgm:constr type="t" for="ch" forName="ParentBackground3" refType="h" fact="0.1262"/>
              <dgm:constr type="w" for="ch" forName="ParentBackground3" refType="w" fact="0.1469"/>
              <dgm:constr type="h" for="ch" forName="ParentBackground3" refType="h" fact="0.5319"/>
              <dgm:constr type="l" for="ch" forName="Child3" refType="w" fact="0.3601"/>
              <dgm:constr type="t" for="ch" forName="Child3" refType="h" fact="0.6876"/>
              <dgm:constr type="w" for="ch" forName="Child3" refType="w" fact="0.1469"/>
              <dgm:constr type="h" for="ch" forName="Child3" refType="h" fact="0.3124"/>
              <dgm:constr type="l" for="ch" forName="Accent2" refType="w" fact="0.1596"/>
              <dgm:constr type="t" for="ch" forName="Accent2" refType="h" fact="-0.0109"/>
              <dgm:constr type="w" for="ch" forName="Accent2" refType="w" fact="0.2226"/>
              <dgm:constr type="h" for="ch" forName="Accent2" refType="h" fact="0.806"/>
              <dgm:constr type="l" for="ch" forName="ParentBackground2" refType="w" fact="0.1975"/>
              <dgm:constr type="t" for="ch" forName="ParentBackground2" refType="h" fact="0.1262"/>
              <dgm:constr type="w" for="ch" forName="ParentBackground2" refType="w" fact="0.1469"/>
              <dgm:constr type="h" for="ch" forName="ParentBackground2" refType="h" fact="0.5319"/>
              <dgm:constr type="l" for="ch" forName="Child2" refType="w" fact="0.1975"/>
              <dgm:constr type="t" for="ch" forName="Child2" refType="h" fact="0.6876"/>
              <dgm:constr type="w" for="ch" forName="Child2" refType="w" fact="0.1469"/>
              <dgm:constr type="h" for="ch" forName="Child2" refType="h" fact="0.3124"/>
              <dgm:constr type="l" for="ch" forName="Accent1" refType="w" fact="-0.003"/>
              <dgm:constr type="t" for="ch" forName="Accent1" refType="h" fact="-0.0109"/>
              <dgm:constr type="w" for="ch" forName="Accent1" refType="w" fact="0.2226"/>
              <dgm:constr type="h" for="ch" forName="Accent1" refType="h" fact="0.806"/>
              <dgm:constr type="l" for="ch" forName="ParentBackground1" refType="w" fact="0.0348"/>
              <dgm:constr type="t" for="ch" forName="ParentBackground1" refType="h" fact="0.1262"/>
              <dgm:constr type="w" for="ch" forName="ParentBackground1" refType="w" fact="0.1469"/>
              <dgm:constr type="h" for="ch" forName="ParentBackground1" refType="h" fact="0.5319"/>
              <dgm:constr type="l" for="ch" forName="Child1" refType="w" fact="0.0348"/>
              <dgm:constr type="t" for="ch" forName="Child1" refType="h" fact="0.6876"/>
              <dgm:constr type="w" for="ch" forName="Child1" refType="w" fact="0.1469"/>
              <dgm:constr type="h" for="ch" forName="Child1" refType="h" fact="0.3124"/>
            </dgm:constrLst>
          </dgm:if>
          <dgm:if name="Name10"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Parent7" refType="w" fact="0.8872"/>
              <dgm:constr type="t" for="ch" forName="Parent7" refType="h" fact="0.2022"/>
              <dgm:constr type="w" for="ch" forName="Parent7" refType="w" fact="0.0902"/>
              <dgm:constr type="h" for="ch" forName="Parent7" refType="h" fact="0.3799"/>
              <dgm:constr type="l" for="ch" forName="Parent6" refType="w" fact="0.7473"/>
              <dgm:constr type="t" for="ch" forName="Parent6" refType="h" fact="0.2022"/>
              <dgm:constr type="w" for="ch" forName="Parent6" refType="w" fact="0.0902"/>
              <dgm:constr type="h" for="ch" forName="Parent6" refType="h" fact="0.3799"/>
              <dgm:constr type="l" for="ch" forName="Parent5" refType="w" fact="0.6075"/>
              <dgm:constr type="t" for="ch" forName="Parent5" refType="h" fact="0.2022"/>
              <dgm:constr type="w" for="ch" forName="Parent5" refType="w" fact="0.0902"/>
              <dgm:constr type="h" for="ch" forName="Parent5" refType="h" fact="0.3799"/>
              <dgm:constr type="l" for="ch" forName="Parent4" refType="w" fact="0.4676"/>
              <dgm:constr type="t" for="ch" forName="Parent4" refType="h" fact="0.2022"/>
              <dgm:constr type="w" for="ch" forName="Parent4" refType="w" fact="0.0902"/>
              <dgm:constr type="h" for="ch" forName="Parent4" refType="h" fact="0.3799"/>
              <dgm:constr type="l" for="ch" forName="Parent3" refType="w" fact="0.3277"/>
              <dgm:constr type="t" for="ch" forName="Parent3" refType="h" fact="0.2022"/>
              <dgm:constr type="w" for="ch" forName="Parent3" refType="w" fact="0.0902"/>
              <dgm:constr type="h" for="ch" forName="Parent3" refType="h" fact="0.3799"/>
              <dgm:constr type="l" for="ch" forName="Parent2" refType="w" fact="0.1879"/>
              <dgm:constr type="t" for="ch" forName="Parent2" refType="h" fact="0.2022"/>
              <dgm:constr type="w" for="ch" forName="Parent2" refType="w" fact="0.0902"/>
              <dgm:constr type="h" for="ch" forName="Parent2" refType="h" fact="0.3799"/>
              <dgm:constr type="l" for="ch" forName="Parent1" refType="w" fact="0.048"/>
              <dgm:constr type="t" for="ch" forName="Parent1" refType="h" fact="0.2022"/>
              <dgm:constr type="w" for="ch" forName="Parent1" refType="w" fact="0.0902"/>
              <dgm:constr type="h" for="ch" forName="Parent1" refType="h" fact="0.3799"/>
              <dgm:constr type="l" for="ch" forName="Accent7" refType="w" fact="0.8646"/>
              <dgm:constr type="t" for="ch" forName="Accent7" refType="h" fact="0.1072"/>
              <dgm:constr type="w" for="ch" forName="Accent7" refType="w" fact="0.1354"/>
              <dgm:constr type="h" for="ch" forName="Accent7" refType="h" fact="0.5699"/>
              <dgm:constr type="l" for="ch" forName="ParentBackground7" refType="w" fact="0.8692"/>
              <dgm:constr type="t" for="ch" forName="ParentBackground7" refType="h" fact="0.1262"/>
              <dgm:constr type="w" for="ch" forName="ParentBackground7" refType="w" fact="0.1263"/>
              <dgm:constr type="h" for="ch" forName="ParentBackground7" refType="h" fact="0.5319"/>
              <dgm:constr type="l" for="ch" forName="Child7" refType="w" fact="0.8692"/>
              <dgm:constr type="t" for="ch" forName="Child7" refType="h" fact="0.6876"/>
              <dgm:constr type="w" for="ch" forName="Child7" refType="w" fact="0.1263"/>
              <dgm:constr type="h" for="ch" forName="Child7" refType="h" fact="0.3124"/>
              <dgm:constr type="l" for="ch" forName="Accent6" refType="w" fact="0.6967"/>
              <dgm:constr type="t" for="ch" forName="Accent6" refType="h" fact="-0.0109"/>
              <dgm:constr type="w" for="ch" forName="Accent6" refType="w" fact="0.1915"/>
              <dgm:constr type="h" for="ch" forName="Accent6" refType="h" fact="0.806"/>
              <dgm:constr type="l" for="ch" forName="ParentBackground6" refType="w" fact="0.7293"/>
              <dgm:constr type="t" for="ch" forName="ParentBackground6" refType="h" fact="0.1262"/>
              <dgm:constr type="w" for="ch" forName="ParentBackground6" refType="w" fact="0.1263"/>
              <dgm:constr type="h" for="ch" forName="ParentBackground6" refType="h" fact="0.5319"/>
              <dgm:constr type="l" for="ch" forName="Child6" refType="w" fact="0.7293"/>
              <dgm:constr type="t" for="ch" forName="Child6" refType="h" fact="0.6876"/>
              <dgm:constr type="w" for="ch" forName="Child6" refType="w" fact="0.1263"/>
              <dgm:constr type="h" for="ch" forName="Child6" refType="h" fact="0.3124"/>
              <dgm:constr type="l" for="ch" forName="Accent5" refType="w" fact="0.5569"/>
              <dgm:constr type="t" for="ch" forName="Accent5" refType="h" fact="-0.0109"/>
              <dgm:constr type="w" for="ch" forName="Accent5" refType="w" fact="0.1915"/>
              <dgm:constr type="h" for="ch" forName="Accent5" refType="h" fact="0.806"/>
              <dgm:constr type="l" for="ch" forName="ParentBackground5" refType="w" fact="0.5894"/>
              <dgm:constr type="t" for="ch" forName="ParentBackground5" refType="h" fact="0.1262"/>
              <dgm:constr type="w" for="ch" forName="ParentBackground5" refType="w" fact="0.1263"/>
              <dgm:constr type="h" for="ch" forName="ParentBackground5" refType="h" fact="0.5319"/>
              <dgm:constr type="l" for="ch" forName="Child5" refType="w" fact="0.5894"/>
              <dgm:constr type="t" for="ch" forName="Child5" refType="h" fact="0.6876"/>
              <dgm:constr type="w" for="ch" forName="Child5" refType="w" fact="0.1263"/>
              <dgm:constr type="h" for="ch" forName="Child5" refType="h" fact="0.3124"/>
              <dgm:constr type="l" for="ch" forName="Accent4" refType="w" fact="0.417"/>
              <dgm:constr type="t" for="ch" forName="Accent4" refType="h" fact="-0.0109"/>
              <dgm:constr type="w" for="ch" forName="Accent4" refType="w" fact="0.1915"/>
              <dgm:constr type="h" for="ch" forName="Accent4" refType="h" fact="0.806"/>
              <dgm:constr type="l" for="ch" forName="ParentBackground4" refType="w" fact="0.4496"/>
              <dgm:constr type="t" for="ch" forName="ParentBackground4" refType="h" fact="0.1262"/>
              <dgm:constr type="w" for="ch" forName="ParentBackground4" refType="w" fact="0.1263"/>
              <dgm:constr type="h" for="ch" forName="ParentBackground4" refType="h" fact="0.5319"/>
              <dgm:constr type="l" for="ch" forName="Child4" refType="w" fact="0.4496"/>
              <dgm:constr type="t" for="ch" forName="Child4" refType="h" fact="0.6876"/>
              <dgm:constr type="w" for="ch" forName="Child4" refType="w" fact="0.1263"/>
              <dgm:constr type="h" for="ch" forName="Child4" refType="h" fact="0.3124"/>
              <dgm:constr type="l" for="ch" forName="Accent3" refType="w" fact="0.2771"/>
              <dgm:constr type="t" for="ch" forName="Accent3" refType="h" fact="-0.0109"/>
              <dgm:constr type="w" for="ch" forName="Accent3" refType="w" fact="0.1915"/>
              <dgm:constr type="h" for="ch" forName="Accent3" refType="h" fact="0.806"/>
              <dgm:constr type="l" for="ch" forName="ParentBackground3" refType="w" fact="0.3097"/>
              <dgm:constr type="t" for="ch" forName="ParentBackground3" refType="h" fact="0.1262"/>
              <dgm:constr type="w" for="ch" forName="ParentBackground3" refType="w" fact="0.1263"/>
              <dgm:constr type="h" for="ch" forName="ParentBackground3" refType="h" fact="0.5319"/>
              <dgm:constr type="l" for="ch" forName="Child3" refType="w" fact="0.3097"/>
              <dgm:constr type="t" for="ch" forName="Child3" refType="h" fact="0.6876"/>
              <dgm:constr type="w" for="ch" forName="Child3" refType="w" fact="0.1263"/>
              <dgm:constr type="h" for="ch" forName="Child3" refType="h" fact="0.3124"/>
              <dgm:constr type="l" for="ch" forName="Accent2" refType="w" fact="0.1373"/>
              <dgm:constr type="t" for="ch" forName="Accent2" refType="h" fact="-0.0109"/>
              <dgm:constr type="w" for="ch" forName="Accent2" refType="w" fact="0.1915"/>
              <dgm:constr type="h" for="ch" forName="Accent2" refType="h" fact="0.806"/>
              <dgm:constr type="l" for="ch" forName="ParentBackground2" refType="w" fact="0.1698"/>
              <dgm:constr type="t" for="ch" forName="ParentBackground2" refType="h" fact="0.1262"/>
              <dgm:constr type="w" for="ch" forName="ParentBackground2" refType="w" fact="0.1263"/>
              <dgm:constr type="h" for="ch" forName="ParentBackground2" refType="h" fact="0.5319"/>
              <dgm:constr type="l" for="ch" forName="Child2" refType="w" fact="0.1698"/>
              <dgm:constr type="t" for="ch" forName="Child2" refType="h" fact="0.6876"/>
              <dgm:constr type="w" for="ch" forName="Child2" refType="w" fact="0.1263"/>
              <dgm:constr type="h" for="ch" forName="Child2" refType="h" fact="0.3124"/>
              <dgm:constr type="l" for="ch" forName="Accent1" refType="w" fact="-0.0026"/>
              <dgm:constr type="t" for="ch" forName="Accent1" refType="h" fact="-0.0109"/>
              <dgm:constr type="w" for="ch" forName="Accent1" refType="w" fact="0.1915"/>
              <dgm:constr type="h" for="ch" forName="Accent1" refType="h" fact="0.806"/>
              <dgm:constr type="l" for="ch" forName="ParentBackground1" refType="w" fact="0.03"/>
              <dgm:constr type="t" for="ch" forName="ParentBackground1" refType="h" fact="0.1262"/>
              <dgm:constr type="w" for="ch" forName="ParentBackground1" refType="w" fact="0.1263"/>
              <dgm:constr type="h" for="ch" forName="ParentBackground1" refType="h" fact="0.5319"/>
              <dgm:constr type="l" for="ch" forName="Child1" refType="w" fact="0.03"/>
              <dgm:constr type="t" for="ch" forName="Child1" refType="h" fact="0.6876"/>
              <dgm:constr type="w" for="ch" forName="Child1" refType="w" fact="0.1263"/>
              <dgm:constr type="h" for="ch" forName="Child1" refType="h" fact="0.3124"/>
            </dgm:constrLst>
          </dgm:if>
          <dgm:if name="Name11"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l" for="ch" forName="Parent8" refType="w" fact="0.901"/>
              <dgm:constr type="t" for="ch" forName="Parent8" refType="h" fact="0.2022"/>
              <dgm:constr type="w" for="ch" forName="Parent8" refType="w" fact="0.0792"/>
              <dgm:constr type="h" for="ch" forName="Parent8" refType="h" fact="0.3799"/>
              <dgm:constr type="l" for="ch" forName="Parent7" refType="w" fact="0.7783"/>
              <dgm:constr type="t" for="ch" forName="Parent7" refType="h" fact="0.2022"/>
              <dgm:constr type="w" for="ch" forName="Parent7" refType="w" fact="0.0792"/>
              <dgm:constr type="h" for="ch" forName="Parent7" refType="h" fact="0.3799"/>
              <dgm:constr type="l" for="ch" forName="Parent6" refType="w" fact="0.6556"/>
              <dgm:constr type="t" for="ch" forName="Parent6" refType="h" fact="0.2022"/>
              <dgm:constr type="w" for="ch" forName="Parent6" refType="w" fact="0.0792"/>
              <dgm:constr type="h" for="ch" forName="Parent6" refType="h" fact="0.3799"/>
              <dgm:constr type="l" for="ch" forName="Parent5" refType="w" fact="0.5329"/>
              <dgm:constr type="t" for="ch" forName="Parent5" refType="h" fact="0.2022"/>
              <dgm:constr type="w" for="ch" forName="Parent5" refType="w" fact="0.0792"/>
              <dgm:constr type="h" for="ch" forName="Parent5" refType="h" fact="0.3799"/>
              <dgm:constr type="l" for="ch" forName="Parent4" refType="w" fact="0.4102"/>
              <dgm:constr type="t" for="ch" forName="Parent4" refType="h" fact="0.2022"/>
              <dgm:constr type="w" for="ch" forName="Parent4" refType="w" fact="0.0792"/>
              <dgm:constr type="h" for="ch" forName="Parent4" refType="h" fact="0.3799"/>
              <dgm:constr type="l" for="ch" forName="Parent3" refType="w" fact="0.2875"/>
              <dgm:constr type="t" for="ch" forName="Parent3" refType="h" fact="0.2022"/>
              <dgm:constr type="w" for="ch" forName="Parent3" refType="w" fact="0.0792"/>
              <dgm:constr type="h" for="ch" forName="Parent3" refType="h" fact="0.3799"/>
              <dgm:constr type="l" for="ch" forName="Parent2" refType="w" fact="0.1648"/>
              <dgm:constr type="t" for="ch" forName="Parent2" refType="h" fact="0.2022"/>
              <dgm:constr type="w" for="ch" forName="Parent2" refType="w" fact="0.0792"/>
              <dgm:constr type="h" for="ch" forName="Parent2" refType="h" fact="0.3799"/>
              <dgm:constr type="l" for="ch" forName="Parent1" refType="w" fact="0.0421"/>
              <dgm:constr type="t" for="ch" forName="Parent1" refType="h" fact="0.2022"/>
              <dgm:constr type="w" for="ch" forName="Parent1" refType="w" fact="0.0792"/>
              <dgm:constr type="h" for="ch" forName="Parent1" refType="h" fact="0.3799"/>
              <dgm:constr type="l" for="ch" forName="Accent8" refType="w" fact="0.8813"/>
              <dgm:constr type="t" for="ch" forName="Accent8" refType="h" fact="0.1072"/>
              <dgm:constr type="w" for="ch" forName="Accent8" refType="w" fact="0.1187"/>
              <dgm:constr type="h" for="ch" forName="Accent8" refType="h" fact="0.5699"/>
              <dgm:constr type="l" for="ch" forName="ParentBackground8" refType="w" fact="0.8852"/>
              <dgm:constr type="t" for="ch" forName="ParentBackground8" refType="h" fact="0.1262"/>
              <dgm:constr type="w" for="ch" forName="ParentBackground8" refType="w" fact="0.1108"/>
              <dgm:constr type="h" for="ch" forName="ParentBackground8" refType="h" fact="0.5319"/>
              <dgm:constr type="l" for="ch" forName="Child8" refType="w" fact="0.8852"/>
              <dgm:constr type="t" for="ch" forName="Child8" refType="h" fact="0.6876"/>
              <dgm:constr type="w" for="ch" forName="Child8" refType="w" fact="0.1108"/>
              <dgm:constr type="h" for="ch" forName="Child8" refType="h" fact="0.3124"/>
              <dgm:constr type="l" for="ch" forName="Accent7" refType="w" fact="0.7339"/>
              <dgm:constr type="t" for="ch" forName="Accent7" refType="h" fact="-0.0109"/>
              <dgm:constr type="w" for="ch" forName="Accent7" refType="w" fact="0.1679"/>
              <dgm:constr type="h" for="ch" forName="Accent7" refType="h" fact="0.806"/>
              <dgm:constr type="l" for="ch" forName="ParentBackground7" refType="w" fact="0.7625"/>
              <dgm:constr type="t" for="ch" forName="ParentBackground7" refType="h" fact="0.1262"/>
              <dgm:constr type="w" for="ch" forName="ParentBackground7" refType="w" fact="0.1108"/>
              <dgm:constr type="h" for="ch" forName="ParentBackground7" refType="h" fact="0.5319"/>
              <dgm:constr type="l" for="ch" forName="Child7" refType="w" fact="0.7625"/>
              <dgm:constr type="t" for="ch" forName="Child7" refType="h" fact="0.6876"/>
              <dgm:constr type="w" for="ch" forName="Child7" refType="w" fact="0.1108"/>
              <dgm:constr type="h" for="ch" forName="Child7" refType="h" fact="0.3124"/>
              <dgm:constr type="l" for="ch" forName="Accent6" refType="w" fact="0.6112"/>
              <dgm:constr type="t" for="ch" forName="Accent6" refType="h" fact="-0.0109"/>
              <dgm:constr type="w" for="ch" forName="Accent6" refType="w" fact="0.1679"/>
              <dgm:constr type="h" for="ch" forName="Accent6" refType="h" fact="0.806"/>
              <dgm:constr type="l" for="ch" forName="ParentBackground6" refType="w" fact="0.6398"/>
              <dgm:constr type="t" for="ch" forName="ParentBackground6" refType="h" fact="0.1262"/>
              <dgm:constr type="w" for="ch" forName="ParentBackground6" refType="w" fact="0.1108"/>
              <dgm:constr type="h" for="ch" forName="ParentBackground6" refType="h" fact="0.5319"/>
              <dgm:constr type="l" for="ch" forName="Child6" refType="w" fact="0.6398"/>
              <dgm:constr type="t" for="ch" forName="Child6" refType="h" fact="0.6876"/>
              <dgm:constr type="w" for="ch" forName="Child6" refType="w" fact="0.1108"/>
              <dgm:constr type="h" for="ch" forName="Child6" refType="h" fact="0.3124"/>
              <dgm:constr type="l" for="ch" forName="Accent5" refType="w" fact="0.4885"/>
              <dgm:constr type="t" for="ch" forName="Accent5" refType="h" fact="-0.0109"/>
              <dgm:constr type="w" for="ch" forName="Accent5" refType="w" fact="0.1679"/>
              <dgm:constr type="h" for="ch" forName="Accent5" refType="h" fact="0.806"/>
              <dgm:constr type="l" for="ch" forName="ParentBackground5" refType="w" fact="0.5171"/>
              <dgm:constr type="t" for="ch" forName="ParentBackground5" refType="h" fact="0.1262"/>
              <dgm:constr type="w" for="ch" forName="ParentBackground5" refType="w" fact="0.1108"/>
              <dgm:constr type="h" for="ch" forName="ParentBackground5" refType="h" fact="0.5319"/>
              <dgm:constr type="l" for="ch" forName="Child5" refType="w" fact="0.5171"/>
              <dgm:constr type="t" for="ch" forName="Child5" refType="h" fact="0.6876"/>
              <dgm:constr type="w" for="ch" forName="Child5" refType="w" fact="0.1108"/>
              <dgm:constr type="h" for="ch" forName="Child5" refType="h" fact="0.3124"/>
              <dgm:constr type="l" for="ch" forName="Accent4" refType="w" fact="0.3658"/>
              <dgm:constr type="t" for="ch" forName="Accent4" refType="h" fact="-0.0109"/>
              <dgm:constr type="w" for="ch" forName="Accent4" refType="w" fact="0.1679"/>
              <dgm:constr type="h" for="ch" forName="Accent4" refType="h" fact="0.806"/>
              <dgm:constr type="l" for="ch" forName="ParentBackground4" refType="w" fact="0.3944"/>
              <dgm:constr type="t" for="ch" forName="ParentBackground4" refType="h" fact="0.1262"/>
              <dgm:constr type="w" for="ch" forName="ParentBackground4" refType="w" fact="0.1108"/>
              <dgm:constr type="h" for="ch" forName="ParentBackground4" refType="h" fact="0.5319"/>
              <dgm:constr type="l" for="ch" forName="Child4" refType="w" fact="0.3944"/>
              <dgm:constr type="t" for="ch" forName="Child4" refType="h" fact="0.6876"/>
              <dgm:constr type="w" for="ch" forName="Child4" refType="w" fact="0.1108"/>
              <dgm:constr type="h" for="ch" forName="Child4" refType="h" fact="0.3124"/>
              <dgm:constr type="l" for="ch" forName="Accent3" refType="w" fact="0.2431"/>
              <dgm:constr type="t" for="ch" forName="Accent3" refType="h" fact="-0.0109"/>
              <dgm:constr type="w" for="ch" forName="Accent3" refType="w" fact="0.1679"/>
              <dgm:constr type="h" for="ch" forName="Accent3" refType="h" fact="0.806"/>
              <dgm:constr type="l" for="ch" forName="ParentBackground3" refType="w" fact="0.2717"/>
              <dgm:constr type="t" for="ch" forName="ParentBackground3" refType="h" fact="0.1262"/>
              <dgm:constr type="w" for="ch" forName="ParentBackground3" refType="w" fact="0.1108"/>
              <dgm:constr type="h" for="ch" forName="ParentBackground3" refType="h" fact="0.5319"/>
              <dgm:constr type="l" for="ch" forName="Child3" refType="w" fact="0.2717"/>
              <dgm:constr type="t" for="ch" forName="Child3" refType="h" fact="0.6876"/>
              <dgm:constr type="w" for="ch" forName="Child3" refType="w" fact="0.1108"/>
              <dgm:constr type="h" for="ch" forName="Child3" refType="h" fact="0.3124"/>
              <dgm:constr type="l" for="ch" forName="Accent2" refType="w" fact="0.1204"/>
              <dgm:constr type="t" for="ch" forName="Accent2" refType="h" fact="-0.0109"/>
              <dgm:constr type="w" for="ch" forName="Accent2" refType="w" fact="0.1679"/>
              <dgm:constr type="h" for="ch" forName="Accent2" refType="h" fact="0.806"/>
              <dgm:constr type="l" for="ch" forName="ParentBackground2" refType="w" fact="0.149"/>
              <dgm:constr type="t" for="ch" forName="ParentBackground2" refType="h" fact="0.1262"/>
              <dgm:constr type="w" for="ch" forName="ParentBackground2" refType="w" fact="0.1108"/>
              <dgm:constr type="h" for="ch" forName="ParentBackground2" refType="h" fact="0.5319"/>
              <dgm:constr type="l" for="ch" forName="Child2" refType="w" fact="0.149"/>
              <dgm:constr type="t" for="ch" forName="Child2" refType="h" fact="0.6876"/>
              <dgm:constr type="w" for="ch" forName="Child2" refType="w" fact="0.1108"/>
              <dgm:constr type="h" for="ch" forName="Child2" refType="h" fact="0.3124"/>
              <dgm:constr type="l" for="ch" forName="Accent1" refType="w" fact="-0.0023"/>
              <dgm:constr type="t" for="ch" forName="Accent1" refType="h" fact="-0.0109"/>
              <dgm:constr type="w" for="ch" forName="Accent1" refType="w" fact="0.1679"/>
              <dgm:constr type="h" for="ch" forName="Accent1" refType="h" fact="0.806"/>
              <dgm:constr type="l" for="ch" forName="ParentBackground1" refType="w" fact="0.0263"/>
              <dgm:constr type="t" for="ch" forName="ParentBackground1" refType="h" fact="0.1262"/>
              <dgm:constr type="w" for="ch" forName="ParentBackground1" refType="w" fact="0.1108"/>
              <dgm:constr type="h" for="ch" forName="ParentBackground1" refType="h" fact="0.5319"/>
              <dgm:constr type="l" for="ch" forName="Child1" refType="w" fact="0.0263"/>
              <dgm:constr type="t" for="ch" forName="Child1" refType="h" fact="0.6876"/>
              <dgm:constr type="w" for="ch" forName="Child1" refType="w" fact="0.1108"/>
              <dgm:constr type="h" for="ch" forName="Child1" refType="h" fact="0.3124"/>
            </dgm:constrLst>
          </dgm:if>
          <dgm:if name="Name12"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l" for="ch" forName="Parent9" refType="w" fact="0.9119"/>
              <dgm:constr type="t" for="ch" forName="Parent9" refType="h" fact="0.2022"/>
              <dgm:constr type="w" for="ch" forName="Parent9" refType="w" fact="0.0705"/>
              <dgm:constr type="h" for="ch" forName="Parent9" refType="h" fact="0.3799"/>
              <dgm:constr type="l" for="ch" forName="Parent8" refType="w" fact="0.8026"/>
              <dgm:constr type="t" for="ch" forName="Parent8" refType="h" fact="0.2022"/>
              <dgm:constr type="w" for="ch" forName="Parent8" refType="w" fact="0.0705"/>
              <dgm:constr type="h" for="ch" forName="Parent8" refType="h" fact="0.3799"/>
              <dgm:constr type="l" for="ch" forName="Parent7" refType="w" fact="0.6933"/>
              <dgm:constr type="t" for="ch" forName="Parent7" refType="h" fact="0.2022"/>
              <dgm:constr type="w" for="ch" forName="Parent7" refType="w" fact="0.0705"/>
              <dgm:constr type="h" for="ch" forName="Parent7" refType="h" fact="0.3799"/>
              <dgm:constr type="l" for="ch" forName="Parent6" refType="w" fact="0.584"/>
              <dgm:constr type="t" for="ch" forName="Parent6" refType="h" fact="0.2022"/>
              <dgm:constr type="w" for="ch" forName="Parent6" refType="w" fact="0.0705"/>
              <dgm:constr type="h" for="ch" forName="Parent6" refType="h" fact="0.3799"/>
              <dgm:constr type="l" for="ch" forName="Parent5" refType="w" fact="0.4747"/>
              <dgm:constr type="t" for="ch" forName="Parent5" refType="h" fact="0.2022"/>
              <dgm:constr type="w" for="ch" forName="Parent5" refType="w" fact="0.0705"/>
              <dgm:constr type="h" for="ch" forName="Parent5" refType="h" fact="0.3799"/>
              <dgm:constr type="l" for="ch" forName="Parent4" refType="w" fact="0.3654"/>
              <dgm:constr type="t" for="ch" forName="Parent4" refType="h" fact="0.2022"/>
              <dgm:constr type="w" for="ch" forName="Parent4" refType="w" fact="0.0705"/>
              <dgm:constr type="h" for="ch" forName="Parent4" refType="h" fact="0.3799"/>
              <dgm:constr type="l" for="ch" forName="Parent3" refType="w" fact="0.2561"/>
              <dgm:constr type="t" for="ch" forName="Parent3" refType="h" fact="0.2022"/>
              <dgm:constr type="w" for="ch" forName="Parent3" refType="w" fact="0.0705"/>
              <dgm:constr type="h" for="ch" forName="Parent3" refType="h" fact="0.3799"/>
              <dgm:constr type="l" for="ch" forName="Parent2" refType="w" fact="0.1468"/>
              <dgm:constr type="t" for="ch" forName="Parent2" refType="h" fact="0.2022"/>
              <dgm:constr type="w" for="ch" forName="Parent2" refType="w" fact="0.0705"/>
              <dgm:constr type="h" for="ch" forName="Parent2" refType="h" fact="0.3799"/>
              <dgm:constr type="l" for="ch" forName="Parent1" refType="w" fact="0.0375"/>
              <dgm:constr type="t" for="ch" forName="Parent1" refType="h" fact="0.2022"/>
              <dgm:constr type="w" for="ch" forName="Parent1" refType="w" fact="0.0705"/>
              <dgm:constr type="h" for="ch" forName="Parent1" refType="h" fact="0.3799"/>
              <dgm:constr type="l" for="ch" forName="Accent9" refType="w" fact="0.8942"/>
              <dgm:constr type="t" for="ch" forName="Accent9" refType="h" fact="0.1072"/>
              <dgm:constr type="w" for="ch" forName="Accent9" refType="w" fact="0.1058"/>
              <dgm:constr type="h" for="ch" forName="Accent9" refType="h" fact="0.5699"/>
              <dgm:constr type="l" for="ch" forName="ParentBackground9" refType="w" fact="0.8978"/>
              <dgm:constr type="t" for="ch" forName="ParentBackground9" refType="h" fact="0.1262"/>
              <dgm:constr type="w" for="ch" forName="ParentBackground9" refType="w" fact="0.0987"/>
              <dgm:constr type="h" for="ch" forName="ParentBackground9" refType="h" fact="0.5319"/>
              <dgm:constr type="l" for="ch" forName="Child9" refType="w" fact="0.8978"/>
              <dgm:constr type="t" for="ch" forName="Child9" refType="h" fact="0.6876"/>
              <dgm:constr type="w" for="ch" forName="Child9" refType="w" fact="0.0987"/>
              <dgm:constr type="h" for="ch" forName="Child9" refType="h" fact="0.3124"/>
              <dgm:constr type="l" for="ch" forName="Accent8" refType="w" fact="0.763"/>
              <dgm:constr type="t" for="ch" forName="Accent8" refType="h" fact="-0.0109"/>
              <dgm:constr type="w" for="ch" forName="Accent8" refType="w" fact="0.1496"/>
              <dgm:constr type="h" for="ch" forName="Accent8" refType="h" fact="0.806"/>
              <dgm:constr type="l" for="ch" forName="ParentBackground8" refType="w" fact="0.7885"/>
              <dgm:constr type="t" for="ch" forName="ParentBackground8" refType="h" fact="0.1262"/>
              <dgm:constr type="w" for="ch" forName="ParentBackground8" refType="w" fact="0.0987"/>
              <dgm:constr type="h" for="ch" forName="ParentBackground8" refType="h" fact="0.5319"/>
              <dgm:constr type="l" for="ch" forName="Child8" refType="w" fact="0.7885"/>
              <dgm:constr type="t" for="ch" forName="Child8" refType="h" fact="0.6876"/>
              <dgm:constr type="w" for="ch" forName="Child8" refType="w" fact="0.0987"/>
              <dgm:constr type="h" for="ch" forName="Child8" refType="h" fact="0.3124"/>
              <dgm:constr type="l" for="ch" forName="Accent7" refType="w" fact="0.6538"/>
              <dgm:constr type="t" for="ch" forName="Accent7" refType="h" fact="-0.0109"/>
              <dgm:constr type="w" for="ch" forName="Accent7" refType="w" fact="0.1496"/>
              <dgm:constr type="h" for="ch" forName="Accent7" refType="h" fact="0.806"/>
              <dgm:constr type="l" for="ch" forName="ParentBackground7" refType="w" fact="0.6792"/>
              <dgm:constr type="t" for="ch" forName="ParentBackground7" refType="h" fact="0.1262"/>
              <dgm:constr type="w" for="ch" forName="ParentBackground7" refType="w" fact="0.0987"/>
              <dgm:constr type="h" for="ch" forName="ParentBackground7" refType="h" fact="0.5319"/>
              <dgm:constr type="l" for="ch" forName="Child7" refType="w" fact="0.6792"/>
              <dgm:constr type="t" for="ch" forName="Child7" refType="h" fact="0.6876"/>
              <dgm:constr type="w" for="ch" forName="Child7" refType="w" fact="0.0987"/>
              <dgm:constr type="h" for="ch" forName="Child7" refType="h" fact="0.3124"/>
              <dgm:constr type="l" for="ch" forName="Accent6" refType="w" fact="0.5445"/>
              <dgm:constr type="t" for="ch" forName="Accent6" refType="h" fact="-0.0109"/>
              <dgm:constr type="w" for="ch" forName="Accent6" refType="w" fact="0.1496"/>
              <dgm:constr type="h" for="ch" forName="Accent6" refType="h" fact="0.806"/>
              <dgm:constr type="l" for="ch" forName="ParentBackground6" refType="w" fact="0.5699"/>
              <dgm:constr type="t" for="ch" forName="ParentBackground6" refType="h" fact="0.1262"/>
              <dgm:constr type="w" for="ch" forName="ParentBackground6" refType="w" fact="0.0987"/>
              <dgm:constr type="h" for="ch" forName="ParentBackground6" refType="h" fact="0.5319"/>
              <dgm:constr type="l" for="ch" forName="Child6" refType="w" fact="0.5699"/>
              <dgm:constr type="t" for="ch" forName="Child6" refType="h" fact="0.6876"/>
              <dgm:constr type="w" for="ch" forName="Child6" refType="w" fact="0.0987"/>
              <dgm:constr type="h" for="ch" forName="Child6" refType="h" fact="0.3124"/>
              <dgm:constr type="l" for="ch" forName="Accent5" refType="w" fact="0.4352"/>
              <dgm:constr type="t" for="ch" forName="Accent5" refType="h" fact="-0.0109"/>
              <dgm:constr type="w" for="ch" forName="Accent5" refType="w" fact="0.1496"/>
              <dgm:constr type="h" for="ch" forName="Accent5" refType="h" fact="0.806"/>
              <dgm:constr type="l" for="ch" forName="ParentBackground5" refType="w" fact="0.4606"/>
              <dgm:constr type="t" for="ch" forName="ParentBackground5" refType="h" fact="0.1262"/>
              <dgm:constr type="w" for="ch" forName="ParentBackground5" refType="w" fact="0.0987"/>
              <dgm:constr type="h" for="ch" forName="ParentBackground5" refType="h" fact="0.5319"/>
              <dgm:constr type="l" for="ch" forName="Child5" refType="w" fact="0.4606"/>
              <dgm:constr type="t" for="ch" forName="Child5" refType="h" fact="0.6876"/>
              <dgm:constr type="w" for="ch" forName="Child5" refType="w" fact="0.0987"/>
              <dgm:constr type="h" for="ch" forName="Child5" refType="h" fact="0.3124"/>
              <dgm:constr type="l" for="ch" forName="Accent4" refType="w" fact="0.3259"/>
              <dgm:constr type="t" for="ch" forName="Accent4" refType="h" fact="-0.0109"/>
              <dgm:constr type="w" for="ch" forName="Accent4" refType="w" fact="0.1496"/>
              <dgm:constr type="h" for="ch" forName="Accent4" refType="h" fact="0.806"/>
              <dgm:constr type="l" for="ch" forName="ParentBackground4" refType="w" fact="0.3513"/>
              <dgm:constr type="t" for="ch" forName="ParentBackground4" refType="h" fact="0.1262"/>
              <dgm:constr type="w" for="ch" forName="ParentBackground4" refType="w" fact="0.0987"/>
              <dgm:constr type="h" for="ch" forName="ParentBackground4" refType="h" fact="0.5319"/>
              <dgm:constr type="l" for="ch" forName="Child4" refType="w" fact="0.3513"/>
              <dgm:constr type="t" for="ch" forName="Child4" refType="h" fact="0.6876"/>
              <dgm:constr type="w" for="ch" forName="Child4" refType="w" fact="0.0987"/>
              <dgm:constr type="h" for="ch" forName="Child4" refType="h" fact="0.3124"/>
              <dgm:constr type="l" for="ch" forName="Accent3" refType="w" fact="0.2166"/>
              <dgm:constr type="t" for="ch" forName="Accent3" refType="h" fact="-0.0109"/>
              <dgm:constr type="w" for="ch" forName="Accent3" refType="w" fact="0.1496"/>
              <dgm:constr type="h" for="ch" forName="Accent3" refType="h" fact="0.806"/>
              <dgm:constr type="l" for="ch" forName="ParentBackground3" refType="w" fact="0.242"/>
              <dgm:constr type="t" for="ch" forName="ParentBackground3" refType="h" fact="0.1262"/>
              <dgm:constr type="w" for="ch" forName="ParentBackground3" refType="w" fact="0.0987"/>
              <dgm:constr type="h" for="ch" forName="ParentBackground3" refType="h" fact="0.5319"/>
              <dgm:constr type="l" for="ch" forName="Child3" refType="w" fact="0.242"/>
              <dgm:constr type="t" for="ch" forName="Child3" refType="h" fact="0.6876"/>
              <dgm:constr type="w" for="ch" forName="Child3" refType="w" fact="0.0987"/>
              <dgm:constr type="h" for="ch" forName="Child3" refType="h" fact="0.3124"/>
              <dgm:constr type="l" for="ch" forName="Accent2" refType="w" fact="0.1073"/>
              <dgm:constr type="t" for="ch" forName="Accent2" refType="h" fact="-0.0109"/>
              <dgm:constr type="w" for="ch" forName="Accent2" refType="w" fact="0.1496"/>
              <dgm:constr type="h" for="ch" forName="Accent2" refType="h" fact="0.806"/>
              <dgm:constr type="l" for="ch" forName="ParentBackground2" refType="w" fact="0.1327"/>
              <dgm:constr type="t" for="ch" forName="ParentBackground2" refType="h" fact="0.1262"/>
              <dgm:constr type="w" for="ch" forName="ParentBackground2" refType="w" fact="0.0987"/>
              <dgm:constr type="h" for="ch" forName="ParentBackground2" refType="h" fact="0.5319"/>
              <dgm:constr type="l" for="ch" forName="Child2" refType="w" fact="0.1327"/>
              <dgm:constr type="t" for="ch" forName="Child2" refType="h" fact="0.6876"/>
              <dgm:constr type="w" for="ch" forName="Child2" refType="w" fact="0.0987"/>
              <dgm:constr type="h" for="ch" forName="Child2" refType="h" fact="0.3124"/>
              <dgm:constr type="l" for="ch" forName="Accent1" refType="w" fact="-0.002"/>
              <dgm:constr type="t" for="ch" forName="Accent1" refType="h" fact="-0.0109"/>
              <dgm:constr type="w" for="ch" forName="Accent1" refType="w" fact="0.1496"/>
              <dgm:constr type="h" for="ch" forName="Accent1" refType="h" fact="0.806"/>
              <dgm:constr type="l" for="ch" forName="ParentBackground1" refType="w" fact="0.0234"/>
              <dgm:constr type="t" for="ch" forName="ParentBackground1" refType="h" fact="0.1262"/>
              <dgm:constr type="w" for="ch" forName="ParentBackground1" refType="w" fact="0.0987"/>
              <dgm:constr type="h" for="ch" forName="ParentBackground1" refType="h" fact="0.5319"/>
              <dgm:constr type="l" for="ch" forName="Child1" refType="w" fact="0.0234"/>
              <dgm:constr type="t" for="ch" forName="Child1" refType="h" fact="0.6876"/>
              <dgm:constr type="w" for="ch" forName="Child1" refType="w" fact="0.0987"/>
              <dgm:constr type="h" for="ch" forName="Child1" refType="h" fact="0.3124"/>
            </dgm:constrLst>
          </dgm:if>
          <dgm:if name="Name13"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l" for="ch" forName="Parent10" refType="w" fact="0.9205"/>
              <dgm:constr type="t" for="ch" forName="Parent10" refType="h" fact="0.2022"/>
              <dgm:constr type="w" for="ch" forName="Parent10" refType="w" fact="0.0636"/>
              <dgm:constr type="h" for="ch" forName="Parent10" refType="h" fact="0.3799"/>
              <dgm:constr type="l" for="ch" forName="Parent9" refType="w" fact="0.822"/>
              <dgm:constr type="t" for="ch" forName="Parent9" refType="h" fact="0.2022"/>
              <dgm:constr type="w" for="ch" forName="Parent9" refType="w" fact="0.0636"/>
              <dgm:constr type="h" for="ch" forName="Parent9" refType="h" fact="0.3799"/>
              <dgm:constr type="l" for="ch" forName="Parent8" refType="w" fact="0.7235"/>
              <dgm:constr type="t" for="ch" forName="Parent8" refType="h" fact="0.2022"/>
              <dgm:constr type="w" for="ch" forName="Parent8" refType="w" fact="0.0636"/>
              <dgm:constr type="h" for="ch" forName="Parent8" refType="h" fact="0.3799"/>
              <dgm:constr type="l" for="ch" forName="Parent7" refType="w" fact="0.625"/>
              <dgm:constr type="t" for="ch" forName="Parent7" refType="h" fact="0.2022"/>
              <dgm:constr type="w" for="ch" forName="Parent7" refType="w" fact="0.0636"/>
              <dgm:constr type="h" for="ch" forName="Parent7" refType="h" fact="0.3799"/>
              <dgm:constr type="l" for="ch" forName="Parent6" refType="w" fact="0.5264"/>
              <dgm:constr type="t" for="ch" forName="Parent6" refType="h" fact="0.2022"/>
              <dgm:constr type="w" for="ch" forName="Parent6" refType="w" fact="0.0636"/>
              <dgm:constr type="h" for="ch" forName="Parent6" refType="h" fact="0.3799"/>
              <dgm:constr type="l" for="ch" forName="Parent5" refType="w" fact="0.4279"/>
              <dgm:constr type="t" for="ch" forName="Parent5" refType="h" fact="0.2022"/>
              <dgm:constr type="w" for="ch" forName="Parent5" refType="w" fact="0.0636"/>
              <dgm:constr type="h" for="ch" forName="Parent5" refType="h" fact="0.3799"/>
              <dgm:constr type="l" for="ch" forName="Parent4" refType="w" fact="0.3294"/>
              <dgm:constr type="t" for="ch" forName="Parent4" refType="h" fact="0.2022"/>
              <dgm:constr type="w" for="ch" forName="Parent4" refType="w" fact="0.0636"/>
              <dgm:constr type="h" for="ch" forName="Parent4" refType="h" fact="0.3799"/>
              <dgm:constr type="l" for="ch" forName="Parent3" refType="w" fact="0.2309"/>
              <dgm:constr type="t" for="ch" forName="Parent3" refType="h" fact="0.2022"/>
              <dgm:constr type="w" for="ch" forName="Parent3" refType="w" fact="0.0636"/>
              <dgm:constr type="h" for="ch" forName="Parent3" refType="h" fact="0.3799"/>
              <dgm:constr type="l" for="ch" forName="Parent2" refType="w" fact="0.1324"/>
              <dgm:constr type="t" for="ch" forName="Parent2" refType="h" fact="0.2022"/>
              <dgm:constr type="w" for="ch" forName="Parent2" refType="w" fact="0.0636"/>
              <dgm:constr type="h" for="ch" forName="Parent2" refType="h" fact="0.3799"/>
              <dgm:constr type="l" for="ch" forName="Parent1" refType="w" fact="0.0338"/>
              <dgm:constr type="t" for="ch" forName="Parent1" refType="h" fact="0.2022"/>
              <dgm:constr type="w" for="ch" forName="Parent1" refType="w" fact="0.0636"/>
              <dgm:constr type="h" for="ch" forName="Parent1" refType="h" fact="0.3799"/>
              <dgm:constr type="l" for="ch" forName="Accent10" refType="w" fact="0.9047"/>
              <dgm:constr type="t" for="ch" forName="Accent10" refType="h" fact="0.1072"/>
              <dgm:constr type="w" for="ch" forName="Accent10" refType="w" fact="0.0953"/>
              <dgm:constr type="h" for="ch" forName="Accent10" refType="h" fact="0.5699"/>
              <dgm:constr type="l" for="ch" forName="ParentBackground10" refType="w" fact="0.9078"/>
              <dgm:constr type="t" for="ch" forName="ParentBackground10" refType="h" fact="0.1262"/>
              <dgm:constr type="w" for="ch" forName="ParentBackground10" refType="w" fact="0.089"/>
              <dgm:constr type="h" for="ch" forName="ParentBackground10" refType="h" fact="0.5319"/>
              <dgm:constr type="l" for="ch" forName="Child10" refType="w" fact="0.9078"/>
              <dgm:constr type="t" for="ch" forName="Child10" refType="h" fact="0.6876"/>
              <dgm:constr type="w" for="ch" forName="Child10" refType="w" fact="0.089"/>
              <dgm:constr type="h" for="ch" forName="Child10" refType="h" fact="0.3124"/>
              <dgm:constr type="l" for="ch" forName="Accent9" refType="w" fact="0.7864"/>
              <dgm:constr type="t" for="ch" forName="Accent9" refType="h" fact="-0.0109"/>
              <dgm:constr type="w" for="ch" forName="Accent9" refType="w" fact="0.1348"/>
              <dgm:constr type="h" for="ch" forName="Accent9" refType="h" fact="0.806"/>
              <dgm:constr type="l" for="ch" forName="ParentBackground9" refType="w" fact="0.8093"/>
              <dgm:constr type="t" for="ch" forName="ParentBackground9" refType="h" fact="0.1262"/>
              <dgm:constr type="w" for="ch" forName="ParentBackground9" refType="w" fact="0.089"/>
              <dgm:constr type="h" for="ch" forName="ParentBackground9" refType="h" fact="0.5319"/>
              <dgm:constr type="l" for="ch" forName="Child9" refType="w" fact="0.8093"/>
              <dgm:constr type="t" for="ch" forName="Child9" refType="h" fact="0.6876"/>
              <dgm:constr type="w" for="ch" forName="Child9" refType="w" fact="0.089"/>
              <dgm:constr type="h" for="ch" forName="Child9" refType="h" fact="0.3124"/>
              <dgm:constr type="l" for="ch" forName="Accent8" refType="w" fact="0.6879"/>
              <dgm:constr type="t" for="ch" forName="Accent8" refType="h" fact="-0.0109"/>
              <dgm:constr type="w" for="ch" forName="Accent8" refType="w" fact="0.1348"/>
              <dgm:constr type="h" for="ch" forName="Accent8" refType="h" fact="0.806"/>
              <dgm:constr type="l" for="ch" forName="ParentBackground8" refType="w" fact="0.7108"/>
              <dgm:constr type="t" for="ch" forName="ParentBackground8" refType="h" fact="0.1262"/>
              <dgm:constr type="w" for="ch" forName="ParentBackground8" refType="w" fact="0.089"/>
              <dgm:constr type="h" for="ch" forName="ParentBackground8" refType="h" fact="0.5319"/>
              <dgm:constr type="l" for="ch" forName="Child8" refType="w" fact="0.7108"/>
              <dgm:constr type="t" for="ch" forName="Child8" refType="h" fact="0.6876"/>
              <dgm:constr type="w" for="ch" forName="Child8" refType="w" fact="0.089"/>
              <dgm:constr type="h" for="ch" forName="Child8" refType="h" fact="0.3124"/>
              <dgm:constr type="l" for="ch" forName="Accent7" refType="w" fact="0.5893"/>
              <dgm:constr type="t" for="ch" forName="Accent7" refType="h" fact="-0.0109"/>
              <dgm:constr type="w" for="ch" forName="Accent7" refType="w" fact="0.1348"/>
              <dgm:constr type="h" for="ch" forName="Accent7" refType="h" fact="0.806"/>
              <dgm:constr type="l" for="ch" forName="ParentBackground7" refType="w" fact="0.6123"/>
              <dgm:constr type="t" for="ch" forName="ParentBackground7" refType="h" fact="0.1262"/>
              <dgm:constr type="w" for="ch" forName="ParentBackground7" refType="w" fact="0.089"/>
              <dgm:constr type="h" for="ch" forName="ParentBackground7" refType="h" fact="0.5319"/>
              <dgm:constr type="l" for="ch" forName="Child7" refType="w" fact="0.6123"/>
              <dgm:constr type="t" for="ch" forName="Child7" refType="h" fact="0.6876"/>
              <dgm:constr type="w" for="ch" forName="Child7" refType="w" fact="0.089"/>
              <dgm:constr type="h" for="ch" forName="Child7" refType="h" fact="0.3124"/>
              <dgm:constr type="l" for="ch" forName="Accent6" refType="w" fact="0.4908"/>
              <dgm:constr type="t" for="ch" forName="Accent6" refType="h" fact="-0.0109"/>
              <dgm:constr type="w" for="ch" forName="Accent6" refType="w" fact="0.1348"/>
              <dgm:constr type="h" for="ch" forName="Accent6" refType="h" fact="0.806"/>
              <dgm:constr type="l" for="ch" forName="ParentBackground6" refType="w" fact="0.5137"/>
              <dgm:constr type="t" for="ch" forName="ParentBackground6" refType="h" fact="0.1262"/>
              <dgm:constr type="w" for="ch" forName="ParentBackground6" refType="w" fact="0.089"/>
              <dgm:constr type="h" for="ch" forName="ParentBackground6" refType="h" fact="0.5319"/>
              <dgm:constr type="l" for="ch" forName="Child6" refType="w" fact="0.5137"/>
              <dgm:constr type="t" for="ch" forName="Child6" refType="h" fact="0.6876"/>
              <dgm:constr type="w" for="ch" forName="Child6" refType="w" fact="0.089"/>
              <dgm:constr type="h" for="ch" forName="Child6" refType="h" fact="0.3124"/>
              <dgm:constr type="l" for="ch" forName="Accent5" refType="w" fact="0.3923"/>
              <dgm:constr type="t" for="ch" forName="Accent5" refType="h" fact="-0.0109"/>
              <dgm:constr type="w" for="ch" forName="Accent5" refType="w" fact="0.1348"/>
              <dgm:constr type="h" for="ch" forName="Accent5" refType="h" fact="0.806"/>
              <dgm:constr type="l" for="ch" forName="ParentBackground5" refType="w" fact="0.4152"/>
              <dgm:constr type="t" for="ch" forName="ParentBackground5" refType="h" fact="0.1262"/>
              <dgm:constr type="w" for="ch" forName="ParentBackground5" refType="w" fact="0.089"/>
              <dgm:constr type="h" for="ch" forName="ParentBackground5" refType="h" fact="0.5319"/>
              <dgm:constr type="l" for="ch" forName="Child5" refType="w" fact="0.4152"/>
              <dgm:constr type="t" for="ch" forName="Child5" refType="h" fact="0.6876"/>
              <dgm:constr type="w" for="ch" forName="Child5" refType="w" fact="0.089"/>
              <dgm:constr type="h" for="ch" forName="Child5" refType="h" fact="0.3124"/>
              <dgm:constr type="l" for="ch" forName="Accent4" refType="w" fact="0.2938"/>
              <dgm:constr type="t" for="ch" forName="Accent4" refType="h" fact="-0.0109"/>
              <dgm:constr type="w" for="ch" forName="Accent4" refType="w" fact="0.1348"/>
              <dgm:constr type="h" for="ch" forName="Accent4" refType="h" fact="0.806"/>
              <dgm:constr type="l" for="ch" forName="ParentBackground4" refType="w" fact="0.3167"/>
              <dgm:constr type="t" for="ch" forName="ParentBackground4" refType="h" fact="0.1262"/>
              <dgm:constr type="w" for="ch" forName="ParentBackground4" refType="w" fact="0.089"/>
              <dgm:constr type="h" for="ch" forName="ParentBackground4" refType="h" fact="0.5319"/>
              <dgm:constr type="l" for="ch" forName="Child4" refType="w" fact="0.3167"/>
              <dgm:constr type="t" for="ch" forName="Child4" refType="h" fact="0.6876"/>
              <dgm:constr type="w" for="ch" forName="Child4" refType="w" fact="0.089"/>
              <dgm:constr type="h" for="ch" forName="Child4" refType="h" fact="0.3124"/>
              <dgm:constr type="l" for="ch" forName="Accent3" refType="w" fact="0.1952"/>
              <dgm:constr type="t" for="ch" forName="Accent3" refType="h" fact="-0.0109"/>
              <dgm:constr type="w" for="ch" forName="Accent3" refType="w" fact="0.1348"/>
              <dgm:constr type="h" for="ch" forName="Accent3" refType="h" fact="0.806"/>
              <dgm:constr type="l" for="ch" forName="ParentBackground3" refType="w" fact="0.2182"/>
              <dgm:constr type="t" for="ch" forName="ParentBackground3" refType="h" fact="0.1262"/>
              <dgm:constr type="w" for="ch" forName="ParentBackground3" refType="w" fact="0.089"/>
              <dgm:constr type="h" for="ch" forName="ParentBackground3" refType="h" fact="0.5319"/>
              <dgm:constr type="l" for="ch" forName="Child3" refType="w" fact="0.2182"/>
              <dgm:constr type="t" for="ch" forName="Child3" refType="h" fact="0.6876"/>
              <dgm:constr type="w" for="ch" forName="Child3" refType="w" fact="0.089"/>
              <dgm:constr type="h" for="ch" forName="Child3" refType="h" fact="0.3124"/>
              <dgm:constr type="l" for="ch" forName="Accent2" refType="w" fact="0.0967"/>
              <dgm:constr type="t" for="ch" forName="Accent2" refType="h" fact="-0.0109"/>
              <dgm:constr type="w" for="ch" forName="Accent2" refType="w" fact="0.1348"/>
              <dgm:constr type="h" for="ch" forName="Accent2" refType="h" fact="0.806"/>
              <dgm:constr type="l" for="ch" forName="ParentBackground2" refType="w" fact="0.1196"/>
              <dgm:constr type="t" for="ch" forName="ParentBackground2" refType="h" fact="0.1262"/>
              <dgm:constr type="w" for="ch" forName="ParentBackground2" refType="w" fact="0.089"/>
              <dgm:constr type="h" for="ch" forName="ParentBackground2" refType="h" fact="0.5319"/>
              <dgm:constr type="l" for="ch" forName="Child2" refType="w" fact="0.1196"/>
              <dgm:constr type="t" for="ch" forName="Child2" refType="h" fact="0.6876"/>
              <dgm:constr type="w" for="ch" forName="Child2" refType="w" fact="0.089"/>
              <dgm:constr type="h" for="ch" forName="Child2" refType="h" fact="0.3124"/>
              <dgm:constr type="l" for="ch" forName="Accent1" refType="w" fact="-0.0018"/>
              <dgm:constr type="t" for="ch" forName="Accent1" refType="h" fact="-0.0109"/>
              <dgm:constr type="w" for="ch" forName="Accent1" refType="w" fact="0.1348"/>
              <dgm:constr type="h" for="ch" forName="Accent1" refType="h" fact="0.806"/>
              <dgm:constr type="l" for="ch" forName="ParentBackground1" refType="w" fact="0.0211"/>
              <dgm:constr type="t" for="ch" forName="ParentBackground1" refType="h" fact="0.1262"/>
              <dgm:constr type="w" for="ch" forName="ParentBackground1" refType="w" fact="0.089"/>
              <dgm:constr type="h" for="ch" forName="ParentBackground1" refType="h" fact="0.5319"/>
              <dgm:constr type="l" for="ch" forName="Child1" refType="w" fact="0.0211"/>
              <dgm:constr type="t" for="ch" forName="Child1" refType="h" fact="0.6876"/>
              <dgm:constr type="w" for="ch" forName="Child1" refType="w" fact="0.089"/>
              <dgm:constr type="h" for="ch" forName="Child1" refType="h" fact="0.3124"/>
            </dgm:constrLst>
          </dgm:if>
          <dgm:else name="Name14">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l" for="ch" forName="Parent11" refType="w" fact="0.9277"/>
              <dgm:constr type="t" for="ch" forName="Parent11" refType="h" fact="0.2022"/>
              <dgm:constr type="w" for="ch" forName="Parent11" refType="w" fact="0.0579"/>
              <dgm:constr type="h" for="ch" forName="Parent11" refType="h" fact="0.3799"/>
              <dgm:constr type="l" for="ch" forName="Parent10" refType="w" fact="0.838"/>
              <dgm:constr type="t" for="ch" forName="Parent10" refType="h" fact="0.2022"/>
              <dgm:constr type="w" for="ch" forName="Parent10" refType="w" fact="0.0579"/>
              <dgm:constr type="h" for="ch" forName="Parent10" refType="h" fact="0.3799"/>
              <dgm:constr type="l" for="ch" forName="Parent9" refType="w" fact="0.7483"/>
              <dgm:constr type="t" for="ch" forName="Parent9" refType="h" fact="0.2022"/>
              <dgm:constr type="w" for="ch" forName="Parent9" refType="w" fact="0.0579"/>
              <dgm:constr type="h" for="ch" forName="Parent9" refType="h" fact="0.3799"/>
              <dgm:constr type="l" for="ch" forName="Parent8" refType="w" fact="0.6586"/>
              <dgm:constr type="t" for="ch" forName="Parent8" refType="h" fact="0.2022"/>
              <dgm:constr type="w" for="ch" forName="Parent8" refType="w" fact="0.0579"/>
              <dgm:constr type="h" for="ch" forName="Parent8" refType="h" fact="0.3799"/>
              <dgm:constr type="l" for="ch" forName="Parent7" refType="w" fact="0.5689"/>
              <dgm:constr type="t" for="ch" forName="Parent7" refType="h" fact="0.2022"/>
              <dgm:constr type="w" for="ch" forName="Parent7" refType="w" fact="0.0579"/>
              <dgm:constr type="h" for="ch" forName="Parent7" refType="h" fact="0.3799"/>
              <dgm:constr type="l" for="ch" forName="Parent6" refType="w" fact="0.4792"/>
              <dgm:constr type="t" for="ch" forName="Parent6" refType="h" fact="0.2022"/>
              <dgm:constr type="w" for="ch" forName="Parent6" refType="w" fact="0.0579"/>
              <dgm:constr type="h" for="ch" forName="Parent6" refType="h" fact="0.3799"/>
              <dgm:constr type="l" for="ch" forName="Parent5" refType="w" fact="0.3895"/>
              <dgm:constr type="t" for="ch" forName="Parent5" refType="h" fact="0.2022"/>
              <dgm:constr type="w" for="ch" forName="Parent5" refType="w" fact="0.0579"/>
              <dgm:constr type="h" for="ch" forName="Parent5" refType="h" fact="0.3799"/>
              <dgm:constr type="l" for="ch" forName="Parent4" refType="w" fact="0.2999"/>
              <dgm:constr type="t" for="ch" forName="Parent4" refType="h" fact="0.2022"/>
              <dgm:constr type="w" for="ch" forName="Parent4" refType="w" fact="0.0579"/>
              <dgm:constr type="h" for="ch" forName="Parent4" refType="h" fact="0.3799"/>
              <dgm:constr type="l" for="ch" forName="Parent3" refType="w" fact="0.2102"/>
              <dgm:constr type="t" for="ch" forName="Parent3" refType="h" fact="0.2022"/>
              <dgm:constr type="w" for="ch" forName="Parent3" refType="w" fact="0.0579"/>
              <dgm:constr type="h" for="ch" forName="Parent3" refType="h" fact="0.3799"/>
              <dgm:constr type="l" for="ch" forName="Parent2" refType="w" fact="0.1205"/>
              <dgm:constr type="t" for="ch" forName="Parent2" refType="h" fact="0.2022"/>
              <dgm:constr type="w" for="ch" forName="Parent2" refType="w" fact="0.0579"/>
              <dgm:constr type="h" for="ch" forName="Parent2" refType="h" fact="0.3799"/>
              <dgm:constr type="l" for="ch" forName="Parent1" refType="w" fact="0.0308"/>
              <dgm:constr type="t" for="ch" forName="Parent1" refType="h" fact="0.2022"/>
              <dgm:constr type="w" for="ch" forName="Parent1" refType="w" fact="0.0579"/>
              <dgm:constr type="h" for="ch" forName="Parent1" refType="h" fact="0.3799"/>
              <dgm:constr type="l" for="ch" forName="Accent11" refType="w" fact="0.9132"/>
              <dgm:constr type="t" for="ch" forName="Accent11" refType="h" fact="0.1072"/>
              <dgm:constr type="w" for="ch" forName="Accent11" refType="w" fact="0.0868"/>
              <dgm:constr type="h" for="ch" forName="Accent11" refType="h" fact="0.5699"/>
              <dgm:constr type="l" for="ch" forName="ParentBackground11" refType="w" fact="0.9161"/>
              <dgm:constr type="t" for="ch" forName="ParentBackground11" refType="h" fact="0.1262"/>
              <dgm:constr type="w" for="ch" forName="ParentBackground11" refType="w" fact="0.081"/>
              <dgm:constr type="h" for="ch" forName="ParentBackground11" refType="h" fact="0.5319"/>
              <dgm:constr type="l" for="ch" forName="Child11" refType="w" fact="0.9161"/>
              <dgm:constr type="t" for="ch" forName="Child11" refType="h" fact="0.6876"/>
              <dgm:constr type="w" for="ch" forName="Child11" refType="w" fact="0.081"/>
              <dgm:constr type="h" for="ch" forName="Child11" refType="h" fact="0.3124"/>
              <dgm:constr type="l" for="ch" forName="Accent10" refType="w" fact="0.8055"/>
              <dgm:constr type="t" for="ch" forName="Accent10" refType="h" fact="-0.0109"/>
              <dgm:constr type="w" for="ch" forName="Accent10" refType="w" fact="0.1228"/>
              <dgm:constr type="h" for="ch" forName="Accent10" refType="h" fact="0.806"/>
              <dgm:constr type="l" for="ch" forName="ParentBackground10" refType="w" fact="0.8264"/>
              <dgm:constr type="t" for="ch" forName="ParentBackground10" refType="h" fact="0.1262"/>
              <dgm:constr type="w" for="ch" forName="ParentBackground10" refType="w" fact="0.081"/>
              <dgm:constr type="h" for="ch" forName="ParentBackground10" refType="h" fact="0.5319"/>
              <dgm:constr type="l" for="ch" forName="Child10" refType="w" fact="0.8264"/>
              <dgm:constr type="t" for="ch" forName="Child10" refType="h" fact="0.6876"/>
              <dgm:constr type="w" for="ch" forName="Child10" refType="w" fact="0.081"/>
              <dgm:constr type="h" for="ch" forName="Child10" refType="h" fact="0.3124"/>
              <dgm:constr type="l" for="ch" forName="Accent9" refType="w" fact="0.7158"/>
              <dgm:constr type="t" for="ch" forName="Accent9" refType="h" fact="-0.0109"/>
              <dgm:constr type="w" for="ch" forName="Accent9" refType="w" fact="0.1228"/>
              <dgm:constr type="h" for="ch" forName="Accent9" refType="h" fact="0.806"/>
              <dgm:constr type="l" for="ch" forName="ParentBackground9" refType="w" fact="0.7367"/>
              <dgm:constr type="t" for="ch" forName="ParentBackground9" refType="h" fact="0.1262"/>
              <dgm:constr type="w" for="ch" forName="ParentBackground9" refType="w" fact="0.081"/>
              <dgm:constr type="h" for="ch" forName="ParentBackground9" refType="h" fact="0.5319"/>
              <dgm:constr type="l" for="ch" forName="Child9" refType="w" fact="0.7367"/>
              <dgm:constr type="t" for="ch" forName="Child9" refType="h" fact="0.6876"/>
              <dgm:constr type="w" for="ch" forName="Child9" refType="w" fact="0.081"/>
              <dgm:constr type="h" for="ch" forName="Child9" refType="h" fact="0.3124"/>
              <dgm:constr type="l" for="ch" forName="Accent8" refType="w" fact="0.6261"/>
              <dgm:constr type="t" for="ch" forName="Accent8" refType="h" fact="-0.0109"/>
              <dgm:constr type="w" for="ch" forName="Accent8" refType="w" fact="0.1228"/>
              <dgm:constr type="h" for="ch" forName="Accent8" refType="h" fact="0.806"/>
              <dgm:constr type="l" for="ch" forName="ParentBackground8" refType="w" fact="0.647"/>
              <dgm:constr type="t" for="ch" forName="ParentBackground8" refType="h" fact="0.1262"/>
              <dgm:constr type="w" for="ch" forName="ParentBackground8" refType="w" fact="0.081"/>
              <dgm:constr type="h" for="ch" forName="ParentBackground8" refType="h" fact="0.5319"/>
              <dgm:constr type="l" for="ch" forName="Child8" refType="w" fact="0.647"/>
              <dgm:constr type="t" for="ch" forName="Child8" refType="h" fact="0.6876"/>
              <dgm:constr type="w" for="ch" forName="Child8" refType="w" fact="0.081"/>
              <dgm:constr type="h" for="ch" forName="Child8" refType="h" fact="0.3124"/>
              <dgm:constr type="l" for="ch" forName="Accent7" refType="w" fact="0.5364"/>
              <dgm:constr type="t" for="ch" forName="Accent7" refType="h" fact="-0.0109"/>
              <dgm:constr type="w" for="ch" forName="Accent7" refType="w" fact="0.1228"/>
              <dgm:constr type="h" for="ch" forName="Accent7" refType="h" fact="0.806"/>
              <dgm:constr type="l" for="ch" forName="ParentBackground7" refType="w" fact="0.5573"/>
              <dgm:constr type="t" for="ch" forName="ParentBackground7" refType="h" fact="0.1262"/>
              <dgm:constr type="w" for="ch" forName="ParentBackground7" refType="w" fact="0.081"/>
              <dgm:constr type="h" for="ch" forName="ParentBackground7" refType="h" fact="0.5319"/>
              <dgm:constr type="l" for="ch" forName="Child7" refType="w" fact="0.5573"/>
              <dgm:constr type="t" for="ch" forName="Child7" refType="h" fact="0.6876"/>
              <dgm:constr type="w" for="ch" forName="Child7" refType="w" fact="0.081"/>
              <dgm:constr type="h" for="ch" forName="Child7" refType="h" fact="0.3124"/>
              <dgm:constr type="l" for="ch" forName="Accent6" refType="w" fact="0.4467"/>
              <dgm:constr type="t" for="ch" forName="Accent6" refType="h" fact="-0.0109"/>
              <dgm:constr type="w" for="ch" forName="Accent6" refType="w" fact="0.1228"/>
              <dgm:constr type="h" for="ch" forName="Accent6" refType="h" fact="0.806"/>
              <dgm:constr type="l" for="ch" forName="ParentBackground6" refType="w" fact="0.4677"/>
              <dgm:constr type="t" for="ch" forName="ParentBackground6" refType="h" fact="0.1262"/>
              <dgm:constr type="w" for="ch" forName="ParentBackground6" refType="w" fact="0.081"/>
              <dgm:constr type="h" for="ch" forName="ParentBackground6" refType="h" fact="0.5319"/>
              <dgm:constr type="l" for="ch" forName="Child6" refType="w" fact="0.4677"/>
              <dgm:constr type="t" for="ch" forName="Child6" refType="h" fact="0.6876"/>
              <dgm:constr type="w" for="ch" forName="Child6" refType="w" fact="0.081"/>
              <dgm:constr type="h" for="ch" forName="Child6" refType="h" fact="0.3124"/>
              <dgm:constr type="l" for="ch" forName="Accent5" refType="w" fact="0.3571"/>
              <dgm:constr type="t" for="ch" forName="Accent5" refType="h" fact="-0.0109"/>
              <dgm:constr type="w" for="ch" forName="Accent5" refType="w" fact="0.1228"/>
              <dgm:constr type="h" for="ch" forName="Accent5" refType="h" fact="0.806"/>
              <dgm:constr type="l" for="ch" forName="ParentBackground5" refType="w" fact="0.378"/>
              <dgm:constr type="t" for="ch" forName="ParentBackground5" refType="h" fact="0.1262"/>
              <dgm:constr type="w" for="ch" forName="ParentBackground5" refType="w" fact="0.081"/>
              <dgm:constr type="h" for="ch" forName="ParentBackground5" refType="h" fact="0.5319"/>
              <dgm:constr type="l" for="ch" forName="Child5" refType="w" fact="0.378"/>
              <dgm:constr type="t" for="ch" forName="Child5" refType="h" fact="0.6876"/>
              <dgm:constr type="w" for="ch" forName="Child5" refType="w" fact="0.081"/>
              <dgm:constr type="h" for="ch" forName="Child5" refType="h" fact="0.3124"/>
              <dgm:constr type="l" for="ch" forName="Accent4" refType="w" fact="0.2674"/>
              <dgm:constr type="t" for="ch" forName="Accent4" refType="h" fact="-0.0109"/>
              <dgm:constr type="w" for="ch" forName="Accent4" refType="w" fact="0.1228"/>
              <dgm:constr type="h" for="ch" forName="Accent4" refType="h" fact="0.806"/>
              <dgm:constr type="l" for="ch" forName="ParentBackground4" refType="w" fact="0.2883"/>
              <dgm:constr type="t" for="ch" forName="ParentBackground4" refType="h" fact="0.1262"/>
              <dgm:constr type="w" for="ch" forName="ParentBackground4" refType="w" fact="0.081"/>
              <dgm:constr type="h" for="ch" forName="ParentBackground4" refType="h" fact="0.5319"/>
              <dgm:constr type="l" for="ch" forName="Child4" refType="w" fact="0.2883"/>
              <dgm:constr type="t" for="ch" forName="Child4" refType="h" fact="0.6876"/>
              <dgm:constr type="w" for="ch" forName="Child4" refType="w" fact="0.081"/>
              <dgm:constr type="h" for="ch" forName="Child4" refType="h" fact="0.3124"/>
              <dgm:constr type="l" for="ch" forName="Accent3" refType="w" fact="0.1777"/>
              <dgm:constr type="t" for="ch" forName="Accent3" refType="h" fact="-0.0109"/>
              <dgm:constr type="w" for="ch" forName="Accent3" refType="w" fact="0.1228"/>
              <dgm:constr type="h" for="ch" forName="Accent3" refType="h" fact="0.806"/>
              <dgm:constr type="l" for="ch" forName="ParentBackground3" refType="w" fact="0.1986"/>
              <dgm:constr type="t" for="ch" forName="ParentBackground3" refType="h" fact="0.1262"/>
              <dgm:constr type="w" for="ch" forName="ParentBackground3" refType="w" fact="0.081"/>
              <dgm:constr type="h" for="ch" forName="ParentBackground3" refType="h" fact="0.5319"/>
              <dgm:constr type="l" for="ch" forName="Child3" refType="w" fact="0.1986"/>
              <dgm:constr type="t" for="ch" forName="Child3" refType="h" fact="0.6876"/>
              <dgm:constr type="w" for="ch" forName="Child3" refType="w" fact="0.081"/>
              <dgm:constr type="h" for="ch" forName="Child3" refType="h" fact="0.3124"/>
              <dgm:constr type="l" for="ch" forName="Accent2" refType="w" fact="0.088"/>
              <dgm:constr type="t" for="ch" forName="Accent2" refType="h" fact="-0.0109"/>
              <dgm:constr type="w" for="ch" forName="Accent2" refType="w" fact="0.1228"/>
              <dgm:constr type="h" for="ch" forName="Accent2" refType="h" fact="0.806"/>
              <dgm:constr type="l" for="ch" forName="ParentBackground2" refType="w" fact="0.1089"/>
              <dgm:constr type="t" for="ch" forName="ParentBackground2" refType="h" fact="0.1262"/>
              <dgm:constr type="w" for="ch" forName="ParentBackground2" refType="w" fact="0.081"/>
              <dgm:constr type="h" for="ch" forName="ParentBackground2" refType="h" fact="0.5319"/>
              <dgm:constr type="l" for="ch" forName="Child2" refType="w" fact="0.1089"/>
              <dgm:constr type="t" for="ch" forName="Child2" refType="h" fact="0.6876"/>
              <dgm:constr type="w" for="ch" forName="Child2" refType="w" fact="0.081"/>
              <dgm:constr type="h" for="ch" forName="Child2" refType="h" fact="0.3124"/>
              <dgm:constr type="l" for="ch" forName="Accent1" refType="w" fact="-0.0017"/>
              <dgm:constr type="t" for="ch" forName="Accent1" refType="h" fact="-0.0109"/>
              <dgm:constr type="w" for="ch" forName="Accent1" refType="w" fact="0.1228"/>
              <dgm:constr type="h" for="ch" forName="Accent1" refType="h" fact="0.806"/>
              <dgm:constr type="l" for="ch" forName="ParentBackground1" refType="w" fact="0.0192"/>
              <dgm:constr type="t" for="ch" forName="ParentBackground1" refType="h" fact="0.1262"/>
              <dgm:constr type="w" for="ch" forName="ParentBackground1" refType="w" fact="0.081"/>
              <dgm:constr type="h" for="ch" forName="ParentBackground1" refType="h" fact="0.5319"/>
              <dgm:constr type="l" for="ch" forName="Child1" refType="w" fact="0.0192"/>
              <dgm:constr type="t" for="ch" forName="Child1" refType="h" fact="0.6876"/>
              <dgm:constr type="w" for="ch" forName="Child1" refType="w" fact="0.081"/>
              <dgm:constr type="h" for="ch" forName="Child1" refType="h" fact="0.3124"/>
            </dgm:constrLst>
          </dgm:else>
        </dgm:choose>
      </dgm:if>
      <dgm:else name="Name15">
        <dgm:choose name="Name16">
          <dgm:if name="Name17" axis="ch" ptType="node" func="cnt" op="equ" val="1">
            <dgm:alg type="composite">
              <dgm:param type="ar" val="0.6383"/>
            </dgm:alg>
            <dgm:constrLst>
              <dgm:constr type="primFontSz" for="des" forName="Child1" val="65"/>
              <dgm:constr type="primFontSz" for="des" forName="Parent1" val="65"/>
              <dgm:constr type="primFontSz" for="des" forName="Child1" refType="primFontSz" refFor="des" refForName="Parent1" op="lte"/>
              <dgm:constr type="l" for="ch" forName="Parent1" refType="w" fact="0.1667"/>
              <dgm:constr type="t" for="ch" forName="Parent1" refType="h" fact="0.1064"/>
              <dgm:constr type="w" for="ch" forName="Parent1" refType="w" fact="0.6667"/>
              <dgm:constr type="h" for="ch" forName="Parent1" refType="h" fact="0.4255"/>
              <dgm:constr type="l" for="ch" forName="Accent1" refType="w" fact="0"/>
              <dgm:constr type="t" for="ch" forName="Accent1" refType="h" fact="0"/>
              <dgm:constr type="w" for="ch" forName="Accent1" refType="w"/>
              <dgm:constr type="h" for="ch" forName="Accent1" refType="h" fact="0.6383"/>
              <dgm:constr type="l" for="ch" forName="ParentBackground1" refType="w" fact="0.0333"/>
              <dgm:constr type="t" for="ch" forName="ParentBackground1" refType="h" fact="0.0213"/>
              <dgm:constr type="w" for="ch" forName="ParentBackground1" refType="w" fact="0.9333"/>
              <dgm:constr type="h" for="ch" forName="ParentBackground1" refType="h" fact="0.5957"/>
              <dgm:constr type="l" for="ch" forName="Child1" refType="w" fact="0.0333"/>
              <dgm:constr type="t" for="ch" forName="Child1" refType="h" fact="0.6574"/>
              <dgm:constr type="w" for="ch" forName="Child1" refType="w" fact="0.9333"/>
              <dgm:constr type="h" for="ch" forName="Child1" refType="h" fact="0.3426"/>
            </dgm:constrLst>
          </dgm:if>
          <dgm:if name="Name18" axis="ch" ptType="node" func="cnt" op="equ" val="2">
            <dgm:alg type="composite">
              <dgm:param type="ar" val="1.265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r" for="ch" forName="Parent2" refType="w" fact="0.3751"/>
              <dgm:constr type="t" for="ch" forName="Parent2" refType="h" fact="0.2022"/>
              <dgm:constr type="w" for="ch" forName="Parent2" refType="w" fact="0.3001"/>
              <dgm:constr type="h" for="ch" forName="Parent2" refType="h" fact="0.3799"/>
              <dgm:constr type="r" for="ch" forName="Parent1" refType="w" fact="0.8403"/>
              <dgm:constr type="t" for="ch" forName="Parent1" refType="h" fact="0.2022"/>
              <dgm:constr type="w" for="ch" forName="Parent1" refType="w" fact="0.3001"/>
              <dgm:constr type="h" for="ch" forName="Parent1" refType="h" fact="0.3799"/>
              <dgm:constr type="r" for="ch" forName="Accent2" refType="w" fact="0.4502"/>
              <dgm:constr type="t" for="ch" forName="Accent2" refType="h" fact="0.1072"/>
              <dgm:constr type="w" for="ch" forName="Accent2" refType="w" fact="0.4502"/>
              <dgm:constr type="h" for="ch" forName="Accent2" refType="h" fact="0.5699"/>
              <dgm:constr type="r" for="ch" forName="ParentBackground2" refType="w" fact="0.4352"/>
              <dgm:constr type="t" for="ch" forName="ParentBackground2" refType="h" fact="0.1262"/>
              <dgm:constr type="w" for="ch" forName="ParentBackground2" refType="w" fact="0.4201"/>
              <dgm:constr type="h" for="ch" forName="ParentBackground2" refType="h" fact="0.5319"/>
              <dgm:constr type="r" for="ch" forName="Child2" refType="w" fact="0.4352"/>
              <dgm:constr type="t" for="ch" forName="Child2" refType="h" fact="0.6876"/>
              <dgm:constr type="w" for="ch" forName="Child2" refType="w" fact="0.4201"/>
              <dgm:constr type="h" for="ch" forName="Child2" refType="h" fact="0.3124"/>
              <dgm:constr type="r" for="ch" forName="Accent1" refType="w" fact="1.0086"/>
              <dgm:constr type="t" for="ch" forName="Accent1" refType="h" fact="-0.0109"/>
              <dgm:constr type="w" for="ch" forName="Accent1" refType="w" fact="0.6367"/>
              <dgm:constr type="h" for="ch" forName="Accent1" refType="h" fact="0.806"/>
              <dgm:constr type="r" for="ch" forName="ParentBackground1" refType="w" fact="0.9003"/>
              <dgm:constr type="t" for="ch" forName="ParentBackground1" refType="h" fact="0.1262"/>
              <dgm:constr type="w" for="ch" forName="ParentBackground1" refType="w" fact="0.4201"/>
              <dgm:constr type="h" for="ch" forName="ParentBackground1" refType="h" fact="0.5319"/>
              <dgm:constr type="r" for="ch" forName="Child1" refType="w" fact="0.9003"/>
              <dgm:constr type="t" for="ch" forName="Child1" refType="h" fact="0.6876"/>
              <dgm:constr type="w" for="ch" forName="Child1" refType="w" fact="0.4201"/>
              <dgm:constr type="h" for="ch" forName="Child1" refType="h" fact="0.3124"/>
            </dgm:constrLst>
          </dgm:if>
          <dgm:if name="Name19" axis="ch" ptType="node" func="cnt" op="equ" val="3">
            <dgm:alg type="composite">
              <dgm:param type="ar" val="1.854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r" for="ch" forName="Parent3" refType="w" fact="0.256"/>
              <dgm:constr type="t" for="ch" forName="Parent3" refType="h" fact="0.2022"/>
              <dgm:constr type="w" for="ch" forName="Parent3" refType="w" fact="0.2048"/>
              <dgm:constr type="h" for="ch" forName="Parent3" refType="h" fact="0.3799"/>
              <dgm:constr type="r" for="ch" forName="Parent2" refType="w" fact="0.5735"/>
              <dgm:constr type="t" for="ch" forName="Parent2" refType="h" fact="0.2022"/>
              <dgm:constr type="w" for="ch" forName="Parent2" refType="w" fact="0.2048"/>
              <dgm:constr type="h" for="ch" forName="Parent2" refType="h" fact="0.3799"/>
              <dgm:constr type="r" for="ch" forName="Parent1" refType="w" fact="0.891"/>
              <dgm:constr type="t" for="ch" forName="Parent1" refType="h" fact="0.2022"/>
              <dgm:constr type="w" for="ch" forName="Parent1" refType="w" fact="0.2048"/>
              <dgm:constr type="h" for="ch" forName="Parent1" refType="h" fact="0.3799"/>
              <dgm:constr type="r" for="ch" forName="Accent3" refType="w" fact="0.3072"/>
              <dgm:constr type="t" for="ch" forName="Accent3" refType="h" fact="0.1072"/>
              <dgm:constr type="w" for="ch" forName="Accent3" refType="w" fact="0.3072"/>
              <dgm:constr type="h" for="ch" forName="Accent3" refType="h" fact="0.5699"/>
              <dgm:constr type="r" for="ch" forName="ParentBackground3" refType="w" fact="0.297"/>
              <dgm:constr type="t" for="ch" forName="ParentBackground3" refType="h" fact="0.1262"/>
              <dgm:constr type="w" for="ch" forName="ParentBackground3" refType="w" fact="0.2868"/>
              <dgm:constr type="h" for="ch" forName="ParentBackground3" refType="h" fact="0.5319"/>
              <dgm:constr type="r" for="ch" forName="Child3" refType="w" fact="0.297"/>
              <dgm:constr type="t" for="ch" forName="Child3" refType="h" fact="0.6876"/>
              <dgm:constr type="w" for="ch" forName="Child3" refType="w" fact="0.2868"/>
              <dgm:constr type="h" for="ch" forName="Child3" refType="h" fact="0.3124"/>
              <dgm:constr type="r" for="ch" forName="Accent2" refType="w" fact="0.6878"/>
              <dgm:constr type="t" for="ch" forName="Accent2" refType="h" fact="-0.0109"/>
              <dgm:constr type="w" for="ch" forName="Accent2" refType="w" fact="0.4334"/>
              <dgm:constr type="h" for="ch" forName="Accent2" refType="h" fact="0.806"/>
              <dgm:constr type="r" for="ch" forName="ParentBackground2" refType="w" fact="0.6145"/>
              <dgm:constr type="t" for="ch" forName="ParentBackground2" refType="h" fact="0.1262"/>
              <dgm:constr type="w" for="ch" forName="ParentBackground2" refType="w" fact="0.2868"/>
              <dgm:constr type="h" for="ch" forName="ParentBackground2" refType="h" fact="0.5319"/>
              <dgm:constr type="r" for="ch" forName="Child2" refType="w" fact="0.6145"/>
              <dgm:constr type="t" for="ch" forName="Child2" refType="h" fact="0.6876"/>
              <dgm:constr type="w" for="ch" forName="Child2" refType="w" fact="0.2868"/>
              <dgm:constr type="h" for="ch" forName="Child2" refType="h" fact="0.3124"/>
              <dgm:constr type="r" for="ch" forName="Accent1" refType="w" fact="1.0053"/>
              <dgm:constr type="t" for="ch" forName="Accent1" refType="h" fact="-0.0109"/>
              <dgm:constr type="w" for="ch" forName="Accent1" refType="w" fact="0.4334"/>
              <dgm:constr type="h" for="ch" forName="Accent1" refType="h" fact="0.806"/>
              <dgm:constr type="r" for="ch" forName="ParentBackground1" refType="w" fact="0.932"/>
              <dgm:constr type="t" for="ch" forName="ParentBackground1" refType="h" fact="0.1262"/>
              <dgm:constr type="w" for="ch" forName="ParentBackground1" refType="w" fact="0.2868"/>
              <dgm:constr type="h" for="ch" forName="ParentBackground1" refType="h" fact="0.5319"/>
              <dgm:constr type="r" for="ch" forName="Child1" refType="w" fact="0.932"/>
              <dgm:constr type="t" for="ch" forName="Child1" refType="h" fact="0.6876"/>
              <dgm:constr type="w" for="ch" forName="Child1" refType="w" fact="0.2868"/>
              <dgm:constr type="h" for="ch" forName="Child1" refType="h" fact="0.3124"/>
            </dgm:constrLst>
          </dgm:if>
          <dgm:if name="Name20" axis="ch" ptType="node" func="cnt" op="equ" val="4">
            <dgm:alg type="composite">
              <dgm:param type="ar" val="2.4437"/>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Parent4" refType="w" fact="0.1943"/>
              <dgm:constr type="t" for="ch" forName="Parent4" refType="h" fact="0.2022"/>
              <dgm:constr type="w" for="ch" forName="Parent4" refType="w" fact="0.1555"/>
              <dgm:constr type="h" for="ch" forName="Parent4" refType="h" fact="0.3799"/>
              <dgm:constr type="r" for="ch" forName="Parent3" refType="w" fact="0.4353"/>
              <dgm:constr type="t" for="ch" forName="Parent3" refType="h" fact="0.2022"/>
              <dgm:constr type="w" for="ch" forName="Parent3" refType="w" fact="0.1555"/>
              <dgm:constr type="h" for="ch" forName="Parent3" refType="h" fact="0.3799"/>
              <dgm:constr type="r" for="ch" forName="Parent2" refType="w" fact="0.6763"/>
              <dgm:constr type="t" for="ch" forName="Parent2" refType="h" fact="0.2022"/>
              <dgm:constr type="w" for="ch" forName="Parent2" refType="w" fact="0.1555"/>
              <dgm:constr type="h" for="ch" forName="Parent2" refType="h" fact="0.3799"/>
              <dgm:constr type="r" for="ch" forName="Parent1" refType="w" fact="0.9173"/>
              <dgm:constr type="t" for="ch" forName="Parent1" refType="h" fact="0.2022"/>
              <dgm:constr type="w" for="ch" forName="Parent1" refType="w" fact="0.1555"/>
              <dgm:constr type="h" for="ch" forName="Parent1" refType="h" fact="0.3799"/>
              <dgm:constr type="r" for="ch" forName="Accent4" refType="w" fact="0.2332"/>
              <dgm:constr type="t" for="ch" forName="Accent4" refType="h" fact="0.1072"/>
              <dgm:constr type="w" for="ch" forName="Accent4" refType="w" fact="0.2332"/>
              <dgm:constr type="h" for="ch" forName="Accent4" refType="h" fact="0.5699"/>
              <dgm:constr type="r" for="ch" forName="ParentBackground4" refType="w" fact="0.2254"/>
              <dgm:constr type="t" for="ch" forName="ParentBackground4" refType="h" fact="0.1262"/>
              <dgm:constr type="w" for="ch" forName="ParentBackground4" refType="w" fact="0.2177"/>
              <dgm:constr type="h" for="ch" forName="ParentBackground4" refType="h" fact="0.5319"/>
              <dgm:constr type="r" for="ch" forName="Child4" refType="w" fact="0.2254"/>
              <dgm:constr type="t" for="ch" forName="Child4" refType="h" fact="0.6876"/>
              <dgm:constr type="w" for="ch" forName="Child4" refType="w" fact="0.2177"/>
              <dgm:constr type="h" for="ch" forName="Child4" refType="h" fact="0.3124"/>
              <dgm:constr type="r" for="ch" forName="Accent3" refType="w" fact="0.5235"/>
              <dgm:constr type="t" for="ch" forName="Accent3" refType="h" fact="-0.0109"/>
              <dgm:constr type="w" for="ch" forName="Accent3" refType="w" fact="0.3298"/>
              <dgm:constr type="h" for="ch" forName="Accent3" refType="h" fact="0.806"/>
              <dgm:constr type="r" for="ch" forName="ParentBackground3" refType="w" fact="0.4664"/>
              <dgm:constr type="t" for="ch" forName="ParentBackground3" refType="h" fact="0.1262"/>
              <dgm:constr type="w" for="ch" forName="ParentBackground3" refType="w" fact="0.2177"/>
              <dgm:constr type="h" for="ch" forName="ParentBackground3" refType="h" fact="0.5319"/>
              <dgm:constr type="r" for="ch" forName="Child3" refType="w" fact="0.4664"/>
              <dgm:constr type="t" for="ch" forName="Child3" refType="h" fact="0.6876"/>
              <dgm:constr type="w" for="ch" forName="Child3" refType="w" fact="0.2177"/>
              <dgm:constr type="h" for="ch" forName="Child3" refType="h" fact="0.3124"/>
              <dgm:constr type="r" for="ch" forName="Accent2" refType="w" fact="0.7635"/>
              <dgm:constr type="t" for="ch" forName="Accent2" refType="h" fact="-0.0109"/>
              <dgm:constr type="w" for="ch" forName="Accent2" refType="w" fact="0.3298"/>
              <dgm:constr type="h" for="ch" forName="Accent2" refType="h" fact="0.806"/>
              <dgm:constr type="r" for="ch" forName="ParentBackground2" refType="w" fact="0.7074"/>
              <dgm:constr type="t" for="ch" forName="ParentBackground2" refType="h" fact="0.1262"/>
              <dgm:constr type="w" for="ch" forName="ParentBackground2" refType="w" fact="0.2177"/>
              <dgm:constr type="h" for="ch" forName="ParentBackground2" refType="h" fact="0.5319"/>
              <dgm:constr type="r" for="ch" forName="Child2" refType="w" fact="0.7074"/>
              <dgm:constr type="t" for="ch" forName="Child2" refType="h" fact="0.6876"/>
              <dgm:constr type="w" for="ch" forName="Child2" refType="w" fact="0.2177"/>
              <dgm:constr type="h" for="ch" forName="Child2" refType="h" fact="0.3124"/>
              <dgm:constr type="r" for="ch" forName="Accent1" refType="w" fact="1.0045"/>
              <dgm:constr type="t" for="ch" forName="Accent1" refType="h" fact="-0.0109"/>
              <dgm:constr type="w" for="ch" forName="Accent1" refType="w" fact="0.3298"/>
              <dgm:constr type="h" for="ch" forName="Accent1" refType="h" fact="0.806"/>
              <dgm:constr type="r" for="ch" forName="ParentBackground1" refType="w" fact="0.9484"/>
              <dgm:constr type="t" for="ch" forName="ParentBackground1" refType="h" fact="0.1262"/>
              <dgm:constr type="w" for="ch" forName="ParentBackground1" refType="w" fact="0.2177"/>
              <dgm:constr type="h" for="ch" forName="ParentBackground1" refType="h" fact="0.5319"/>
              <dgm:constr type="r" for="ch" forName="Child1" refType="w" fact="0.9484"/>
              <dgm:constr type="t" for="ch" forName="Child1" refType="h" fact="0.6876"/>
              <dgm:constr type="w" for="ch" forName="Child1" refType="w" fact="0.2177"/>
              <dgm:constr type="h" for="ch" forName="Child1" refType="h" fact="0.3124"/>
            </dgm:constrLst>
          </dgm:if>
          <dgm:if name="Name21" axis="ch" ptType="node" func="cnt" op="equ" val="5">
            <dgm:alg type="composite">
              <dgm:param type="ar" val="3.0325"/>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Parent5" refType="w" fact="0.1566"/>
              <dgm:constr type="t" for="ch" forName="Parent5" refType="h" fact="0.2022"/>
              <dgm:constr type="w" for="ch" forName="Parent5" refType="w" fact="0.1253"/>
              <dgm:constr type="h" for="ch" forName="Parent5" refType="h" fact="0.3799"/>
              <dgm:constr type="r" for="ch" forName="Parent4" refType="w" fact="0.3508"/>
              <dgm:constr type="t" for="ch" forName="Parent4" refType="h" fact="0.2022"/>
              <dgm:constr type="w" for="ch" forName="Parent4" refType="w" fact="0.1253"/>
              <dgm:constr type="h" for="ch" forName="Parent4" refType="h" fact="0.3799"/>
              <dgm:constr type="r" for="ch" forName="Parent3" refType="w" fact="0.545"/>
              <dgm:constr type="t" for="ch" forName="Parent3" refType="h" fact="0.2022"/>
              <dgm:constr type="w" for="ch" forName="Parent3" refType="w" fact="0.1253"/>
              <dgm:constr type="h" for="ch" forName="Parent3" refType="h" fact="0.3799"/>
              <dgm:constr type="r" for="ch" forName="Parent2" refType="w" fact="0.7391"/>
              <dgm:constr type="t" for="ch" forName="Parent2" refType="h" fact="0.2022"/>
              <dgm:constr type="w" for="ch" forName="Parent2" refType="w" fact="0.1253"/>
              <dgm:constr type="h" for="ch" forName="Parent2" refType="h" fact="0.3799"/>
              <dgm:constr type="r" for="ch" forName="Parent1" refType="w" fact="0.9333"/>
              <dgm:constr type="t" for="ch" forName="Parent1" refType="h" fact="0.2022"/>
              <dgm:constr type="w" for="ch" forName="Parent1" refType="w" fact="0.1253"/>
              <dgm:constr type="h" for="ch" forName="Parent1" refType="h" fact="0.3799"/>
              <dgm:constr type="r" for="ch" forName="Accent5" refType="w" fact="0.1879"/>
              <dgm:constr type="t" for="ch" forName="Accent5" refType="h" fact="0.1072"/>
              <dgm:constr type="w" for="ch" forName="Accent5" refType="w" fact="0.1879"/>
              <dgm:constr type="h" for="ch" forName="Accent5" refType="h" fact="0.5699"/>
              <dgm:constr type="r" for="ch" forName="ParentBackground5" refType="w" fact="0.1817"/>
              <dgm:constr type="t" for="ch" forName="ParentBackground5" refType="h" fact="0.1262"/>
              <dgm:constr type="w" for="ch" forName="ParentBackground5" refType="w" fact="0.1754"/>
              <dgm:constr type="h" for="ch" forName="ParentBackground5" refType="h" fact="0.5319"/>
              <dgm:constr type="r" for="ch" forName="Child5" refType="w" fact="0.1817"/>
              <dgm:constr type="t" for="ch" forName="Child5" refType="h" fact="0.6876"/>
              <dgm:constr type="w" for="ch" forName="Child5" refType="w" fact="0.1754"/>
              <dgm:constr type="h" for="ch" forName="Child5" refType="h" fact="0.3124"/>
              <dgm:constr type="r" for="ch" forName="Accent4" refType="w" fact="0.4211"/>
              <dgm:constr type="t" for="ch" forName="Accent4" refType="h" fact="-0.0109"/>
              <dgm:constr type="w" for="ch" forName="Accent4" refType="w" fact="0.2657"/>
              <dgm:constr type="h" for="ch" forName="Accent4" refType="h" fact="0.806"/>
              <dgm:constr type="r" for="ch" forName="ParentBackground4" refType="w" fact="0.3758"/>
              <dgm:constr type="t" for="ch" forName="ParentBackground4" refType="h" fact="0.1262"/>
              <dgm:constr type="w" for="ch" forName="ParentBackground4" refType="w" fact="0.1754"/>
              <dgm:constr type="h" for="ch" forName="ParentBackground4" refType="h" fact="0.5319"/>
              <dgm:constr type="r" for="ch" forName="Child4" refType="w" fact="0.3758"/>
              <dgm:constr type="t" for="ch" forName="Child4" refType="h" fact="0.6876"/>
              <dgm:constr type="w" for="ch" forName="Child4" refType="w" fact="0.1754"/>
              <dgm:constr type="h" for="ch" forName="Child4" refType="h" fact="0.3124"/>
              <dgm:constr type="r" for="ch" forName="Accent3" refType="w" fact="0.6152"/>
              <dgm:constr type="t" for="ch" forName="Accent3" refType="h" fact="-0.0109"/>
              <dgm:constr type="w" for="ch" forName="Accent3" refType="w" fact="0.2657"/>
              <dgm:constr type="h" for="ch" forName="Accent3" refType="h" fact="0.806"/>
              <dgm:constr type="r" for="ch" forName="ParentBackground3" refType="w" fact="0.57"/>
              <dgm:constr type="t" for="ch" forName="ParentBackground3" refType="h" fact="0.1262"/>
              <dgm:constr type="w" for="ch" forName="ParentBackground3" refType="w" fact="0.1754"/>
              <dgm:constr type="h" for="ch" forName="ParentBackground3" refType="h" fact="0.5319"/>
              <dgm:constr type="r" for="ch" forName="Child3" refType="w" fact="0.57"/>
              <dgm:constr type="t" for="ch" forName="Child3" refType="h" fact="0.6876"/>
              <dgm:constr type="w" for="ch" forName="Child3" refType="w" fact="0.1754"/>
              <dgm:constr type="h" for="ch" forName="Child3" refType="h" fact="0.3124"/>
              <dgm:constr type="r" for="ch" forName="Accent2" refType="w" fact="0.8094"/>
              <dgm:constr type="t" for="ch" forName="Accent2" refType="h" fact="-0.0109"/>
              <dgm:constr type="w" for="ch" forName="Accent2" refType="w" fact="0.2657"/>
              <dgm:constr type="h" for="ch" forName="Accent2" refType="h" fact="0.806"/>
              <dgm:constr type="r" for="ch" forName="ParentBackground2" refType="w" fact="0.7642"/>
              <dgm:constr type="t" for="ch" forName="ParentBackground2" refType="h" fact="0.1262"/>
              <dgm:constr type="w" for="ch" forName="ParentBackground2" refType="w" fact="0.1754"/>
              <dgm:constr type="h" for="ch" forName="ParentBackground2" refType="h" fact="0.5319"/>
              <dgm:constr type="r" for="ch" forName="Child2" refType="w" fact="0.7642"/>
              <dgm:constr type="t" for="ch" forName="Child2" refType="h" fact="0.6876"/>
              <dgm:constr type="w" for="ch" forName="Child2" refType="w" fact="0.1754"/>
              <dgm:constr type="h" for="ch" forName="Child2" refType="h" fact="0.3124"/>
              <dgm:constr type="r" for="ch" forName="Accent1" refType="w" fact="1.0036"/>
              <dgm:constr type="t" for="ch" forName="Accent1" refType="h" fact="-0.0109"/>
              <dgm:constr type="w" for="ch" forName="Accent1" refType="w" fact="0.2657"/>
              <dgm:constr type="h" for="ch" forName="Accent1" refType="h" fact="0.806"/>
              <dgm:constr type="r" for="ch" forName="ParentBackground1" refType="w" fact="0.9584"/>
              <dgm:constr type="t" for="ch" forName="ParentBackground1" refType="h" fact="0.1262"/>
              <dgm:constr type="w" for="ch" forName="ParentBackground1" refType="w" fact="0.1754"/>
              <dgm:constr type="h" for="ch" forName="ParentBackground1" refType="h" fact="0.5319"/>
              <dgm:constr type="r" for="ch" forName="Child1" refType="w" fact="0.9584"/>
              <dgm:constr type="t" for="ch" forName="Child1" refType="h" fact="0.6876"/>
              <dgm:constr type="w" for="ch" forName="Child1" refType="w" fact="0.1754"/>
              <dgm:constr type="h" for="ch" forName="Child1" refType="h" fact="0.3124"/>
            </dgm:constrLst>
          </dgm:if>
          <dgm:if name="Name22" axis="ch" ptType="node" func="cnt" op="equ" val="6">
            <dgm:alg type="composite">
              <dgm:param type="ar" val="3.621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r" for="ch" forName="Parent6" refType="w" fact="0.1311"/>
              <dgm:constr type="t" for="ch" forName="Parent6" refType="h" fact="0.2022"/>
              <dgm:constr type="w" for="ch" forName="Parent6" refType="w" fact="0.1049"/>
              <dgm:constr type="h" for="ch" forName="Parent6" refType="h" fact="0.3799"/>
              <dgm:constr type="r" for="ch" forName="Parent5" refType="w" fact="0.2937"/>
              <dgm:constr type="t" for="ch" forName="Parent5" refType="h" fact="0.2022"/>
              <dgm:constr type="w" for="ch" forName="Parent5" refType="w" fact="0.1049"/>
              <dgm:constr type="h" for="ch" forName="Parent5" refType="h" fact="0.3799"/>
              <dgm:constr type="r" for="ch" forName="Parent4" refType="w" fact="0.4563"/>
              <dgm:constr type="t" for="ch" forName="Parent4" refType="h" fact="0.2022"/>
              <dgm:constr type="w" for="ch" forName="Parent4" refType="w" fact="0.1049"/>
              <dgm:constr type="h" for="ch" forName="Parent4" refType="h" fact="0.3799"/>
              <dgm:constr type="r" for="ch" forName="Parent3" refType="w" fact="0.619"/>
              <dgm:constr type="t" for="ch" forName="Parent3" refType="h" fact="0.2022"/>
              <dgm:constr type="w" for="ch" forName="Parent3" refType="w" fact="0.1049"/>
              <dgm:constr type="h" for="ch" forName="Parent3" refType="h" fact="0.3799"/>
              <dgm:constr type="r" for="ch" forName="Parent2" refType="w" fact="0.7816"/>
              <dgm:constr type="t" for="ch" forName="Parent2" refType="h" fact="0.2022"/>
              <dgm:constr type="w" for="ch" forName="Parent2" refType="w" fact="0.1049"/>
              <dgm:constr type="h" for="ch" forName="Parent2" refType="h" fact="0.3799"/>
              <dgm:constr type="r" for="ch" forName="Parent1" refType="w" fact="0.9442"/>
              <dgm:constr type="t" for="ch" forName="Parent1" refType="h" fact="0.2022"/>
              <dgm:constr type="w" for="ch" forName="Parent1" refType="w" fact="0.1049"/>
              <dgm:constr type="h" for="ch" forName="Parent1" refType="h" fact="0.3799"/>
              <dgm:constr type="r" for="ch" forName="Accent6" refType="w" fact="0.1574"/>
              <dgm:constr type="t" for="ch" forName="Accent6" refType="h" fact="0.1072"/>
              <dgm:constr type="w" for="ch" forName="Accent6" refType="w" fact="0.1574"/>
              <dgm:constr type="h" for="ch" forName="Accent6" refType="h" fact="0.5699"/>
              <dgm:constr type="r" for="ch" forName="ParentBackground6" refType="w" fact="0.1521"/>
              <dgm:constr type="t" for="ch" forName="ParentBackground6" refType="h" fact="0.1262"/>
              <dgm:constr type="w" for="ch" forName="ParentBackground6" refType="w" fact="0.1469"/>
              <dgm:constr type="h" for="ch" forName="ParentBackground6" refType="h" fact="0.5319"/>
              <dgm:constr type="r" for="ch" forName="Child6" refType="w" fact="0.1521"/>
              <dgm:constr type="t" for="ch" forName="Child6" refType="h" fact="0.6876"/>
              <dgm:constr type="w" for="ch" forName="Child6" refType="w" fact="0.1469"/>
              <dgm:constr type="h" for="ch" forName="Child6" refType="h" fact="0.3124"/>
              <dgm:constr type="r" for="ch" forName="Accent5" refType="w" fact="0.3526"/>
              <dgm:constr type="t" for="ch" forName="Accent5" refType="h" fact="-0.0109"/>
              <dgm:constr type="w" for="ch" forName="Accent5" refType="w" fact="0.2226"/>
              <dgm:constr type="h" for="ch" forName="Accent5" refType="h" fact="0.806"/>
              <dgm:constr type="r" for="ch" forName="ParentBackground5" refType="w" fact="0.3147"/>
              <dgm:constr type="t" for="ch" forName="ParentBackground5" refType="h" fact="0.1262"/>
              <dgm:constr type="w" for="ch" forName="ParentBackground5" refType="w" fact="0.1469"/>
              <dgm:constr type="h" for="ch" forName="ParentBackground5" refType="h" fact="0.5319"/>
              <dgm:constr type="r" for="ch" forName="Child5" refType="w" fact="0.3147"/>
              <dgm:constr type="t" for="ch" forName="Child5" refType="h" fact="0.6876"/>
              <dgm:constr type="w" for="ch" forName="Child5" refType="w" fact="0.1469"/>
              <dgm:constr type="h" for="ch" forName="Child5" refType="h" fact="0.3124"/>
              <dgm:constr type="r" for="ch" forName="Accent4" refType="w" fact="0.5152"/>
              <dgm:constr type="t" for="ch" forName="Accent4" refType="h" fact="-0.0109"/>
              <dgm:constr type="w" for="ch" forName="Accent4" refType="w" fact="0.2226"/>
              <dgm:constr type="h" for="ch" forName="Accent4" refType="h" fact="0.806"/>
              <dgm:constr type="r" for="ch" forName="ParentBackground4" refType="w" fact="0.4773"/>
              <dgm:constr type="t" for="ch" forName="ParentBackground4" refType="h" fact="0.1262"/>
              <dgm:constr type="w" for="ch" forName="ParentBackground4" refType="w" fact="0.1469"/>
              <dgm:constr type="h" for="ch" forName="ParentBackground4" refType="h" fact="0.5319"/>
              <dgm:constr type="r" for="ch" forName="Child4" refType="w" fact="0.4773"/>
              <dgm:constr type="t" for="ch" forName="Child4" refType="h" fact="0.6876"/>
              <dgm:constr type="w" for="ch" forName="Child4" refType="w" fact="0.1469"/>
              <dgm:constr type="h" for="ch" forName="Child4" refType="h" fact="0.3124"/>
              <dgm:constr type="r" for="ch" forName="Accent3" refType="w" fact="0.6778"/>
              <dgm:constr type="t" for="ch" forName="Accent3" refType="h" fact="-0.0109"/>
              <dgm:constr type="w" for="ch" forName="Accent3" refType="w" fact="0.2226"/>
              <dgm:constr type="h" for="ch" forName="Accent3" refType="h" fact="0.806"/>
              <dgm:constr type="r" for="ch" forName="ParentBackground3" refType="w" fact="0.6399"/>
              <dgm:constr type="t" for="ch" forName="ParentBackground3" refType="h" fact="0.1262"/>
              <dgm:constr type="w" for="ch" forName="ParentBackground3" refType="w" fact="0.1469"/>
              <dgm:constr type="h" for="ch" forName="ParentBackground3" refType="h" fact="0.5319"/>
              <dgm:constr type="r" for="ch" forName="Child3" refType="w" fact="0.6399"/>
              <dgm:constr type="t" for="ch" forName="Child3" refType="h" fact="0.6876"/>
              <dgm:constr type="w" for="ch" forName="Child3" refType="w" fact="0.1469"/>
              <dgm:constr type="h" for="ch" forName="Child3" refType="h" fact="0.3124"/>
              <dgm:constr type="r" for="ch" forName="Accent2" refType="w" fact="0.8404"/>
              <dgm:constr type="t" for="ch" forName="Accent2" refType="h" fact="-0.0109"/>
              <dgm:constr type="w" for="ch" forName="Accent2" refType="w" fact="0.2226"/>
              <dgm:constr type="h" for="ch" forName="Accent2" refType="h" fact="0.806"/>
              <dgm:constr type="r" for="ch" forName="ParentBackground2" refType="w" fact="0.8025"/>
              <dgm:constr type="t" for="ch" forName="ParentBackground2" refType="h" fact="0.1262"/>
              <dgm:constr type="w" for="ch" forName="ParentBackground2" refType="w" fact="0.1469"/>
              <dgm:constr type="h" for="ch" forName="ParentBackground2" refType="h" fact="0.5319"/>
              <dgm:constr type="r" for="ch" forName="Child2" refType="w" fact="0.8025"/>
              <dgm:constr type="t" for="ch" forName="Child2" refType="h" fact="0.6876"/>
              <dgm:constr type="w" for="ch" forName="Child2" refType="w" fact="0.1469"/>
              <dgm:constr type="h" for="ch" forName="Child2" refType="h" fact="0.3124"/>
              <dgm:constr type="r" for="ch" forName="Accent1" refType="w" fact="1.003"/>
              <dgm:constr type="t" for="ch" forName="Accent1" refType="h" fact="-0.0109"/>
              <dgm:constr type="w" for="ch" forName="Accent1" refType="w" fact="0.2226"/>
              <dgm:constr type="h" for="ch" forName="Accent1" refType="h" fact="0.806"/>
              <dgm:constr type="r" for="ch" forName="ParentBackground1" refType="w" fact="0.9652"/>
              <dgm:constr type="t" for="ch" forName="ParentBackground1" refType="h" fact="0.1262"/>
              <dgm:constr type="w" for="ch" forName="ParentBackground1" refType="w" fact="0.1469"/>
              <dgm:constr type="h" for="ch" forName="ParentBackground1" refType="h" fact="0.5319"/>
              <dgm:constr type="r" for="ch" forName="Child1" refType="w" fact="0.9652"/>
              <dgm:constr type="t" for="ch" forName="Child1" refType="h" fact="0.6876"/>
              <dgm:constr type="w" for="ch" forName="Child1" refType="w" fact="0.1469"/>
              <dgm:constr type="h" for="ch" forName="Child1" refType="h" fact="0.3124"/>
            </dgm:constrLst>
          </dgm:if>
          <dgm:if name="Name23" axis="ch" ptType="node" func="cnt" op="equ" val="7">
            <dgm:alg type="composite">
              <dgm:param type="ar" val="4.210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r" for="ch" forName="Parent7" refType="w" fact="0.1128"/>
              <dgm:constr type="t" for="ch" forName="Parent7" refType="h" fact="0.2022"/>
              <dgm:constr type="w" for="ch" forName="Parent7" refType="w" fact="0.0902"/>
              <dgm:constr type="h" for="ch" forName="Parent7" refType="h" fact="0.3799"/>
              <dgm:constr type="r" for="ch" forName="Parent6" refType="w" fact="0.2527"/>
              <dgm:constr type="t" for="ch" forName="Parent6" refType="h" fact="0.2022"/>
              <dgm:constr type="w" for="ch" forName="Parent6" refType="w" fact="0.0902"/>
              <dgm:constr type="h" for="ch" forName="Parent6" refType="h" fact="0.3799"/>
              <dgm:constr type="r" for="ch" forName="Parent5" refType="w" fact="0.3925"/>
              <dgm:constr type="t" for="ch" forName="Parent5" refType="h" fact="0.2022"/>
              <dgm:constr type="w" for="ch" forName="Parent5" refType="w" fact="0.0902"/>
              <dgm:constr type="h" for="ch" forName="Parent5" refType="h" fact="0.3799"/>
              <dgm:constr type="r" for="ch" forName="Parent4" refType="w" fact="0.5324"/>
              <dgm:constr type="t" for="ch" forName="Parent4" refType="h" fact="0.2022"/>
              <dgm:constr type="w" for="ch" forName="Parent4" refType="w" fact="0.0902"/>
              <dgm:constr type="h" for="ch" forName="Parent4" refType="h" fact="0.3799"/>
              <dgm:constr type="r" for="ch" forName="Parent3" refType="w" fact="0.6723"/>
              <dgm:constr type="t" for="ch" forName="Parent3" refType="h" fact="0.2022"/>
              <dgm:constr type="w" for="ch" forName="Parent3" refType="w" fact="0.0902"/>
              <dgm:constr type="h" for="ch" forName="Parent3" refType="h" fact="0.3799"/>
              <dgm:constr type="r" for="ch" forName="Parent2" refType="w" fact="0.8121"/>
              <dgm:constr type="t" for="ch" forName="Parent2" refType="h" fact="0.2022"/>
              <dgm:constr type="w" for="ch" forName="Parent2" refType="w" fact="0.0902"/>
              <dgm:constr type="h" for="ch" forName="Parent2" refType="h" fact="0.3799"/>
              <dgm:constr type="r" for="ch" forName="Parent1" refType="w" fact="0.952"/>
              <dgm:constr type="t" for="ch" forName="Parent1" refType="h" fact="0.2022"/>
              <dgm:constr type="w" for="ch" forName="Parent1" refType="w" fact="0.0902"/>
              <dgm:constr type="h" for="ch" forName="Parent1" refType="h" fact="0.3799"/>
              <dgm:constr type="r" for="ch" forName="Accent7" refType="w" fact="0.1354"/>
              <dgm:constr type="t" for="ch" forName="Accent7" refType="h" fact="0.1072"/>
              <dgm:constr type="w" for="ch" forName="Accent7" refType="w" fact="0.1354"/>
              <dgm:constr type="h" for="ch" forName="Accent7" refType="h" fact="0.5699"/>
              <dgm:constr type="r" for="ch" forName="ParentBackground7" refType="w" fact="0.1308"/>
              <dgm:constr type="t" for="ch" forName="ParentBackground7" refType="h" fact="0.1262"/>
              <dgm:constr type="w" for="ch" forName="ParentBackground7" refType="w" fact="0.1263"/>
              <dgm:constr type="h" for="ch" forName="ParentBackground7" refType="h" fact="0.5319"/>
              <dgm:constr type="r" for="ch" forName="Child7" refType="w" fact="0.1308"/>
              <dgm:constr type="t" for="ch" forName="Child7" refType="h" fact="0.6876"/>
              <dgm:constr type="w" for="ch" forName="Child7" refType="w" fact="0.1263"/>
              <dgm:constr type="h" for="ch" forName="Child7" refType="h" fact="0.3124"/>
              <dgm:constr type="r" for="ch" forName="Accent6" refType="w" fact="0.3033"/>
              <dgm:constr type="t" for="ch" forName="Accent6" refType="h" fact="-0.0109"/>
              <dgm:constr type="w" for="ch" forName="Accent6" refType="w" fact="0.1915"/>
              <dgm:constr type="h" for="ch" forName="Accent6" refType="h" fact="0.806"/>
              <dgm:constr type="r" for="ch" forName="ParentBackground6" refType="w" fact="0.2707"/>
              <dgm:constr type="t" for="ch" forName="ParentBackground6" refType="h" fact="0.1262"/>
              <dgm:constr type="w" for="ch" forName="ParentBackground6" refType="w" fact="0.1263"/>
              <dgm:constr type="h" for="ch" forName="ParentBackground6" refType="h" fact="0.5319"/>
              <dgm:constr type="r" for="ch" forName="Child6" refType="w" fact="0.2707"/>
              <dgm:constr type="t" for="ch" forName="Child6" refType="h" fact="0.6876"/>
              <dgm:constr type="w" for="ch" forName="Child6" refType="w" fact="0.1263"/>
              <dgm:constr type="h" for="ch" forName="Child6" refType="h" fact="0.3124"/>
              <dgm:constr type="r" for="ch" forName="Accent5" refType="w" fact="0.4431"/>
              <dgm:constr type="t" for="ch" forName="Accent5" refType="h" fact="-0.0109"/>
              <dgm:constr type="w" for="ch" forName="Accent5" refType="w" fact="0.1915"/>
              <dgm:constr type="h" for="ch" forName="Accent5" refType="h" fact="0.806"/>
              <dgm:constr type="r" for="ch" forName="ParentBackground5" refType="w" fact="0.4106"/>
              <dgm:constr type="t" for="ch" forName="ParentBackground5" refType="h" fact="0.1262"/>
              <dgm:constr type="w" for="ch" forName="ParentBackground5" refType="w" fact="0.1263"/>
              <dgm:constr type="h" for="ch" forName="ParentBackground5" refType="h" fact="0.5319"/>
              <dgm:constr type="r" for="ch" forName="Child5" refType="w" fact="0.4106"/>
              <dgm:constr type="t" for="ch" forName="Child5" refType="h" fact="0.6876"/>
              <dgm:constr type="w" for="ch" forName="Child5" refType="w" fact="0.1263"/>
              <dgm:constr type="h" for="ch" forName="Child5" refType="h" fact="0.3124"/>
              <dgm:constr type="r" for="ch" forName="Accent4" refType="w" fact="0.583"/>
              <dgm:constr type="t" for="ch" forName="Accent4" refType="h" fact="-0.0109"/>
              <dgm:constr type="w" for="ch" forName="Accent4" refType="w" fact="0.1915"/>
              <dgm:constr type="h" for="ch" forName="Accent4" refType="h" fact="0.806"/>
              <dgm:constr type="r" for="ch" forName="ParentBackground4" refType="w" fact="0.5504"/>
              <dgm:constr type="t" for="ch" forName="ParentBackground4" refType="h" fact="0.1262"/>
              <dgm:constr type="w" for="ch" forName="ParentBackground4" refType="w" fact="0.1263"/>
              <dgm:constr type="h" for="ch" forName="ParentBackground4" refType="h" fact="0.5319"/>
              <dgm:constr type="r" for="ch" forName="Child4" refType="w" fact="0.5504"/>
              <dgm:constr type="t" for="ch" forName="Child4" refType="h" fact="0.6876"/>
              <dgm:constr type="w" for="ch" forName="Child4" refType="w" fact="0.1263"/>
              <dgm:constr type="h" for="ch" forName="Child4" refType="h" fact="0.3124"/>
              <dgm:constr type="r" for="ch" forName="Accent3" refType="w" fact="0.7229"/>
              <dgm:constr type="t" for="ch" forName="Accent3" refType="h" fact="-0.0109"/>
              <dgm:constr type="w" for="ch" forName="Accent3" refType="w" fact="0.1915"/>
              <dgm:constr type="h" for="ch" forName="Accent3" refType="h" fact="0.806"/>
              <dgm:constr type="r" for="ch" forName="ParentBackground3" refType="w" fact="0.6903"/>
              <dgm:constr type="t" for="ch" forName="ParentBackground3" refType="h" fact="0.1262"/>
              <dgm:constr type="w" for="ch" forName="ParentBackground3" refType="w" fact="0.1263"/>
              <dgm:constr type="h" for="ch" forName="ParentBackground3" refType="h" fact="0.5319"/>
              <dgm:constr type="r" for="ch" forName="Child3" refType="w" fact="0.6903"/>
              <dgm:constr type="t" for="ch" forName="Child3" refType="h" fact="0.6876"/>
              <dgm:constr type="w" for="ch" forName="Child3" refType="w" fact="0.1263"/>
              <dgm:constr type="h" for="ch" forName="Child3" refType="h" fact="0.3124"/>
              <dgm:constr type="r" for="ch" forName="Accent2" refType="w" fact="0.8627"/>
              <dgm:constr type="t" for="ch" forName="Accent2" refType="h" fact="-0.0109"/>
              <dgm:constr type="w" for="ch" forName="Accent2" refType="w" fact="0.1915"/>
              <dgm:constr type="h" for="ch" forName="Accent2" refType="h" fact="0.806"/>
              <dgm:constr type="r" for="ch" forName="ParentBackground2" refType="w" fact="0.8302"/>
              <dgm:constr type="t" for="ch" forName="ParentBackground2" refType="h" fact="0.1262"/>
              <dgm:constr type="w" for="ch" forName="ParentBackground2" refType="w" fact="0.1263"/>
              <dgm:constr type="h" for="ch" forName="ParentBackground2" refType="h" fact="0.5319"/>
              <dgm:constr type="r" for="ch" forName="Child2" refType="w" fact="0.8302"/>
              <dgm:constr type="t" for="ch" forName="Child2" refType="h" fact="0.6876"/>
              <dgm:constr type="w" for="ch" forName="Child2" refType="w" fact="0.1263"/>
              <dgm:constr type="h" for="ch" forName="Child2" refType="h" fact="0.3124"/>
              <dgm:constr type="r" for="ch" forName="Accent1" refType="w" fact="1.0026"/>
              <dgm:constr type="t" for="ch" forName="Accent1" refType="h" fact="-0.0109"/>
              <dgm:constr type="w" for="ch" forName="Accent1" refType="w" fact="0.1915"/>
              <dgm:constr type="h" for="ch" forName="Accent1" refType="h" fact="0.806"/>
              <dgm:constr type="r" for="ch" forName="ParentBackground1" refType="w" fact="0.97"/>
              <dgm:constr type="t" for="ch" forName="ParentBackground1" refType="h" fact="0.1262"/>
              <dgm:constr type="w" for="ch" forName="ParentBackground1" refType="w" fact="0.1263"/>
              <dgm:constr type="h" for="ch" forName="ParentBackground1" refType="h" fact="0.5319"/>
              <dgm:constr type="r" for="ch" forName="Child1" refType="w" fact="0.97"/>
              <dgm:constr type="t" for="ch" forName="Child1" refType="h" fact="0.6876"/>
              <dgm:constr type="w" for="ch" forName="Child1" refType="w" fact="0.1263"/>
              <dgm:constr type="h" for="ch" forName="Child1" refType="h" fact="0.3124"/>
            </dgm:constrLst>
          </dgm:if>
          <dgm:if name="Name24" axis="ch" ptType="node" func="cnt" op="equ" val="8">
            <dgm:alg type="composite">
              <dgm:param type="ar" val="4.799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r" for="ch" forName="Parent8" refType="w" fact="0.099"/>
              <dgm:constr type="t" for="ch" forName="Parent8" refType="h" fact="0.2022"/>
              <dgm:constr type="w" for="ch" forName="Parent8" refType="w" fact="0.0792"/>
              <dgm:constr type="h" for="ch" forName="Parent8" refType="h" fact="0.3799"/>
              <dgm:constr type="r" for="ch" forName="Parent7" refType="w" fact="0.2217"/>
              <dgm:constr type="t" for="ch" forName="Parent7" refType="h" fact="0.2022"/>
              <dgm:constr type="w" for="ch" forName="Parent7" refType="w" fact="0.0792"/>
              <dgm:constr type="h" for="ch" forName="Parent7" refType="h" fact="0.3799"/>
              <dgm:constr type="r" for="ch" forName="Parent6" refType="w" fact="0.3444"/>
              <dgm:constr type="t" for="ch" forName="Parent6" refType="h" fact="0.2022"/>
              <dgm:constr type="w" for="ch" forName="Parent6" refType="w" fact="0.0792"/>
              <dgm:constr type="h" for="ch" forName="Parent6" refType="h" fact="0.3799"/>
              <dgm:constr type="r" for="ch" forName="Parent5" refType="w" fact="0.4671"/>
              <dgm:constr type="t" for="ch" forName="Parent5" refType="h" fact="0.2022"/>
              <dgm:constr type="w" for="ch" forName="Parent5" refType="w" fact="0.0792"/>
              <dgm:constr type="h" for="ch" forName="Parent5" refType="h" fact="0.3799"/>
              <dgm:constr type="r" for="ch" forName="Parent4" refType="w" fact="0.5898"/>
              <dgm:constr type="t" for="ch" forName="Parent4" refType="h" fact="0.2022"/>
              <dgm:constr type="w" for="ch" forName="Parent4" refType="w" fact="0.0792"/>
              <dgm:constr type="h" for="ch" forName="Parent4" refType="h" fact="0.3799"/>
              <dgm:constr type="r" for="ch" forName="Parent3" refType="w" fact="0.7125"/>
              <dgm:constr type="t" for="ch" forName="Parent3" refType="h" fact="0.2022"/>
              <dgm:constr type="w" for="ch" forName="Parent3" refType="w" fact="0.0792"/>
              <dgm:constr type="h" for="ch" forName="Parent3" refType="h" fact="0.3799"/>
              <dgm:constr type="r" for="ch" forName="Parent2" refType="w" fact="0.8352"/>
              <dgm:constr type="t" for="ch" forName="Parent2" refType="h" fact="0.2022"/>
              <dgm:constr type="w" for="ch" forName="Parent2" refType="w" fact="0.0792"/>
              <dgm:constr type="h" for="ch" forName="Parent2" refType="h" fact="0.3799"/>
              <dgm:constr type="r" for="ch" forName="Parent1" refType="w" fact="0.9579"/>
              <dgm:constr type="t" for="ch" forName="Parent1" refType="h" fact="0.2022"/>
              <dgm:constr type="w" for="ch" forName="Parent1" refType="w" fact="0.0792"/>
              <dgm:constr type="h" for="ch" forName="Parent1" refType="h" fact="0.3799"/>
              <dgm:constr type="r" for="ch" forName="Accent8" refType="w" fact="0.1187"/>
              <dgm:constr type="t" for="ch" forName="Accent8" refType="h" fact="0.1072"/>
              <dgm:constr type="w" for="ch" forName="Accent8" refType="w" fact="0.1187"/>
              <dgm:constr type="h" for="ch" forName="Accent8" refType="h" fact="0.5699"/>
              <dgm:constr type="r" for="ch" forName="ParentBackground8" refType="w" fact="0.1148"/>
              <dgm:constr type="t" for="ch" forName="ParentBackground8" refType="h" fact="0.1262"/>
              <dgm:constr type="w" for="ch" forName="ParentBackground8" refType="w" fact="0.1108"/>
              <dgm:constr type="h" for="ch" forName="ParentBackground8" refType="h" fact="0.5319"/>
              <dgm:constr type="r" for="ch" forName="Child8" refType="w" fact="0.1148"/>
              <dgm:constr type="t" for="ch" forName="Child8" refType="h" fact="0.6876"/>
              <dgm:constr type="w" for="ch" forName="Child8" refType="w" fact="0.1108"/>
              <dgm:constr type="h" for="ch" forName="Child8" refType="h" fact="0.3124"/>
              <dgm:constr type="r" for="ch" forName="Accent7" refType="w" fact="0.2661"/>
              <dgm:constr type="t" for="ch" forName="Accent7" refType="h" fact="-0.0109"/>
              <dgm:constr type="w" for="ch" forName="Accent7" refType="w" fact="0.1679"/>
              <dgm:constr type="h" for="ch" forName="Accent7" refType="h" fact="0.806"/>
              <dgm:constr type="r" for="ch" forName="ParentBackground7" refType="w" fact="0.2375"/>
              <dgm:constr type="t" for="ch" forName="ParentBackground7" refType="h" fact="0.1262"/>
              <dgm:constr type="w" for="ch" forName="ParentBackground7" refType="w" fact="0.1108"/>
              <dgm:constr type="h" for="ch" forName="ParentBackground7" refType="h" fact="0.5319"/>
              <dgm:constr type="r" for="ch" forName="Child7" refType="w" fact="0.2375"/>
              <dgm:constr type="t" for="ch" forName="Child7" refType="h" fact="0.6876"/>
              <dgm:constr type="w" for="ch" forName="Child7" refType="w" fact="0.1108"/>
              <dgm:constr type="h" for="ch" forName="Child7" refType="h" fact="0.3124"/>
              <dgm:constr type="r" for="ch" forName="Accent6" refType="w" fact="0.3888"/>
              <dgm:constr type="t" for="ch" forName="Accent6" refType="h" fact="-0.0109"/>
              <dgm:constr type="w" for="ch" forName="Accent6" refType="w" fact="0.1679"/>
              <dgm:constr type="h" for="ch" forName="Accent6" refType="h" fact="0.806"/>
              <dgm:constr type="r" for="ch" forName="ParentBackground6" refType="w" fact="0.3602"/>
              <dgm:constr type="t" for="ch" forName="ParentBackground6" refType="h" fact="0.1262"/>
              <dgm:constr type="w" for="ch" forName="ParentBackground6" refType="w" fact="0.1108"/>
              <dgm:constr type="h" for="ch" forName="ParentBackground6" refType="h" fact="0.5319"/>
              <dgm:constr type="r" for="ch" forName="Child6" refType="w" fact="0.3602"/>
              <dgm:constr type="t" for="ch" forName="Child6" refType="h" fact="0.6876"/>
              <dgm:constr type="w" for="ch" forName="Child6" refType="w" fact="0.1108"/>
              <dgm:constr type="h" for="ch" forName="Child6" refType="h" fact="0.3124"/>
              <dgm:constr type="r" for="ch" forName="Accent5" refType="w" fact="0.5115"/>
              <dgm:constr type="t" for="ch" forName="Accent5" refType="h" fact="-0.0109"/>
              <dgm:constr type="w" for="ch" forName="Accent5" refType="w" fact="0.1679"/>
              <dgm:constr type="h" for="ch" forName="Accent5" refType="h" fact="0.806"/>
              <dgm:constr type="r" for="ch" forName="ParentBackground5" refType="w" fact="0.4829"/>
              <dgm:constr type="t" for="ch" forName="ParentBackground5" refType="h" fact="0.1262"/>
              <dgm:constr type="w" for="ch" forName="ParentBackground5" refType="w" fact="0.1108"/>
              <dgm:constr type="h" for="ch" forName="ParentBackground5" refType="h" fact="0.5319"/>
              <dgm:constr type="r" for="ch" forName="Child5" refType="w" fact="0.4829"/>
              <dgm:constr type="t" for="ch" forName="Child5" refType="h" fact="0.6876"/>
              <dgm:constr type="w" for="ch" forName="Child5" refType="w" fact="0.1108"/>
              <dgm:constr type="h" for="ch" forName="Child5" refType="h" fact="0.3124"/>
              <dgm:constr type="r" for="ch" forName="Accent4" refType="w" fact="0.6342"/>
              <dgm:constr type="t" for="ch" forName="Accent4" refType="h" fact="-0.0109"/>
              <dgm:constr type="w" for="ch" forName="Accent4" refType="w" fact="0.1679"/>
              <dgm:constr type="h" for="ch" forName="Accent4" refType="h" fact="0.806"/>
              <dgm:constr type="r" for="ch" forName="ParentBackground4" refType="w" fact="0.6056"/>
              <dgm:constr type="t" for="ch" forName="ParentBackground4" refType="h" fact="0.1262"/>
              <dgm:constr type="w" for="ch" forName="ParentBackground4" refType="w" fact="0.1108"/>
              <dgm:constr type="h" for="ch" forName="ParentBackground4" refType="h" fact="0.5319"/>
              <dgm:constr type="r" for="ch" forName="Child4" refType="w" fact="0.6056"/>
              <dgm:constr type="t" for="ch" forName="Child4" refType="h" fact="0.6876"/>
              <dgm:constr type="w" for="ch" forName="Child4" refType="w" fact="0.1108"/>
              <dgm:constr type="h" for="ch" forName="Child4" refType="h" fact="0.3124"/>
              <dgm:constr type="r" for="ch" forName="Accent3" refType="w" fact="0.7569"/>
              <dgm:constr type="t" for="ch" forName="Accent3" refType="h" fact="-0.0109"/>
              <dgm:constr type="w" for="ch" forName="Accent3" refType="w" fact="0.1679"/>
              <dgm:constr type="h" for="ch" forName="Accent3" refType="h" fact="0.806"/>
              <dgm:constr type="r" for="ch" forName="ParentBackground3" refType="w" fact="0.7283"/>
              <dgm:constr type="t" for="ch" forName="ParentBackground3" refType="h" fact="0.1262"/>
              <dgm:constr type="w" for="ch" forName="ParentBackground3" refType="w" fact="0.1108"/>
              <dgm:constr type="h" for="ch" forName="ParentBackground3" refType="h" fact="0.5319"/>
              <dgm:constr type="r" for="ch" forName="Child3" refType="w" fact="0.7283"/>
              <dgm:constr type="t" for="ch" forName="Child3" refType="h" fact="0.6876"/>
              <dgm:constr type="w" for="ch" forName="Child3" refType="w" fact="0.1108"/>
              <dgm:constr type="h" for="ch" forName="Child3" refType="h" fact="0.3124"/>
              <dgm:constr type="r" for="ch" forName="Accent2" refType="w" fact="0.8796"/>
              <dgm:constr type="t" for="ch" forName="Accent2" refType="h" fact="-0.0109"/>
              <dgm:constr type="w" for="ch" forName="Accent2" refType="w" fact="0.1679"/>
              <dgm:constr type="h" for="ch" forName="Accent2" refType="h" fact="0.806"/>
              <dgm:constr type="r" for="ch" forName="ParentBackground2" refType="w" fact="0.851"/>
              <dgm:constr type="t" for="ch" forName="ParentBackground2" refType="h" fact="0.1262"/>
              <dgm:constr type="w" for="ch" forName="ParentBackground2" refType="w" fact="0.1108"/>
              <dgm:constr type="h" for="ch" forName="ParentBackground2" refType="h" fact="0.5319"/>
              <dgm:constr type="r" for="ch" forName="Child2" refType="w" fact="0.851"/>
              <dgm:constr type="t" for="ch" forName="Child2" refType="h" fact="0.6876"/>
              <dgm:constr type="w" for="ch" forName="Child2" refType="w" fact="0.1108"/>
              <dgm:constr type="h" for="ch" forName="Child2" refType="h" fact="0.3124"/>
              <dgm:constr type="r" for="ch" forName="Accent1" refType="w" fact="1.0023"/>
              <dgm:constr type="t" for="ch" forName="Accent1" refType="h" fact="-0.0109"/>
              <dgm:constr type="w" for="ch" forName="Accent1" refType="w" fact="0.1679"/>
              <dgm:constr type="h" for="ch" forName="Accent1" refType="h" fact="0.806"/>
              <dgm:constr type="r" for="ch" forName="ParentBackground1" refType="w" fact="0.9737"/>
              <dgm:constr type="t" for="ch" forName="ParentBackground1" refType="h" fact="0.1262"/>
              <dgm:constr type="w" for="ch" forName="ParentBackground1" refType="w" fact="0.1108"/>
              <dgm:constr type="h" for="ch" forName="ParentBackground1" refType="h" fact="0.5319"/>
              <dgm:constr type="r" for="ch" forName="Child1" refType="w" fact="0.9737"/>
              <dgm:constr type="t" for="ch" forName="Child1" refType="h" fact="0.6876"/>
              <dgm:constr type="w" for="ch" forName="Child1" refType="w" fact="0.1108"/>
              <dgm:constr type="h" for="ch" forName="Child1" refType="h" fact="0.3124"/>
            </dgm:constrLst>
          </dgm:if>
          <dgm:if name="Name25" axis="ch" ptType="node" func="cnt" op="equ" val="9">
            <dgm:alg type="composite">
              <dgm:param type="ar" val="5.38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r" for="ch" forName="Parent9" refType="w" fact="0.0881"/>
              <dgm:constr type="t" for="ch" forName="Parent9" refType="h" fact="0.2022"/>
              <dgm:constr type="w" for="ch" forName="Parent9" refType="w" fact="0.0705"/>
              <dgm:constr type="h" for="ch" forName="Parent9" refType="h" fact="0.3799"/>
              <dgm:constr type="r" for="ch" forName="Parent8" refType="w" fact="0.1974"/>
              <dgm:constr type="t" for="ch" forName="Parent8" refType="h" fact="0.2022"/>
              <dgm:constr type="w" for="ch" forName="Parent8" refType="w" fact="0.0705"/>
              <dgm:constr type="h" for="ch" forName="Parent8" refType="h" fact="0.3799"/>
              <dgm:constr type="r" for="ch" forName="Parent7" refType="w" fact="0.3067"/>
              <dgm:constr type="t" for="ch" forName="Parent7" refType="h" fact="0.2022"/>
              <dgm:constr type="w" for="ch" forName="Parent7" refType="w" fact="0.0705"/>
              <dgm:constr type="h" for="ch" forName="Parent7" refType="h" fact="0.3799"/>
              <dgm:constr type="r" for="ch" forName="Parent6" refType="w" fact="0.416"/>
              <dgm:constr type="t" for="ch" forName="Parent6" refType="h" fact="0.2022"/>
              <dgm:constr type="w" for="ch" forName="Parent6" refType="w" fact="0.0705"/>
              <dgm:constr type="h" for="ch" forName="Parent6" refType="h" fact="0.3799"/>
              <dgm:constr type="r" for="ch" forName="Parent5" refType="w" fact="0.5253"/>
              <dgm:constr type="t" for="ch" forName="Parent5" refType="h" fact="0.2022"/>
              <dgm:constr type="w" for="ch" forName="Parent5" refType="w" fact="0.0705"/>
              <dgm:constr type="h" for="ch" forName="Parent5" refType="h" fact="0.3799"/>
              <dgm:constr type="r" for="ch" forName="Parent4" refType="w" fact="0.6346"/>
              <dgm:constr type="t" for="ch" forName="Parent4" refType="h" fact="0.2022"/>
              <dgm:constr type="w" for="ch" forName="Parent4" refType="w" fact="0.0705"/>
              <dgm:constr type="h" for="ch" forName="Parent4" refType="h" fact="0.3799"/>
              <dgm:constr type="r" for="ch" forName="Parent3" refType="w" fact="0.7439"/>
              <dgm:constr type="t" for="ch" forName="Parent3" refType="h" fact="0.2022"/>
              <dgm:constr type="w" for="ch" forName="Parent3" refType="w" fact="0.0705"/>
              <dgm:constr type="h" for="ch" forName="Parent3" refType="h" fact="0.3799"/>
              <dgm:constr type="r" for="ch" forName="Parent2" refType="w" fact="0.8532"/>
              <dgm:constr type="t" for="ch" forName="Parent2" refType="h" fact="0.2022"/>
              <dgm:constr type="w" for="ch" forName="Parent2" refType="w" fact="0.0705"/>
              <dgm:constr type="h" for="ch" forName="Parent2" refType="h" fact="0.3799"/>
              <dgm:constr type="r" for="ch" forName="Parent1" refType="w" fact="0.9625"/>
              <dgm:constr type="t" for="ch" forName="Parent1" refType="h" fact="0.2022"/>
              <dgm:constr type="w" for="ch" forName="Parent1" refType="w" fact="0.0705"/>
              <dgm:constr type="h" for="ch" forName="Parent1" refType="h" fact="0.3799"/>
              <dgm:constr type="r" for="ch" forName="Accent9" refType="w" fact="0.1058"/>
              <dgm:constr type="t" for="ch" forName="Accent9" refType="h" fact="0.1072"/>
              <dgm:constr type="w" for="ch" forName="Accent9" refType="w" fact="0.1058"/>
              <dgm:constr type="h" for="ch" forName="Accent9" refType="h" fact="0.5699"/>
              <dgm:constr type="r" for="ch" forName="ParentBackground9" refType="w" fact="0.1022"/>
              <dgm:constr type="t" for="ch" forName="ParentBackground9" refType="h" fact="0.1262"/>
              <dgm:constr type="w" for="ch" forName="ParentBackground9" refType="w" fact="0.0987"/>
              <dgm:constr type="h" for="ch" forName="ParentBackground9" refType="h" fact="0.5319"/>
              <dgm:constr type="r" for="ch" forName="Child9" refType="w" fact="0.1022"/>
              <dgm:constr type="t" for="ch" forName="Child9" refType="h" fact="0.6876"/>
              <dgm:constr type="w" for="ch" forName="Child9" refType="w" fact="0.0987"/>
              <dgm:constr type="h" for="ch" forName="Child9" refType="h" fact="0.3124"/>
              <dgm:constr type="r" for="ch" forName="Accent8" refType="w" fact="0.237"/>
              <dgm:constr type="t" for="ch" forName="Accent8" refType="h" fact="-0.0109"/>
              <dgm:constr type="w" for="ch" forName="Accent8" refType="w" fact="0.1496"/>
              <dgm:constr type="h" for="ch" forName="Accent8" refType="h" fact="0.806"/>
              <dgm:constr type="r" for="ch" forName="ParentBackground8" refType="w" fact="0.2115"/>
              <dgm:constr type="t" for="ch" forName="ParentBackground8" refType="h" fact="0.1262"/>
              <dgm:constr type="w" for="ch" forName="ParentBackground8" refType="w" fact="0.0987"/>
              <dgm:constr type="h" for="ch" forName="ParentBackground8" refType="h" fact="0.5319"/>
              <dgm:constr type="r" for="ch" forName="Child8" refType="w" fact="0.2115"/>
              <dgm:constr type="t" for="ch" forName="Child8" refType="h" fact="0.6876"/>
              <dgm:constr type="w" for="ch" forName="Child8" refType="w" fact="0.0987"/>
              <dgm:constr type="h" for="ch" forName="Child8" refType="h" fact="0.3124"/>
              <dgm:constr type="r" for="ch" forName="Accent7" refType="w" fact="0.3462"/>
              <dgm:constr type="t" for="ch" forName="Accent7" refType="h" fact="-0.0109"/>
              <dgm:constr type="w" for="ch" forName="Accent7" refType="w" fact="0.1496"/>
              <dgm:constr type="h" for="ch" forName="Accent7" refType="h" fact="0.806"/>
              <dgm:constr type="r" for="ch" forName="ParentBackground7" refType="w" fact="0.3208"/>
              <dgm:constr type="t" for="ch" forName="ParentBackground7" refType="h" fact="0.1262"/>
              <dgm:constr type="w" for="ch" forName="ParentBackground7" refType="w" fact="0.0987"/>
              <dgm:constr type="h" for="ch" forName="ParentBackground7" refType="h" fact="0.5319"/>
              <dgm:constr type="r" for="ch" forName="Child7" refType="w" fact="0.3208"/>
              <dgm:constr type="t" for="ch" forName="Child7" refType="h" fact="0.6876"/>
              <dgm:constr type="w" for="ch" forName="Child7" refType="w" fact="0.0987"/>
              <dgm:constr type="h" for="ch" forName="Child7" refType="h" fact="0.3124"/>
              <dgm:constr type="r" for="ch" forName="Accent6" refType="w" fact="0.4555"/>
              <dgm:constr type="t" for="ch" forName="Accent6" refType="h" fact="-0.0109"/>
              <dgm:constr type="w" for="ch" forName="Accent6" refType="w" fact="0.1496"/>
              <dgm:constr type="h" for="ch" forName="Accent6" refType="h" fact="0.806"/>
              <dgm:constr type="r" for="ch" forName="ParentBackground6" refType="w" fact="0.4301"/>
              <dgm:constr type="t" for="ch" forName="ParentBackground6" refType="h" fact="0.1262"/>
              <dgm:constr type="w" for="ch" forName="ParentBackground6" refType="w" fact="0.0987"/>
              <dgm:constr type="h" for="ch" forName="ParentBackground6" refType="h" fact="0.5319"/>
              <dgm:constr type="r" for="ch" forName="Child6" refType="w" fact="0.4301"/>
              <dgm:constr type="t" for="ch" forName="Child6" refType="h" fact="0.6876"/>
              <dgm:constr type="w" for="ch" forName="Child6" refType="w" fact="0.0987"/>
              <dgm:constr type="h" for="ch" forName="Child6" refType="h" fact="0.3124"/>
              <dgm:constr type="r" for="ch" forName="Accent5" refType="w" fact="0.5648"/>
              <dgm:constr type="t" for="ch" forName="Accent5" refType="h" fact="-0.0109"/>
              <dgm:constr type="w" for="ch" forName="Accent5" refType="w" fact="0.1496"/>
              <dgm:constr type="h" for="ch" forName="Accent5" refType="h" fact="0.806"/>
              <dgm:constr type="r" for="ch" forName="ParentBackground5" refType="w" fact="0.5394"/>
              <dgm:constr type="t" for="ch" forName="ParentBackground5" refType="h" fact="0.1262"/>
              <dgm:constr type="w" for="ch" forName="ParentBackground5" refType="w" fact="0.0987"/>
              <dgm:constr type="h" for="ch" forName="ParentBackground5" refType="h" fact="0.5319"/>
              <dgm:constr type="r" for="ch" forName="Child5" refType="w" fact="0.5394"/>
              <dgm:constr type="t" for="ch" forName="Child5" refType="h" fact="0.6876"/>
              <dgm:constr type="w" for="ch" forName="Child5" refType="w" fact="0.0987"/>
              <dgm:constr type="h" for="ch" forName="Child5" refType="h" fact="0.3124"/>
              <dgm:constr type="r" for="ch" forName="Accent4" refType="w" fact="0.6741"/>
              <dgm:constr type="t" for="ch" forName="Accent4" refType="h" fact="-0.0109"/>
              <dgm:constr type="w" for="ch" forName="Accent4" refType="w" fact="0.1496"/>
              <dgm:constr type="h" for="ch" forName="Accent4" refType="h" fact="0.806"/>
              <dgm:constr type="r" for="ch" forName="ParentBackground4" refType="w" fact="0.6487"/>
              <dgm:constr type="t" for="ch" forName="ParentBackground4" refType="h" fact="0.1262"/>
              <dgm:constr type="w" for="ch" forName="ParentBackground4" refType="w" fact="0.0987"/>
              <dgm:constr type="h" for="ch" forName="ParentBackground4" refType="h" fact="0.5319"/>
              <dgm:constr type="r" for="ch" forName="Child4" refType="w" fact="0.6487"/>
              <dgm:constr type="t" for="ch" forName="Child4" refType="h" fact="0.6876"/>
              <dgm:constr type="w" for="ch" forName="Child4" refType="w" fact="0.0987"/>
              <dgm:constr type="h" for="ch" forName="Child4" refType="h" fact="0.3124"/>
              <dgm:constr type="r" for="ch" forName="Accent3" refType="w" fact="0.7834"/>
              <dgm:constr type="t" for="ch" forName="Accent3" refType="h" fact="-0.0109"/>
              <dgm:constr type="w" for="ch" forName="Accent3" refType="w" fact="0.1496"/>
              <dgm:constr type="h" for="ch" forName="Accent3" refType="h" fact="0.806"/>
              <dgm:constr type="r" for="ch" forName="ParentBackground3" refType="w" fact="0.758"/>
              <dgm:constr type="t" for="ch" forName="ParentBackground3" refType="h" fact="0.1262"/>
              <dgm:constr type="w" for="ch" forName="ParentBackground3" refType="w" fact="0.0987"/>
              <dgm:constr type="h" for="ch" forName="ParentBackground3" refType="h" fact="0.5319"/>
              <dgm:constr type="r" for="ch" forName="Child3" refType="w" fact="0.758"/>
              <dgm:constr type="t" for="ch" forName="Child3" refType="h" fact="0.6876"/>
              <dgm:constr type="w" for="ch" forName="Child3" refType="w" fact="0.0987"/>
              <dgm:constr type="h" for="ch" forName="Child3" refType="h" fact="0.3124"/>
              <dgm:constr type="r" for="ch" forName="Accent2" refType="w" fact="0.8927"/>
              <dgm:constr type="t" for="ch" forName="Accent2" refType="h" fact="-0.0109"/>
              <dgm:constr type="w" for="ch" forName="Accent2" refType="w" fact="0.1496"/>
              <dgm:constr type="h" for="ch" forName="Accent2" refType="h" fact="0.806"/>
              <dgm:constr type="r" for="ch" forName="ParentBackground2" refType="w" fact="0.8673"/>
              <dgm:constr type="t" for="ch" forName="ParentBackground2" refType="h" fact="0.1262"/>
              <dgm:constr type="w" for="ch" forName="ParentBackground2" refType="w" fact="0.0987"/>
              <dgm:constr type="h" for="ch" forName="ParentBackground2" refType="h" fact="0.5319"/>
              <dgm:constr type="r" for="ch" forName="Child2" refType="w" fact="0.8673"/>
              <dgm:constr type="t" for="ch" forName="Child2" refType="h" fact="0.6876"/>
              <dgm:constr type="w" for="ch" forName="Child2" refType="w" fact="0.0987"/>
              <dgm:constr type="h" for="ch" forName="Child2" refType="h" fact="0.3124"/>
              <dgm:constr type="r" for="ch" forName="Accent1" refType="w" fact="1.002"/>
              <dgm:constr type="t" for="ch" forName="Accent1" refType="h" fact="-0.0109"/>
              <dgm:constr type="w" for="ch" forName="Accent1" refType="w" fact="0.1496"/>
              <dgm:constr type="h" for="ch" forName="Accent1" refType="h" fact="0.806"/>
              <dgm:constr type="r" for="ch" forName="ParentBackground1" refType="w" fact="0.9765"/>
              <dgm:constr type="t" for="ch" forName="ParentBackground1" refType="h" fact="0.1262"/>
              <dgm:constr type="w" for="ch" forName="ParentBackground1" refType="w" fact="0.0987"/>
              <dgm:constr type="h" for="ch" forName="ParentBackground1" refType="h" fact="0.5319"/>
              <dgm:constr type="r" for="ch" forName="Child1" refType="w" fact="0.9765"/>
              <dgm:constr type="t" for="ch" forName="Child1" refType="h" fact="0.6876"/>
              <dgm:constr type="w" for="ch" forName="Child1" refType="w" fact="0.0987"/>
              <dgm:constr type="h" for="ch" forName="Child1" refType="h" fact="0.3124"/>
            </dgm:constrLst>
          </dgm:if>
          <dgm:if name="Name26" axis="ch" ptType="node" func="cnt" op="equ" val="10">
            <dgm:alg type="composite">
              <dgm:param type="ar" val="5.9769"/>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7"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r" for="ch" forName="Parent10" refType="w" fact="0.0795"/>
              <dgm:constr type="t" for="ch" forName="Parent10" refType="h" fact="0.2022"/>
              <dgm:constr type="w" for="ch" forName="Parent10" refType="w" fact="0.0636"/>
              <dgm:constr type="h" for="ch" forName="Parent10" refType="h" fact="0.3799"/>
              <dgm:constr type="r" for="ch" forName="Parent9" refType="w" fact="0.178"/>
              <dgm:constr type="t" for="ch" forName="Parent9" refType="h" fact="0.2022"/>
              <dgm:constr type="w" for="ch" forName="Parent9" refType="w" fact="0.0636"/>
              <dgm:constr type="h" for="ch" forName="Parent9" refType="h" fact="0.3799"/>
              <dgm:constr type="r" for="ch" forName="Parent8" refType="w" fact="0.2765"/>
              <dgm:constr type="t" for="ch" forName="Parent8" refType="h" fact="0.2022"/>
              <dgm:constr type="w" for="ch" forName="Parent8" refType="w" fact="0.0636"/>
              <dgm:constr type="h" for="ch" forName="Parent8" refType="h" fact="0.3799"/>
              <dgm:constr type="r" for="ch" forName="Parent7" refType="w" fact="0.375"/>
              <dgm:constr type="t" for="ch" forName="Parent7" refType="h" fact="0.2022"/>
              <dgm:constr type="w" for="ch" forName="Parent7" refType="w" fact="0.0636"/>
              <dgm:constr type="h" for="ch" forName="Parent7" refType="h" fact="0.3799"/>
              <dgm:constr type="r" for="ch" forName="Parent6" refType="w" fact="0.4736"/>
              <dgm:constr type="t" for="ch" forName="Parent6" refType="h" fact="0.2022"/>
              <dgm:constr type="w" for="ch" forName="Parent6" refType="w" fact="0.0636"/>
              <dgm:constr type="h" for="ch" forName="Parent6" refType="h" fact="0.3799"/>
              <dgm:constr type="r" for="ch" forName="Parent5" refType="w" fact="0.5721"/>
              <dgm:constr type="t" for="ch" forName="Parent5" refType="h" fact="0.2022"/>
              <dgm:constr type="w" for="ch" forName="Parent5" refType="w" fact="0.0636"/>
              <dgm:constr type="h" for="ch" forName="Parent5" refType="h" fact="0.3799"/>
              <dgm:constr type="r" for="ch" forName="Parent4" refType="w" fact="0.6706"/>
              <dgm:constr type="t" for="ch" forName="Parent4" refType="h" fact="0.2022"/>
              <dgm:constr type="w" for="ch" forName="Parent4" refType="w" fact="0.0636"/>
              <dgm:constr type="h" for="ch" forName="Parent4" refType="h" fact="0.3799"/>
              <dgm:constr type="r" for="ch" forName="Parent3" refType="w" fact="0.7691"/>
              <dgm:constr type="t" for="ch" forName="Parent3" refType="h" fact="0.2022"/>
              <dgm:constr type="w" for="ch" forName="Parent3" refType="w" fact="0.0636"/>
              <dgm:constr type="h" for="ch" forName="Parent3" refType="h" fact="0.3799"/>
              <dgm:constr type="r" for="ch" forName="Parent2" refType="w" fact="0.8676"/>
              <dgm:constr type="t" for="ch" forName="Parent2" refType="h" fact="0.2022"/>
              <dgm:constr type="w" for="ch" forName="Parent2" refType="w" fact="0.0636"/>
              <dgm:constr type="h" for="ch" forName="Parent2" refType="h" fact="0.3799"/>
              <dgm:constr type="r" for="ch" forName="Parent1" refType="w" fact="0.9662"/>
              <dgm:constr type="t" for="ch" forName="Parent1" refType="h" fact="0.2022"/>
              <dgm:constr type="w" for="ch" forName="Parent1" refType="w" fact="0.0636"/>
              <dgm:constr type="h" for="ch" forName="Parent1" refType="h" fact="0.3799"/>
              <dgm:constr type="r" for="ch" forName="Accent10" refType="w" fact="0.0953"/>
              <dgm:constr type="t" for="ch" forName="Accent10" refType="h" fact="0.1072"/>
              <dgm:constr type="w" for="ch" forName="Accent10" refType="w" fact="0.0953"/>
              <dgm:constr type="h" for="ch" forName="Accent10" refType="h" fact="0.5699"/>
              <dgm:constr type="r" for="ch" forName="ParentBackground10" refType="w" fact="0.0922"/>
              <dgm:constr type="t" for="ch" forName="ParentBackground10" refType="h" fact="0.1262"/>
              <dgm:constr type="w" for="ch" forName="ParentBackground10" refType="w" fact="0.089"/>
              <dgm:constr type="h" for="ch" forName="ParentBackground10" refType="h" fact="0.5319"/>
              <dgm:constr type="r" for="ch" forName="Child10" refType="w" fact="0.0922"/>
              <dgm:constr type="t" for="ch" forName="Child10" refType="h" fact="0.6876"/>
              <dgm:constr type="w" for="ch" forName="Child10" refType="w" fact="0.089"/>
              <dgm:constr type="h" for="ch" forName="Child10" refType="h" fact="0.3124"/>
              <dgm:constr type="r" for="ch" forName="Accent9" refType="w" fact="0.2136"/>
              <dgm:constr type="t" for="ch" forName="Accent9" refType="h" fact="-0.0109"/>
              <dgm:constr type="w" for="ch" forName="Accent9" refType="w" fact="0.1348"/>
              <dgm:constr type="h" for="ch" forName="Accent9" refType="h" fact="0.806"/>
              <dgm:constr type="r" for="ch" forName="ParentBackground9" refType="w" fact="0.1907"/>
              <dgm:constr type="t" for="ch" forName="ParentBackground9" refType="h" fact="0.1262"/>
              <dgm:constr type="w" for="ch" forName="ParentBackground9" refType="w" fact="0.089"/>
              <dgm:constr type="h" for="ch" forName="ParentBackground9" refType="h" fact="0.5319"/>
              <dgm:constr type="r" for="ch" forName="Child9" refType="w" fact="0.1907"/>
              <dgm:constr type="t" for="ch" forName="Child9" refType="h" fact="0.6876"/>
              <dgm:constr type="w" for="ch" forName="Child9" refType="w" fact="0.089"/>
              <dgm:constr type="h" for="ch" forName="Child9" refType="h" fact="0.3124"/>
              <dgm:constr type="r" for="ch" forName="Accent8" refType="w" fact="0.3121"/>
              <dgm:constr type="t" for="ch" forName="Accent8" refType="h" fact="-0.0109"/>
              <dgm:constr type="w" for="ch" forName="Accent8" refType="w" fact="0.1348"/>
              <dgm:constr type="h" for="ch" forName="Accent8" refType="h" fact="0.806"/>
              <dgm:constr type="r" for="ch" forName="ParentBackground8" refType="w" fact="0.2892"/>
              <dgm:constr type="t" for="ch" forName="ParentBackground8" refType="h" fact="0.1262"/>
              <dgm:constr type="w" for="ch" forName="ParentBackground8" refType="w" fact="0.089"/>
              <dgm:constr type="h" for="ch" forName="ParentBackground8" refType="h" fact="0.5319"/>
              <dgm:constr type="r" for="ch" forName="Child8" refType="w" fact="0.2892"/>
              <dgm:constr type="t" for="ch" forName="Child8" refType="h" fact="0.6876"/>
              <dgm:constr type="w" for="ch" forName="Child8" refType="w" fact="0.089"/>
              <dgm:constr type="h" for="ch" forName="Child8" refType="h" fact="0.3124"/>
              <dgm:constr type="r" for="ch" forName="Accent7" refType="w" fact="0.4107"/>
              <dgm:constr type="t" for="ch" forName="Accent7" refType="h" fact="-0.0109"/>
              <dgm:constr type="w" for="ch" forName="Accent7" refType="w" fact="0.1348"/>
              <dgm:constr type="h" for="ch" forName="Accent7" refType="h" fact="0.806"/>
              <dgm:constr type="r" for="ch" forName="ParentBackground7" refType="w" fact="0.3877"/>
              <dgm:constr type="t" for="ch" forName="ParentBackground7" refType="h" fact="0.1262"/>
              <dgm:constr type="w" for="ch" forName="ParentBackground7" refType="w" fact="0.089"/>
              <dgm:constr type="h" for="ch" forName="ParentBackground7" refType="h" fact="0.5319"/>
              <dgm:constr type="r" for="ch" forName="Child7" refType="w" fact="0.3877"/>
              <dgm:constr type="t" for="ch" forName="Child7" refType="h" fact="0.6876"/>
              <dgm:constr type="w" for="ch" forName="Child7" refType="w" fact="0.089"/>
              <dgm:constr type="h" for="ch" forName="Child7" refType="h" fact="0.3124"/>
              <dgm:constr type="r" for="ch" forName="Accent6" refType="w" fact="0.5092"/>
              <dgm:constr type="t" for="ch" forName="Accent6" refType="h" fact="-0.0109"/>
              <dgm:constr type="w" for="ch" forName="Accent6" refType="w" fact="0.1348"/>
              <dgm:constr type="h" for="ch" forName="Accent6" refType="h" fact="0.806"/>
              <dgm:constr type="r" for="ch" forName="ParentBackground6" refType="w" fact="0.4863"/>
              <dgm:constr type="t" for="ch" forName="ParentBackground6" refType="h" fact="0.1262"/>
              <dgm:constr type="w" for="ch" forName="ParentBackground6" refType="w" fact="0.089"/>
              <dgm:constr type="h" for="ch" forName="ParentBackground6" refType="h" fact="0.5319"/>
              <dgm:constr type="r" for="ch" forName="Child6" refType="w" fact="0.4863"/>
              <dgm:constr type="t" for="ch" forName="Child6" refType="h" fact="0.6876"/>
              <dgm:constr type="w" for="ch" forName="Child6" refType="w" fact="0.089"/>
              <dgm:constr type="h" for="ch" forName="Child6" refType="h" fact="0.3124"/>
              <dgm:constr type="r" for="ch" forName="Accent5" refType="w" fact="0.6077"/>
              <dgm:constr type="t" for="ch" forName="Accent5" refType="h" fact="-0.0109"/>
              <dgm:constr type="w" for="ch" forName="Accent5" refType="w" fact="0.1348"/>
              <dgm:constr type="h" for="ch" forName="Accent5" refType="h" fact="0.806"/>
              <dgm:constr type="r" for="ch" forName="ParentBackground5" refType="w" fact="0.5848"/>
              <dgm:constr type="t" for="ch" forName="ParentBackground5" refType="h" fact="0.1262"/>
              <dgm:constr type="w" for="ch" forName="ParentBackground5" refType="w" fact="0.089"/>
              <dgm:constr type="h" for="ch" forName="ParentBackground5" refType="h" fact="0.5319"/>
              <dgm:constr type="r" for="ch" forName="Child5" refType="w" fact="0.5848"/>
              <dgm:constr type="t" for="ch" forName="Child5" refType="h" fact="0.6876"/>
              <dgm:constr type="w" for="ch" forName="Child5" refType="w" fact="0.089"/>
              <dgm:constr type="h" for="ch" forName="Child5" refType="h" fact="0.3124"/>
              <dgm:constr type="r" for="ch" forName="Accent4" refType="w" fact="0.7062"/>
              <dgm:constr type="t" for="ch" forName="Accent4" refType="h" fact="-0.0109"/>
              <dgm:constr type="w" for="ch" forName="Accent4" refType="w" fact="0.1348"/>
              <dgm:constr type="h" for="ch" forName="Accent4" refType="h" fact="0.806"/>
              <dgm:constr type="r" for="ch" forName="ParentBackground4" refType="w" fact="0.6833"/>
              <dgm:constr type="t" for="ch" forName="ParentBackground4" refType="h" fact="0.1262"/>
              <dgm:constr type="w" for="ch" forName="ParentBackground4" refType="w" fact="0.089"/>
              <dgm:constr type="h" for="ch" forName="ParentBackground4" refType="h" fact="0.5319"/>
              <dgm:constr type="r" for="ch" forName="Child4" refType="w" fact="0.6833"/>
              <dgm:constr type="t" for="ch" forName="Child4" refType="h" fact="0.6876"/>
              <dgm:constr type="w" for="ch" forName="Child4" refType="w" fact="0.089"/>
              <dgm:constr type="h" for="ch" forName="Child4" refType="h" fact="0.3124"/>
              <dgm:constr type="r" for="ch" forName="Accent3" refType="w" fact="0.8048"/>
              <dgm:constr type="t" for="ch" forName="Accent3" refType="h" fact="-0.0109"/>
              <dgm:constr type="w" for="ch" forName="Accent3" refType="w" fact="0.1348"/>
              <dgm:constr type="h" for="ch" forName="Accent3" refType="h" fact="0.806"/>
              <dgm:constr type="r" for="ch" forName="ParentBackground3" refType="w" fact="0.7818"/>
              <dgm:constr type="t" for="ch" forName="ParentBackground3" refType="h" fact="0.1262"/>
              <dgm:constr type="w" for="ch" forName="ParentBackground3" refType="w" fact="0.089"/>
              <dgm:constr type="h" for="ch" forName="ParentBackground3" refType="h" fact="0.5319"/>
              <dgm:constr type="r" for="ch" forName="Child3" refType="w" fact="0.7818"/>
              <dgm:constr type="t" for="ch" forName="Child3" refType="h" fact="0.6876"/>
              <dgm:constr type="w" for="ch" forName="Child3" refType="w" fact="0.089"/>
              <dgm:constr type="h" for="ch" forName="Child3" refType="h" fact="0.3124"/>
              <dgm:constr type="r" for="ch" forName="Accent2" refType="w" fact="0.9033"/>
              <dgm:constr type="t" for="ch" forName="Accent2" refType="h" fact="-0.0109"/>
              <dgm:constr type="w" for="ch" forName="Accent2" refType="w" fact="0.1348"/>
              <dgm:constr type="h" for="ch" forName="Accent2" refType="h" fact="0.806"/>
              <dgm:constr type="r" for="ch" forName="ParentBackground2" refType="w" fact="0.8804"/>
              <dgm:constr type="t" for="ch" forName="ParentBackground2" refType="h" fact="0.1262"/>
              <dgm:constr type="w" for="ch" forName="ParentBackground2" refType="w" fact="0.089"/>
              <dgm:constr type="h" for="ch" forName="ParentBackground2" refType="h" fact="0.5319"/>
              <dgm:constr type="r" for="ch" forName="Child2" refType="w" fact="0.8804"/>
              <dgm:constr type="t" for="ch" forName="Child2" refType="h" fact="0.6876"/>
              <dgm:constr type="w" for="ch" forName="Child2" refType="w" fact="0.089"/>
              <dgm:constr type="h" for="ch" forName="Child2" refType="h" fact="0.3124"/>
              <dgm:constr type="r" for="ch" forName="Accent1" refType="w" fact="1.0018"/>
              <dgm:constr type="t" for="ch" forName="Accent1" refType="h" fact="-0.0109"/>
              <dgm:constr type="w" for="ch" forName="Accent1" refType="w" fact="0.1348"/>
              <dgm:constr type="h" for="ch" forName="Accent1" refType="h" fact="0.806"/>
              <dgm:constr type="r" for="ch" forName="ParentBackground1" refType="w" fact="0.9789"/>
              <dgm:constr type="t" for="ch" forName="ParentBackground1" refType="h" fact="0.1262"/>
              <dgm:constr type="w" for="ch" forName="ParentBackground1" refType="w" fact="0.089"/>
              <dgm:constr type="h" for="ch" forName="ParentBackground1" refType="h" fact="0.5319"/>
              <dgm:constr type="r" for="ch" forName="Child1" refType="w" fact="0.9789"/>
              <dgm:constr type="t" for="ch" forName="Child1" refType="h" fact="0.6876"/>
              <dgm:constr type="w" for="ch" forName="Child1" refType="w" fact="0.089"/>
              <dgm:constr type="h" for="ch" forName="Child1" refType="h" fact="0.3124"/>
            </dgm:constrLst>
          </dgm:if>
          <dgm:else name="Name27">
            <dgm:alg type="composite">
              <dgm:param type="ar" val="6.5658"/>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8" refType="primFontSz" refFor="des" refForName="Parent1" op="lte"/>
              <dgm:constr type="primFontSz" for="des" forName="Child9" refType="primFontSz" refFor="des" refForName="Parent1" op="lte"/>
              <dgm:constr type="primFontSz" for="des" forName="Child10" refType="primFontSz" refFor="des" refForName="Parent1" op="lte"/>
              <dgm:constr type="primFontSz" for="des" forName="Child11"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8" refType="primFontSz" refFor="des" refForName="Parent2" op="lte"/>
              <dgm:constr type="primFontSz" for="des" forName="Child9" refType="primFontSz" refFor="des" refForName="Parent2" op="lte"/>
              <dgm:constr type="primFontSz" for="des" forName="Child10" refType="primFontSz" refFor="des" refForName="Parent2" op="lte"/>
              <dgm:constr type="primFontSz" for="des" forName="Child11"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8" refType="primFontSz" refFor="des" refForName="Parent3" op="lte"/>
              <dgm:constr type="primFontSz" for="des" forName="Child9" refType="primFontSz" refFor="des" refForName="Parent3" op="lte"/>
              <dgm:constr type="primFontSz" for="des" forName="Child10" refType="primFontSz" refFor="des" refForName="Parent3" op="lte"/>
              <dgm:constr type="primFontSz" for="des" forName="Child11"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8" refType="primFontSz" refFor="des" refForName="Parent4" op="lte"/>
              <dgm:constr type="primFontSz" for="des" forName="Child9" refType="primFontSz" refFor="des" refForName="Parent4" op="lte"/>
              <dgm:constr type="primFontSz" for="des" forName="Child10" refType="primFontSz" refFor="des" refForName="Parent4" op="lte"/>
              <dgm:constr type="primFontSz" for="des" forName="Child11"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8" refType="primFontSz" refFor="des" refForName="Parent5" op="lte"/>
              <dgm:constr type="primFontSz" for="des" forName="Child9" refType="primFontSz" refFor="des" refForName="Parent5" op="lte"/>
              <dgm:constr type="primFontSz" for="des" forName="Child10" refType="primFontSz" refFor="des" refForName="Parent5" op="lte"/>
              <dgm:constr type="primFontSz" for="des" forName="Child11"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8" refType="primFontSz" refFor="des" refForName="Parent6" op="lte"/>
              <dgm:constr type="primFontSz" for="des" forName="Child9" refType="primFontSz" refFor="des" refForName="Parent6" op="lte"/>
              <dgm:constr type="primFontSz" for="des" forName="Child10" refType="primFontSz" refFor="des" refForName="Parent6" op="lte"/>
              <dgm:constr type="primFontSz" for="des" forName="Child11"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Child8" refType="primFontSz" refFor="des" refForName="Parent7" op="lte"/>
              <dgm:constr type="primFontSz" for="des" forName="Child9" refType="primFontSz" refFor="des" refForName="Parent7" op="lte"/>
              <dgm:constr type="primFontSz" for="des" forName="Child10" refType="primFontSz" refFor="des" refForName="Parent7" op="lte"/>
              <dgm:constr type="primFontSz" for="des" forName="Child11" refType="primFontSz" refFor="des" refForName="Parent7" op="lte"/>
              <dgm:constr type="primFontSz" for="des" forName="Child1" refType="primFontSz" refFor="des" refForName="Parent8" op="lte"/>
              <dgm:constr type="primFontSz" for="des" forName="Child2" refType="primFontSz" refFor="des" refForName="Parent8" op="lte"/>
              <dgm:constr type="primFontSz" for="des" forName="Child3" refType="primFontSz" refFor="des" refForName="Parent8" op="lte"/>
              <dgm:constr type="primFontSz" for="des" forName="Child4" refType="primFontSz" refFor="des" refForName="Parent8" op="lte"/>
              <dgm:constr type="primFontSz" for="des" forName="Child5" refType="primFontSz" refFor="des" refForName="Parent8" op="lte"/>
              <dgm:constr type="primFontSz" for="des" forName="Child6" refType="primFontSz" refFor="des" refForName="Parent8" op="lte"/>
              <dgm:constr type="primFontSz" for="des" forName="Child7" refType="primFontSz" refFor="des" refForName="Parent8" op="lte"/>
              <dgm:constr type="primFontSz" for="des" forName="Child8" refType="primFontSz" refFor="des" refForName="Parent8" op="lte"/>
              <dgm:constr type="primFontSz" for="des" forName="Child9" refType="primFontSz" refFor="des" refForName="Parent8" op="lte"/>
              <dgm:constr type="primFontSz" for="des" forName="Child10" refType="primFontSz" refFor="des" refForName="Parent8" op="lte"/>
              <dgm:constr type="primFontSz" for="des" forName="Child11" refType="primFontSz" refFor="des" refForName="Parent8" op="lte"/>
              <dgm:constr type="primFontSz" for="des" forName="Child1" refType="primFontSz" refFor="des" refForName="Parent9" op="lte"/>
              <dgm:constr type="primFontSz" for="des" forName="Child2" refType="primFontSz" refFor="des" refForName="Parent9" op="lte"/>
              <dgm:constr type="primFontSz" for="des" forName="Child3" refType="primFontSz" refFor="des" refForName="Parent9" op="lte"/>
              <dgm:constr type="primFontSz" for="des" forName="Child4" refType="primFontSz" refFor="des" refForName="Parent9" op="lte"/>
              <dgm:constr type="primFontSz" for="des" forName="Child5" refType="primFontSz" refFor="des" refForName="Parent9" op="lte"/>
              <dgm:constr type="primFontSz" for="des" forName="Child6" refType="primFontSz" refFor="des" refForName="Parent9" op="lte"/>
              <dgm:constr type="primFontSz" for="des" forName="Child7" refType="primFontSz" refFor="des" refForName="Parent9" op="lte"/>
              <dgm:constr type="primFontSz" for="des" forName="Child8" refType="primFontSz" refFor="des" refForName="Parent9" op="lte"/>
              <dgm:constr type="primFontSz" for="des" forName="Child9" refType="primFontSz" refFor="des" refForName="Parent9" op="lte"/>
              <dgm:constr type="primFontSz" for="des" forName="Child10" refType="primFontSz" refFor="des" refForName="Parent9" op="lte"/>
              <dgm:constr type="primFontSz" for="des" forName="Child11" refType="primFontSz" refFor="des" refForName="Parent9" op="lte"/>
              <dgm:constr type="primFontSz" for="des" forName="Child1" refType="primFontSz" refFor="des" refForName="Parent10" op="lte"/>
              <dgm:constr type="primFontSz" for="des" forName="Child2" refType="primFontSz" refFor="des" refForName="Parent10" op="lte"/>
              <dgm:constr type="primFontSz" for="des" forName="Child3" refType="primFontSz" refFor="des" refForName="Parent10" op="lte"/>
              <dgm:constr type="primFontSz" for="des" forName="Child4" refType="primFontSz" refFor="des" refForName="Parent10" op="lte"/>
              <dgm:constr type="primFontSz" for="des" forName="Child5" refType="primFontSz" refFor="des" refForName="Parent10" op="lte"/>
              <dgm:constr type="primFontSz" for="des" forName="Child6" refType="primFontSz" refFor="des" refForName="Parent10" op="lte"/>
              <dgm:constr type="primFontSz" for="des" forName="Child7" refType="primFontSz" refFor="des" refForName="Parent10" op="lte"/>
              <dgm:constr type="primFontSz" for="des" forName="Child8" refType="primFontSz" refFor="des" refForName="Parent10" op="lte"/>
              <dgm:constr type="primFontSz" for="des" forName="Child9" refType="primFontSz" refFor="des" refForName="Parent10" op="lte"/>
              <dgm:constr type="primFontSz" for="des" forName="Child10" refType="primFontSz" refFor="des" refForName="Parent10" op="lte"/>
              <dgm:constr type="primFontSz" for="des" forName="Child11" refType="primFontSz" refFor="des" refForName="Parent10" op="lte"/>
              <dgm:constr type="primFontSz" for="des" forName="Child1" refType="primFontSz" refFor="des" refForName="Parent11" op="lte"/>
              <dgm:constr type="primFontSz" for="des" forName="Child2" refType="primFontSz" refFor="des" refForName="Parent11" op="lte"/>
              <dgm:constr type="primFontSz" for="des" forName="Child3" refType="primFontSz" refFor="des" refForName="Parent11" op="lte"/>
              <dgm:constr type="primFontSz" for="des" forName="Child4" refType="primFontSz" refFor="des" refForName="Parent11" op="lte"/>
              <dgm:constr type="primFontSz" for="des" forName="Child5" refType="primFontSz" refFor="des" refForName="Parent11" op="lte"/>
              <dgm:constr type="primFontSz" for="des" forName="Child6" refType="primFontSz" refFor="des" refForName="Parent11" op="lte"/>
              <dgm:constr type="primFontSz" for="des" forName="Child7" refType="primFontSz" refFor="des" refForName="Parent11" op="lte"/>
              <dgm:constr type="primFontSz" for="des" forName="Child8" refType="primFontSz" refFor="des" refForName="Parent11" op="lte"/>
              <dgm:constr type="primFontSz" for="des" forName="Child9" refType="primFontSz" refFor="des" refForName="Parent11" op="lte"/>
              <dgm:constr type="primFontSz" for="des" forName="Child10" refType="primFontSz" refFor="des" refForName="Parent11" op="lte"/>
              <dgm:constr type="primFontSz" for="des" forName="Child11" refType="primFontSz" refFor="des" refForName="Parent11"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Parent8" refType="primFontSz" refFor="des" refForName="Parent1" op="equ"/>
              <dgm:constr type="primFontSz" for="des" forName="Parent9" refType="primFontSz" refFor="des" refForName="Parent1" op="equ"/>
              <dgm:constr type="primFontSz" for="des" forName="Parent10" refType="primFontSz" refFor="des" refForName="Parent1" op="equ"/>
              <dgm:constr type="primFontSz" for="des" forName="Parent11"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forName="Child8" refType="primFontSz" refFor="des" refForName="Child1" op="equ"/>
              <dgm:constr type="primFontSz" for="des" forName="Child9" refType="primFontSz" refFor="des" refForName="Child1" op="equ"/>
              <dgm:constr type="primFontSz" for="des" forName="Child10" refType="primFontSz" refFor="des" refForName="Child1" op="equ"/>
              <dgm:constr type="primFontSz" for="des" forName="Child11" refType="primFontSz" refFor="des" refForName="Child1" op="equ"/>
              <dgm:constr type="r" for="ch" forName="Parent11" refType="w" fact="0.0723"/>
              <dgm:constr type="t" for="ch" forName="Parent11" refType="h" fact="0.2022"/>
              <dgm:constr type="w" for="ch" forName="Parent11" refType="w" fact="0.0579"/>
              <dgm:constr type="h" for="ch" forName="Parent11" refType="h" fact="0.3799"/>
              <dgm:constr type="r" for="ch" forName="Parent10" refType="w" fact="0.162"/>
              <dgm:constr type="t" for="ch" forName="Parent10" refType="h" fact="0.2022"/>
              <dgm:constr type="w" for="ch" forName="Parent10" refType="w" fact="0.0579"/>
              <dgm:constr type="h" for="ch" forName="Parent10" refType="h" fact="0.3799"/>
              <dgm:constr type="r" for="ch" forName="Parent9" refType="w" fact="0.2517"/>
              <dgm:constr type="t" for="ch" forName="Parent9" refType="h" fact="0.2022"/>
              <dgm:constr type="w" for="ch" forName="Parent9" refType="w" fact="0.0579"/>
              <dgm:constr type="h" for="ch" forName="Parent9" refType="h" fact="0.3799"/>
              <dgm:constr type="r" for="ch" forName="Parent8" refType="w" fact="0.3414"/>
              <dgm:constr type="t" for="ch" forName="Parent8" refType="h" fact="0.2022"/>
              <dgm:constr type="w" for="ch" forName="Parent8" refType="w" fact="0.0579"/>
              <dgm:constr type="h" for="ch" forName="Parent8" refType="h" fact="0.3799"/>
              <dgm:constr type="r" for="ch" forName="Parent7" refType="w" fact="0.4311"/>
              <dgm:constr type="t" for="ch" forName="Parent7" refType="h" fact="0.2022"/>
              <dgm:constr type="w" for="ch" forName="Parent7" refType="w" fact="0.0579"/>
              <dgm:constr type="h" for="ch" forName="Parent7" refType="h" fact="0.3799"/>
              <dgm:constr type="r" for="ch" forName="Parent6" refType="w" fact="0.5208"/>
              <dgm:constr type="t" for="ch" forName="Parent6" refType="h" fact="0.2022"/>
              <dgm:constr type="w" for="ch" forName="Parent6" refType="w" fact="0.0579"/>
              <dgm:constr type="h" for="ch" forName="Parent6" refType="h" fact="0.3799"/>
              <dgm:constr type="r" for="ch" forName="Parent5" refType="w" fact="0.6105"/>
              <dgm:constr type="t" for="ch" forName="Parent5" refType="h" fact="0.2022"/>
              <dgm:constr type="w" for="ch" forName="Parent5" refType="w" fact="0.0579"/>
              <dgm:constr type="h" for="ch" forName="Parent5" refType="h" fact="0.3799"/>
              <dgm:constr type="r" for="ch" forName="Parent4" refType="w" fact="0.7001"/>
              <dgm:constr type="t" for="ch" forName="Parent4" refType="h" fact="0.2022"/>
              <dgm:constr type="w" for="ch" forName="Parent4" refType="w" fact="0.0579"/>
              <dgm:constr type="h" for="ch" forName="Parent4" refType="h" fact="0.3799"/>
              <dgm:constr type="r" for="ch" forName="Parent3" refType="w" fact="0.7898"/>
              <dgm:constr type="t" for="ch" forName="Parent3" refType="h" fact="0.2022"/>
              <dgm:constr type="w" for="ch" forName="Parent3" refType="w" fact="0.0579"/>
              <dgm:constr type="h" for="ch" forName="Parent3" refType="h" fact="0.3799"/>
              <dgm:constr type="r" for="ch" forName="Parent2" refType="w" fact="0.8795"/>
              <dgm:constr type="t" for="ch" forName="Parent2" refType="h" fact="0.2022"/>
              <dgm:constr type="w" for="ch" forName="Parent2" refType="w" fact="0.0579"/>
              <dgm:constr type="h" for="ch" forName="Parent2" refType="h" fact="0.3799"/>
              <dgm:constr type="r" for="ch" forName="Parent1" refType="w" fact="0.9692"/>
              <dgm:constr type="t" for="ch" forName="Parent1" refType="h" fact="0.2022"/>
              <dgm:constr type="w" for="ch" forName="Parent1" refType="w" fact="0.0579"/>
              <dgm:constr type="h" for="ch" forName="Parent1" refType="h" fact="0.3799"/>
              <dgm:constr type="r" for="ch" forName="Accent11" refType="w" fact="0.0868"/>
              <dgm:constr type="t" for="ch" forName="Accent11" refType="h" fact="0.1072"/>
              <dgm:constr type="w" for="ch" forName="Accent11" refType="w" fact="0.0868"/>
              <dgm:constr type="h" for="ch" forName="Accent11" refType="h" fact="0.5699"/>
              <dgm:constr type="r" for="ch" forName="ParentBackground11" refType="w" fact="0.0839"/>
              <dgm:constr type="t" for="ch" forName="ParentBackground11" refType="h" fact="0.1262"/>
              <dgm:constr type="w" for="ch" forName="ParentBackground11" refType="w" fact="0.081"/>
              <dgm:constr type="h" for="ch" forName="ParentBackground11" refType="h" fact="0.5319"/>
              <dgm:constr type="r" for="ch" forName="Child11" refType="w" fact="0.0839"/>
              <dgm:constr type="t" for="ch" forName="Child11" refType="h" fact="0.6876"/>
              <dgm:constr type="w" for="ch" forName="Child11" refType="w" fact="0.081"/>
              <dgm:constr type="h" for="ch" forName="Child11" refType="h" fact="0.3124"/>
              <dgm:constr type="r" for="ch" forName="Accent10" refType="w" fact="0.1945"/>
              <dgm:constr type="t" for="ch" forName="Accent10" refType="h" fact="-0.0109"/>
              <dgm:constr type="w" for="ch" forName="Accent10" refType="w" fact="0.1228"/>
              <dgm:constr type="h" for="ch" forName="Accent10" refType="h" fact="0.806"/>
              <dgm:constr type="r" for="ch" forName="ParentBackground10" refType="w" fact="0.1736"/>
              <dgm:constr type="t" for="ch" forName="ParentBackground10" refType="h" fact="0.1262"/>
              <dgm:constr type="w" for="ch" forName="ParentBackground10" refType="w" fact="0.081"/>
              <dgm:constr type="h" for="ch" forName="ParentBackground10" refType="h" fact="0.5319"/>
              <dgm:constr type="r" for="ch" forName="Child10" refType="w" fact="0.1736"/>
              <dgm:constr type="t" for="ch" forName="Child10" refType="h" fact="0.6876"/>
              <dgm:constr type="w" for="ch" forName="Child10" refType="w" fact="0.081"/>
              <dgm:constr type="h" for="ch" forName="Child10" refType="h" fact="0.3124"/>
              <dgm:constr type="r" for="ch" forName="Accent9" refType="w" fact="0.2842"/>
              <dgm:constr type="t" for="ch" forName="Accent9" refType="h" fact="-0.0109"/>
              <dgm:constr type="w" for="ch" forName="Accent9" refType="w" fact="0.1228"/>
              <dgm:constr type="h" for="ch" forName="Accent9" refType="h" fact="0.806"/>
              <dgm:constr type="r" for="ch" forName="ParentBackground9" refType="w" fact="0.2633"/>
              <dgm:constr type="t" for="ch" forName="ParentBackground9" refType="h" fact="0.1262"/>
              <dgm:constr type="w" for="ch" forName="ParentBackground9" refType="w" fact="0.081"/>
              <dgm:constr type="h" for="ch" forName="ParentBackground9" refType="h" fact="0.5319"/>
              <dgm:constr type="r" for="ch" forName="Child9" refType="w" fact="0.2633"/>
              <dgm:constr type="t" for="ch" forName="Child9" refType="h" fact="0.6876"/>
              <dgm:constr type="w" for="ch" forName="Child9" refType="w" fact="0.081"/>
              <dgm:constr type="h" for="ch" forName="Child9" refType="h" fact="0.3124"/>
              <dgm:constr type="r" for="ch" forName="Accent8" refType="w" fact="0.3739"/>
              <dgm:constr type="t" for="ch" forName="Accent8" refType="h" fact="-0.0109"/>
              <dgm:constr type="w" for="ch" forName="Accent8" refType="w" fact="0.1228"/>
              <dgm:constr type="h" for="ch" forName="Accent8" refType="h" fact="0.806"/>
              <dgm:constr type="r" for="ch" forName="ParentBackground8" refType="w" fact="0.353"/>
              <dgm:constr type="t" for="ch" forName="ParentBackground8" refType="h" fact="0.1262"/>
              <dgm:constr type="w" for="ch" forName="ParentBackground8" refType="w" fact="0.081"/>
              <dgm:constr type="h" for="ch" forName="ParentBackground8" refType="h" fact="0.5319"/>
              <dgm:constr type="r" for="ch" forName="Child8" refType="w" fact="0.353"/>
              <dgm:constr type="t" for="ch" forName="Child8" refType="h" fact="0.6876"/>
              <dgm:constr type="w" for="ch" forName="Child8" refType="w" fact="0.081"/>
              <dgm:constr type="h" for="ch" forName="Child8" refType="h" fact="0.3124"/>
              <dgm:constr type="r" for="ch" forName="Accent7" refType="w" fact="0.4636"/>
              <dgm:constr type="t" for="ch" forName="Accent7" refType="h" fact="-0.0109"/>
              <dgm:constr type="w" for="ch" forName="Accent7" refType="w" fact="0.1228"/>
              <dgm:constr type="h" for="ch" forName="Accent7" refType="h" fact="0.806"/>
              <dgm:constr type="r" for="ch" forName="ParentBackground7" refType="w" fact="0.4427"/>
              <dgm:constr type="t" for="ch" forName="ParentBackground7" refType="h" fact="0.1262"/>
              <dgm:constr type="w" for="ch" forName="ParentBackground7" refType="w" fact="0.081"/>
              <dgm:constr type="h" for="ch" forName="ParentBackground7" refType="h" fact="0.5319"/>
              <dgm:constr type="r" for="ch" forName="Child7" refType="w" fact="0.4427"/>
              <dgm:constr type="t" for="ch" forName="Child7" refType="h" fact="0.6876"/>
              <dgm:constr type="w" for="ch" forName="Child7" refType="w" fact="0.081"/>
              <dgm:constr type="h" for="ch" forName="Child7" refType="h" fact="0.3124"/>
              <dgm:constr type="r" for="ch" forName="Accent6" refType="w" fact="0.5533"/>
              <dgm:constr type="t" for="ch" forName="Accent6" refType="h" fact="-0.0109"/>
              <dgm:constr type="w" for="ch" forName="Accent6" refType="w" fact="0.1228"/>
              <dgm:constr type="h" for="ch" forName="Accent6" refType="h" fact="0.806"/>
              <dgm:constr type="r" for="ch" forName="ParentBackground6" refType="w" fact="0.5323"/>
              <dgm:constr type="t" for="ch" forName="ParentBackground6" refType="h" fact="0.1262"/>
              <dgm:constr type="w" for="ch" forName="ParentBackground6" refType="w" fact="0.081"/>
              <dgm:constr type="h" for="ch" forName="ParentBackground6" refType="h" fact="0.5319"/>
              <dgm:constr type="r" for="ch" forName="Child6" refType="w" fact="0.5323"/>
              <dgm:constr type="t" for="ch" forName="Child6" refType="h" fact="0.6876"/>
              <dgm:constr type="w" for="ch" forName="Child6" refType="w" fact="0.081"/>
              <dgm:constr type="h" for="ch" forName="Child6" refType="h" fact="0.3124"/>
              <dgm:constr type="r" for="ch" forName="Accent5" refType="w" fact="0.6429"/>
              <dgm:constr type="t" for="ch" forName="Accent5" refType="h" fact="-0.0109"/>
              <dgm:constr type="w" for="ch" forName="Accent5" refType="w" fact="0.1228"/>
              <dgm:constr type="h" for="ch" forName="Accent5" refType="h" fact="0.806"/>
              <dgm:constr type="r" for="ch" forName="ParentBackground5" refType="w" fact="0.622"/>
              <dgm:constr type="t" for="ch" forName="ParentBackground5" refType="h" fact="0.1262"/>
              <dgm:constr type="w" for="ch" forName="ParentBackground5" refType="w" fact="0.081"/>
              <dgm:constr type="h" for="ch" forName="ParentBackground5" refType="h" fact="0.5319"/>
              <dgm:constr type="r" for="ch" forName="Child5" refType="w" fact="0.622"/>
              <dgm:constr type="t" for="ch" forName="Child5" refType="h" fact="0.6876"/>
              <dgm:constr type="w" for="ch" forName="Child5" refType="w" fact="0.081"/>
              <dgm:constr type="h" for="ch" forName="Child5" refType="h" fact="0.3124"/>
              <dgm:constr type="r" for="ch" forName="Accent4" refType="w" fact="0.7326"/>
              <dgm:constr type="t" for="ch" forName="Accent4" refType="h" fact="-0.0109"/>
              <dgm:constr type="w" for="ch" forName="Accent4" refType="w" fact="0.1228"/>
              <dgm:constr type="h" for="ch" forName="Accent4" refType="h" fact="0.806"/>
              <dgm:constr type="r" for="ch" forName="ParentBackground4" refType="w" fact="0.7117"/>
              <dgm:constr type="t" for="ch" forName="ParentBackground4" refType="h" fact="0.1262"/>
              <dgm:constr type="w" for="ch" forName="ParentBackground4" refType="w" fact="0.081"/>
              <dgm:constr type="h" for="ch" forName="ParentBackground4" refType="h" fact="0.5319"/>
              <dgm:constr type="r" for="ch" forName="Child4" refType="w" fact="0.7117"/>
              <dgm:constr type="t" for="ch" forName="Child4" refType="h" fact="0.6876"/>
              <dgm:constr type="w" for="ch" forName="Child4" refType="w" fact="0.081"/>
              <dgm:constr type="h" for="ch" forName="Child4" refType="h" fact="0.3124"/>
              <dgm:constr type="r" for="ch" forName="Accent3" refType="w" fact="0.8223"/>
              <dgm:constr type="t" for="ch" forName="Accent3" refType="h" fact="-0.0109"/>
              <dgm:constr type="w" for="ch" forName="Accent3" refType="w" fact="0.1228"/>
              <dgm:constr type="h" for="ch" forName="Accent3" refType="h" fact="0.806"/>
              <dgm:constr type="r" for="ch" forName="ParentBackground3" refType="w" fact="0.8014"/>
              <dgm:constr type="t" for="ch" forName="ParentBackground3" refType="h" fact="0.1262"/>
              <dgm:constr type="w" for="ch" forName="ParentBackground3" refType="w" fact="0.081"/>
              <dgm:constr type="h" for="ch" forName="ParentBackground3" refType="h" fact="0.5319"/>
              <dgm:constr type="r" for="ch" forName="Child3" refType="w" fact="0.8014"/>
              <dgm:constr type="t" for="ch" forName="Child3" refType="h" fact="0.6876"/>
              <dgm:constr type="w" for="ch" forName="Child3" refType="w" fact="0.081"/>
              <dgm:constr type="h" for="ch" forName="Child3" refType="h" fact="0.3124"/>
              <dgm:constr type="r" for="ch" forName="Accent2" refType="w" fact="0.912"/>
              <dgm:constr type="t" for="ch" forName="Accent2" refType="h" fact="-0.0109"/>
              <dgm:constr type="w" for="ch" forName="Accent2" refType="w" fact="0.1228"/>
              <dgm:constr type="h" for="ch" forName="Accent2" refType="h" fact="0.806"/>
              <dgm:constr type="r" for="ch" forName="ParentBackground2" refType="w" fact="0.8911"/>
              <dgm:constr type="t" for="ch" forName="ParentBackground2" refType="h" fact="0.1262"/>
              <dgm:constr type="w" for="ch" forName="ParentBackground2" refType="w" fact="0.081"/>
              <dgm:constr type="h" for="ch" forName="ParentBackground2" refType="h" fact="0.5319"/>
              <dgm:constr type="r" for="ch" forName="Child2" refType="w" fact="0.8911"/>
              <dgm:constr type="t" for="ch" forName="Child2" refType="h" fact="0.6876"/>
              <dgm:constr type="w" for="ch" forName="Child2" refType="w" fact="0.081"/>
              <dgm:constr type="h" for="ch" forName="Child2" refType="h" fact="0.3124"/>
              <dgm:constr type="r" for="ch" forName="Accent1" refType="w" fact="1.0017"/>
              <dgm:constr type="t" for="ch" forName="Accent1" refType="h" fact="-0.0109"/>
              <dgm:constr type="w" for="ch" forName="Accent1" refType="w" fact="0.1228"/>
              <dgm:constr type="h" for="ch" forName="Accent1" refType="h" fact="0.806"/>
              <dgm:constr type="r" for="ch" forName="ParentBackground1" refType="w" fact="0.9808"/>
              <dgm:constr type="t" for="ch" forName="ParentBackground1" refType="h" fact="0.1262"/>
              <dgm:constr type="w" for="ch" forName="ParentBackground1" refType="w" fact="0.081"/>
              <dgm:constr type="h" for="ch" forName="ParentBackground1" refType="h" fact="0.5319"/>
              <dgm:constr type="r" for="ch" forName="Child1" refType="w" fact="0.9808"/>
              <dgm:constr type="t" for="ch" forName="Child1" refType="h" fact="0.6876"/>
              <dgm:constr type="w" for="ch" forName="Child1" refType="w" fact="0.081"/>
              <dgm:constr type="h" for="ch" forName="Child1" refType="h" fact="0.3124"/>
            </dgm:constrLst>
          </dgm:else>
        </dgm:choose>
      </dgm:else>
    </dgm:choose>
    <dgm:forEach name="wrapper" axis="self" ptType="parTrans">
      <dgm:forEach name="accentRepeat" axis="self">
        <dgm:layoutNode name="Accent" styleLbl="node1">
          <dgm:alg type="sp"/>
          <dgm:choose name="Name28">
            <dgm:if name="Name29" axis="followSib" ptType="node" func="cnt" op="equ" val="0">
              <dgm:shape xmlns:r="http://schemas.openxmlformats.org/officeDocument/2006/relationships" type="ellipse" r:blip="">
                <dgm:adjLst/>
              </dgm:shape>
            </dgm:if>
            <dgm:else name="Name30">
              <dgm:choose name="Name31">
                <dgm:if name="Name32" axis="precedSib" ptType="node" func="cnt" op="equ" val="10">
                  <dgm:shape xmlns:r="http://schemas.openxmlformats.org/officeDocument/2006/relationships" type="ellipse" r:blip="">
                    <dgm:adjLst/>
                  </dgm:shape>
                </dgm:if>
                <dgm:else name="Name33">
                  <dgm:choose name="Name34">
                    <dgm:if name="Name35" func="var" arg="dir" op="equ" val="norm">
                      <dgm:shape xmlns:r="http://schemas.openxmlformats.org/officeDocument/2006/relationships" rot="45" type="teardrop" r:blip="">
                        <dgm:adjLst>
                          <dgm:adj idx="1" val="1"/>
                        </dgm:adjLst>
                      </dgm:shape>
                    </dgm:if>
                    <dgm:else name="Name36">
                      <dgm:shape xmlns:r="http://schemas.openxmlformats.org/officeDocument/2006/relationships" rot="225" type="teardrop" r:blip="">
                        <dgm:adjLst>
                          <dgm:adj idx="1" val="1"/>
                        </dgm:adjLst>
                      </dgm:shape>
                    </dgm:else>
                  </dgm:choose>
                </dgm:else>
              </dgm:choose>
            </dgm:else>
          </dgm:choose>
          <dgm:presOf/>
        </dgm:layoutNode>
      </dgm:forEach>
      <dgm:forEach name="parentBackgroundRepeat" axis="self">
        <dgm:layoutNode name="ParentBackground" styleLbl="fgAcc1">
          <dgm:alg type="sp"/>
          <dgm:shape xmlns:r="http://schemas.openxmlformats.org/officeDocument/2006/relationships" type="ellipse" r:blip="">
            <dgm:adjLst/>
          </dgm:shape>
          <dgm:presOf axis="self" ptType="node"/>
        </dgm:layoutNode>
      </dgm:forEach>
    </dgm:forEach>
    <dgm:forEach name="Name37" axis="ch" ptType="node" st="11" cnt="1">
      <dgm:layoutNode name="Accent11">
        <dgm:alg type="sp"/>
        <dgm:shape xmlns:r="http://schemas.openxmlformats.org/officeDocument/2006/relationships" r:blip="">
          <dgm:adjLst/>
        </dgm:shape>
        <dgm:presOf/>
        <dgm:constrLst/>
        <dgm:forEach name="Name38" ref="accentRepeat"/>
      </dgm:layoutNode>
      <dgm:layoutNode name="ParentBackground11">
        <dgm:alg type="sp"/>
        <dgm:shape xmlns:r="http://schemas.openxmlformats.org/officeDocument/2006/relationships" r:blip="">
          <dgm:adjLst/>
        </dgm:shape>
        <dgm:presOf/>
        <dgm:forEach name="Name39" ref="parentBackgroundRepeat"/>
      </dgm:layoutNode>
      <dgm:choose name="Name40">
        <dgm:if name="Name41" axis="ch" ptType="node" func="cnt" op="gte" val="1">
          <dgm:layoutNode name="Child1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2"/>
      </dgm:choose>
      <dgm:layoutNode name="Parent1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3" axis="ch" ptType="node" st="10" cnt="1">
      <dgm:layoutNode name="Accent10">
        <dgm:alg type="sp"/>
        <dgm:shape xmlns:r="http://schemas.openxmlformats.org/officeDocument/2006/relationships" r:blip="">
          <dgm:adjLst/>
        </dgm:shape>
        <dgm:presOf/>
        <dgm:constrLst/>
        <dgm:forEach name="Name44" ref="accentRepeat"/>
      </dgm:layoutNode>
      <dgm:layoutNode name="ParentBackground10">
        <dgm:alg type="sp"/>
        <dgm:shape xmlns:r="http://schemas.openxmlformats.org/officeDocument/2006/relationships" r:blip="">
          <dgm:adjLst/>
        </dgm:shape>
        <dgm:presOf/>
        <dgm:forEach name="Name45" ref="parentBackgroundRepeat"/>
      </dgm:layoutNode>
      <dgm:choose name="Name46">
        <dgm:if name="Name47" axis="ch" ptType="node" func="cnt" op="gte" val="1">
          <dgm:layoutNode name="Child10"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48"/>
      </dgm:choose>
      <dgm:layoutNode name="Parent10"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49" axis="ch" ptType="node" st="9" cnt="1">
      <dgm:layoutNode name="Accent9">
        <dgm:alg type="sp"/>
        <dgm:shape xmlns:r="http://schemas.openxmlformats.org/officeDocument/2006/relationships" r:blip="">
          <dgm:adjLst/>
        </dgm:shape>
        <dgm:presOf/>
        <dgm:constrLst/>
        <dgm:forEach name="Name50" ref="accentRepeat"/>
      </dgm:layoutNode>
      <dgm:layoutNode name="ParentBackground9">
        <dgm:alg type="sp"/>
        <dgm:shape xmlns:r="http://schemas.openxmlformats.org/officeDocument/2006/relationships" r:blip="">
          <dgm:adjLst/>
        </dgm:shape>
        <dgm:presOf/>
        <dgm:forEach name="Name51" ref="parentBackgroundRepeat"/>
      </dgm:layoutNode>
      <dgm:choose name="Name52">
        <dgm:if name="Name53" axis="ch" ptType="node" func="cnt" op="gte" val="1">
          <dgm:layoutNode name="Child9"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4"/>
      </dgm:choose>
      <dgm:layoutNode name="Parent9"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55" axis="ch" ptType="node" st="8" cnt="1">
      <dgm:layoutNode name="Accent8">
        <dgm:alg type="sp"/>
        <dgm:shape xmlns:r="http://schemas.openxmlformats.org/officeDocument/2006/relationships" r:blip="">
          <dgm:adjLst/>
        </dgm:shape>
        <dgm:presOf/>
        <dgm:constrLst/>
        <dgm:forEach name="Name56" ref="accentRepeat"/>
      </dgm:layoutNode>
      <dgm:layoutNode name="ParentBackground8">
        <dgm:alg type="sp"/>
        <dgm:shape xmlns:r="http://schemas.openxmlformats.org/officeDocument/2006/relationships" r:blip="">
          <dgm:adjLst/>
        </dgm:shape>
        <dgm:presOf/>
        <dgm:forEach name="Name57" ref="parentBackgroundRepeat"/>
      </dgm:layoutNode>
      <dgm:choose name="Name58">
        <dgm:if name="Name59" axis="ch" ptType="node" func="cnt" op="gte" val="1">
          <dgm:layoutNode name="Child8"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0"/>
      </dgm:choose>
      <dgm:layoutNode name="Parent8"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1" axis="ch" ptType="node" st="7" cnt="1">
      <dgm:layoutNode name="Accent7">
        <dgm:alg type="sp"/>
        <dgm:shape xmlns:r="http://schemas.openxmlformats.org/officeDocument/2006/relationships" r:blip="">
          <dgm:adjLst/>
        </dgm:shape>
        <dgm:presOf/>
        <dgm:constrLst/>
        <dgm:forEach name="Name62" ref="accentRepeat"/>
      </dgm:layoutNode>
      <dgm:layoutNode name="ParentBackground7">
        <dgm:alg type="sp"/>
        <dgm:shape xmlns:r="http://schemas.openxmlformats.org/officeDocument/2006/relationships" r:blip="">
          <dgm:adjLst/>
        </dgm:shape>
        <dgm:presOf/>
        <dgm:forEach name="Name63" ref="parentBackgroundRepeat"/>
      </dgm:layoutNode>
      <dgm:choose name="Name64">
        <dgm:if name="Name65" axis="ch" ptType="node" func="cnt" op="gte" val="1">
          <dgm:layoutNode name="Child7"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6"/>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67" axis="ch" ptType="node" st="6" cnt="1">
      <dgm:layoutNode name="Accent6">
        <dgm:alg type="sp"/>
        <dgm:shape xmlns:r="http://schemas.openxmlformats.org/officeDocument/2006/relationships" r:blip="">
          <dgm:adjLst/>
        </dgm:shape>
        <dgm:presOf/>
        <dgm:constrLst/>
        <dgm:forEach name="Name68" ref="accentRepeat"/>
      </dgm:layoutNode>
      <dgm:layoutNode name="ParentBackground6">
        <dgm:alg type="sp"/>
        <dgm:shape xmlns:r="http://schemas.openxmlformats.org/officeDocument/2006/relationships" r:blip="">
          <dgm:adjLst/>
        </dgm:shape>
        <dgm:presOf/>
        <dgm:forEach name="Name69" ref="parentBackgroundRepeat"/>
      </dgm:layoutNode>
      <dgm:choose name="Name70">
        <dgm:if name="Name71" axis="ch" ptType="node" func="cnt" op="gte" val="1">
          <dgm:layoutNode name="Child6"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3" axis="ch" ptType="node" st="5" cnt="1">
      <dgm:layoutNode name="Accent5">
        <dgm:alg type="sp"/>
        <dgm:shape xmlns:r="http://schemas.openxmlformats.org/officeDocument/2006/relationships" r:blip="">
          <dgm:adjLst/>
        </dgm:shape>
        <dgm:presOf/>
        <dgm:constrLst/>
        <dgm:forEach name="Name74" ref="accentRepeat"/>
      </dgm:layoutNode>
      <dgm:layoutNode name="ParentBackground5">
        <dgm:alg type="sp"/>
        <dgm:shape xmlns:r="http://schemas.openxmlformats.org/officeDocument/2006/relationships" r:blip="">
          <dgm:adjLst/>
        </dgm:shape>
        <dgm:presOf/>
        <dgm:forEach name="Name75" ref="parentBackgroundRepeat"/>
      </dgm:layoutNode>
      <dgm:choose name="Name76">
        <dgm:if name="Name77" axis="ch" ptType="node" func="cnt" op="gte" val="1">
          <dgm:layoutNode name="Child5"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8"/>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79" axis="ch" ptType="node" st="4" cnt="1">
      <dgm:layoutNode name="Accent4">
        <dgm:alg type="sp"/>
        <dgm:shape xmlns:r="http://schemas.openxmlformats.org/officeDocument/2006/relationships" r:blip="">
          <dgm:adjLst/>
        </dgm:shape>
        <dgm:presOf/>
        <dgm:constrLst/>
        <dgm:forEach name="Name80" ref="accentRepeat"/>
      </dgm:layoutNode>
      <dgm:layoutNode name="ParentBackground4">
        <dgm:alg type="sp"/>
        <dgm:shape xmlns:r="http://schemas.openxmlformats.org/officeDocument/2006/relationships" r:blip="">
          <dgm:adjLst/>
        </dgm:shape>
        <dgm:presOf/>
        <dgm:forEach name="Name81" ref="parentBackgroundRepeat"/>
      </dgm:layoutNode>
      <dgm:choose name="Name82">
        <dgm:if name="Name83" axis="ch" ptType="node" func="cnt" op="gte" val="1">
          <dgm:layoutNode name="Child4"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layoutNode name="ParentBackground3">
        <dgm:alg type="sp"/>
        <dgm:shape xmlns:r="http://schemas.openxmlformats.org/officeDocument/2006/relationships" r:blip="">
          <dgm:adjLst/>
        </dgm:shape>
        <dgm:presOf/>
        <dgm:forEach name="Name87" ref="parentBackgroundRepeat"/>
      </dgm:layoutNode>
      <dgm:choose name="Name88">
        <dgm:if name="Name89" axis="ch" ptType="node" func="cnt" op="gte" val="1">
          <dgm:layoutNode name="Child3"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0"/>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1" axis="ch" ptType="node" st="2" cnt="1">
      <dgm:layoutNode name="Accent2">
        <dgm:alg type="sp"/>
        <dgm:shape xmlns:r="http://schemas.openxmlformats.org/officeDocument/2006/relationships" r:blip="">
          <dgm:adjLst/>
        </dgm:shape>
        <dgm:presOf/>
        <dgm:constrLst/>
        <dgm:forEach name="Name92" ref="accentRepeat"/>
      </dgm:layoutNode>
      <dgm:layoutNode name="ParentBackground2" styleLbl="fgAcc1">
        <dgm:alg type="sp"/>
        <dgm:shape xmlns:r="http://schemas.openxmlformats.org/officeDocument/2006/relationships" r:blip="">
          <dgm:adjLst/>
        </dgm:shape>
        <dgm:presOf/>
        <dgm:forEach name="Name93" ref="parentBackgroundRepeat"/>
      </dgm:layoutNode>
      <dgm:choose name="Name94">
        <dgm:if name="Name95" axis="ch" ptType="node" func="cnt" op="gte" val="1">
          <dgm:layoutNode name="Child2"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96"/>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97" axis="ch" ptType="node" cnt="1">
      <dgm:layoutNode name="Accent1">
        <dgm:alg type="sp"/>
        <dgm:shape xmlns:r="http://schemas.openxmlformats.org/officeDocument/2006/relationships" r:blip="">
          <dgm:adjLst/>
        </dgm:shape>
        <dgm:presOf/>
        <dgm:constrLst/>
        <dgm:forEach name="Name98" ref="accentRepeat"/>
      </dgm:layoutNode>
      <dgm:layoutNode name="ParentBackground1">
        <dgm:alg type="sp"/>
        <dgm:shape xmlns:r="http://schemas.openxmlformats.org/officeDocument/2006/relationships" r:blip="">
          <dgm:adjLst/>
        </dgm:shape>
        <dgm:presOf/>
        <dgm:forEach name="Name99" ref="parentBackgroundRepeat"/>
      </dgm:layoutNode>
      <dgm:choose name="Name100">
        <dgm:if name="Name101" axis="ch" ptType="node" func="cnt" op="gte" val="1">
          <dgm:layoutNode name="Child1" styleLbl="revTx">
            <dgm:varLst>
              <dgm:chMax val="0"/>
              <dgm:chPref val="0"/>
              <dgm:bulletEnabled val="1"/>
            </dgm:varLst>
            <dgm:alg type="tx">
              <dgm:param type="stBulletLvl" val="1"/>
              <dgm:param type="parTxLTRAlign" val="l"/>
              <dgm:param type="txAnchorVert" val="t"/>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02"/>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hideGeom="1">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1">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2">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5#3">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4">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6">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5#7">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5#8">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15A57B6-CE5C-82A0-B7E2-A57FFBD202B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a:extLst>
              <a:ext uri="{FF2B5EF4-FFF2-40B4-BE49-F238E27FC236}">
                <a16:creationId xmlns:a16="http://schemas.microsoft.com/office/drawing/2014/main" id="{40BF791A-A85E-8DCD-187D-87EB29E7A41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C920FC5-7492-464F-8379-B34FBCCD7C42}" type="datetimeFigureOut">
              <a:rPr lang="en-PK" smtClean="0"/>
              <a:t>09/10/2026</a:t>
            </a:fld>
            <a:endParaRPr lang="en-PK"/>
          </a:p>
        </p:txBody>
      </p:sp>
      <p:sp>
        <p:nvSpPr>
          <p:cNvPr id="4" name="Footer Placeholder 3">
            <a:extLst>
              <a:ext uri="{FF2B5EF4-FFF2-40B4-BE49-F238E27FC236}">
                <a16:creationId xmlns:a16="http://schemas.microsoft.com/office/drawing/2014/main" id="{42F8941E-8BC2-77C8-09FF-BA54ECBDCF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5" name="Slide Number Placeholder 4">
            <a:extLst>
              <a:ext uri="{FF2B5EF4-FFF2-40B4-BE49-F238E27FC236}">
                <a16:creationId xmlns:a16="http://schemas.microsoft.com/office/drawing/2014/main" id="{AAED1A77-15AA-1DA0-095B-8B248D2F24C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1A6AF8-2AB8-4CBE-8A56-CEAE5E888122}" type="slidenum">
              <a:rPr lang="en-PK" smtClean="0"/>
              <a:t>‹#›</a:t>
            </a:fld>
            <a:endParaRPr lang="en-PK"/>
          </a:p>
        </p:txBody>
      </p:sp>
    </p:spTree>
    <p:extLst>
      <p:ext uri="{BB962C8B-B14F-4D97-AF65-F5344CB8AC3E}">
        <p14:creationId xmlns:p14="http://schemas.microsoft.com/office/powerpoint/2010/main" val="283130743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6T13:43:53.895"/>
    </inkml:context>
    <inkml:brush xml:id="br0">
      <inkml:brushProperty name="width" value="0.35" units="cm"/>
      <inkml:brushProperty name="height" value="0.35" units="cm"/>
      <inkml:brushProperty name="color" value="#FFFFFF"/>
    </inkml:brush>
  </inkml:definitions>
  <inkml:trace contextRef="#ctx0" brushRef="#br0">1 0 24575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16T13:43:59.094"/>
    </inkml:context>
    <inkml:brush xml:id="br0">
      <inkml:brushProperty name="width" value="0.35" units="cm"/>
      <inkml:brushProperty name="height" value="0.35" units="cm"/>
      <inkml:brushProperty name="color" value="#FFFFFF"/>
    </inkml:brush>
  </inkml:definitions>
  <inkml:trace contextRef="#ctx0" brushRef="#br0">0 0 24575</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6-08-15T15:47:57.043"/>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21366 11889 533</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6-08-15T15:47:57.08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24395 13690 533</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6-08-15T15:47:57.095"/>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19196 426 136,'29'-60'0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6-08-15T15:47:57.109"/>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14611 13411 533</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6-08-15T15:47:58.277"/>
    </inkml:context>
    <inkml:brush xml:id="br0">
      <inkml:brushProperty name="width" value="0.05953" units="cm"/>
      <inkml:brushProperty name="height" value="0.05953" units="cm"/>
      <inkml:brushProperty name="color" value="#FF0000"/>
      <inkml:brushProperty name="fitToCurve" value="1"/>
    </inkml:brush>
  </inkml:definitions>
  <inkml:trace contextRef="#ctx0" brushRef="#br0">9462 13285 533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12"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713"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714"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715"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16"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717"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A9A0EA98-5831-4853-B862-C702E6EB345C}" type="slidenum">
              <a:rPr lang="en-US" smtClean="0"/>
              <a:t>21</a:t>
            </a:fld>
            <a:endParaRPr lang="en-US"/>
          </a:p>
        </p:txBody>
      </p:sp>
    </p:spTree>
    <p:extLst>
      <p:ext uri="{BB962C8B-B14F-4D97-AF65-F5344CB8AC3E}">
        <p14:creationId xmlns:p14="http://schemas.microsoft.com/office/powerpoint/2010/main" val="33928232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800" b="0" dirty="0">
                <a:latin typeface="Aparajita" panose="020B0502040204020203" pitchFamily="18" charset="0"/>
                <a:cs typeface="Aparajita" panose="020B0502040204020203" pitchFamily="18" charset="0"/>
              </a:rPr>
              <a:t>Inertial Measurement Unit (IMU) is a sensor that measures an object's motion and orientation. Example: In a smartphone, the IMU can detect whether you tilt the phone, whether you rotate it, whether you are moving etc.</a:t>
            </a:r>
          </a:p>
        </p:txBody>
      </p:sp>
      <p:sp>
        <p:nvSpPr>
          <p:cNvPr id="4" name="Slide Number Placeholder 3"/>
          <p:cNvSpPr>
            <a:spLocks noGrp="1"/>
          </p:cNvSpPr>
          <p:nvPr>
            <p:ph type="sldNum" sz="quarter" idx="5"/>
          </p:nvPr>
        </p:nvSpPr>
        <p:spPr/>
        <p:txBody>
          <a:bodyPr/>
          <a:lstStyle/>
          <a:p>
            <a:fld id="{A9A0EA98-5831-4853-B862-C702E6EB345C}" type="slidenum">
              <a:rPr lang="en-US" smtClean="0"/>
              <a:t>24</a:t>
            </a:fld>
            <a:endParaRPr lang="en-US"/>
          </a:p>
        </p:txBody>
      </p:sp>
    </p:spTree>
    <p:extLst>
      <p:ext uri="{BB962C8B-B14F-4D97-AF65-F5344CB8AC3E}">
        <p14:creationId xmlns:p14="http://schemas.microsoft.com/office/powerpoint/2010/main" val="297002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r>
              <a:rPr lang="en-US" sz="800" b="1" u="none" strike="noStrike" kern="1200" dirty="0">
                <a:solidFill>
                  <a:schemeClr val="tx1"/>
                </a:solidFill>
                <a:effectLst/>
                <a:latin typeface="Arial" panose="020B0604020202020204" pitchFamily="34" charset="0"/>
                <a:ea typeface="+mn-ea"/>
                <a:cs typeface="Arial" panose="020B0604020202020204" pitchFamily="34" charset="0"/>
              </a:rPr>
              <a:t>Example 1: Image Disambiguates Text</a:t>
            </a:r>
          </a:p>
          <a:p>
            <a:pPr lvl="0"/>
            <a:r>
              <a:rPr lang="en-US" sz="800" b="1" u="none" strike="noStrike" kern="1200" dirty="0">
                <a:solidFill>
                  <a:schemeClr val="tx1"/>
                </a:solidFill>
                <a:effectLst/>
                <a:latin typeface="Arial" panose="020B0604020202020204" pitchFamily="34" charset="0"/>
                <a:ea typeface="+mn-ea"/>
                <a:cs typeface="Arial" panose="020B0604020202020204" pitchFamily="34" charset="0"/>
              </a:rPr>
              <a:t>The Ambiguous Modality (Text):</a:t>
            </a:r>
            <a:r>
              <a:rPr lang="en-US" sz="800" b="0" u="none" strike="noStrike" kern="1200" dirty="0">
                <a:solidFill>
                  <a:schemeClr val="tx1"/>
                </a:solidFill>
                <a:effectLst/>
                <a:latin typeface="Arial" panose="020B0604020202020204" pitchFamily="34" charset="0"/>
                <a:ea typeface="+mn-ea"/>
                <a:cs typeface="Arial" panose="020B0604020202020204" pitchFamily="34" charset="0"/>
              </a:rPr>
              <a:t> You see a text message that says: </a:t>
            </a:r>
            <a:r>
              <a:rPr lang="en-US" sz="800" b="0" i="1" u="none" strike="noStrike" kern="1200" dirty="0">
                <a:solidFill>
                  <a:schemeClr val="tx1"/>
                </a:solidFill>
                <a:effectLst/>
                <a:latin typeface="Arial" panose="020B0604020202020204" pitchFamily="34" charset="0"/>
                <a:ea typeface="+mn-ea"/>
                <a:cs typeface="Arial" panose="020B0604020202020204" pitchFamily="34" charset="0"/>
              </a:rPr>
              <a:t>"Look at that crane!"</a:t>
            </a:r>
            <a:endParaRPr lang="en-US" sz="800" b="0" u="none" strike="noStrike" kern="1200" dirty="0">
              <a:solidFill>
                <a:schemeClr val="tx1"/>
              </a:solidFill>
              <a:effectLst/>
              <a:latin typeface="Arial" panose="020B0604020202020204" pitchFamily="34" charset="0"/>
              <a:ea typeface="+mn-ea"/>
              <a:cs typeface="Arial" panose="020B0604020202020204" pitchFamily="34" charset="0"/>
            </a:endParaRPr>
          </a:p>
          <a:p>
            <a:pPr lvl="0"/>
            <a:r>
              <a:rPr lang="en-US" sz="800" b="1" u="none" strike="noStrike" kern="1200" dirty="0">
                <a:solidFill>
                  <a:schemeClr val="tx1"/>
                </a:solidFill>
                <a:effectLst/>
                <a:latin typeface="Arial" panose="020B0604020202020204" pitchFamily="34" charset="0"/>
                <a:ea typeface="+mn-ea"/>
                <a:cs typeface="Arial" panose="020B0604020202020204" pitchFamily="34" charset="0"/>
              </a:rPr>
              <a:t>The Problem:</a:t>
            </a:r>
            <a:r>
              <a:rPr lang="en-US" sz="800" b="0" u="none" strike="noStrike" kern="1200" dirty="0">
                <a:solidFill>
                  <a:schemeClr val="tx1"/>
                </a:solidFill>
                <a:effectLst/>
                <a:latin typeface="Arial" panose="020B0604020202020204" pitchFamily="34" charset="0"/>
                <a:ea typeface="+mn-ea"/>
                <a:cs typeface="Arial" panose="020B0604020202020204" pitchFamily="34" charset="0"/>
              </a:rPr>
              <a:t> The word "crane" could mean a large bird, a construction machine, or stretching your neck. You cannot tell which one it is from the text alone.</a:t>
            </a:r>
          </a:p>
          <a:p>
            <a:pPr lvl="0"/>
            <a:r>
              <a:rPr lang="en-US" sz="800" b="1" u="none" strike="noStrike" kern="1200" dirty="0">
                <a:solidFill>
                  <a:schemeClr val="tx1"/>
                </a:solidFill>
                <a:effectLst/>
                <a:latin typeface="Arial" panose="020B0604020202020204" pitchFamily="34" charset="0"/>
                <a:ea typeface="+mn-ea"/>
                <a:cs typeface="Arial" panose="020B0604020202020204" pitchFamily="34" charset="0"/>
              </a:rPr>
              <a:t>The Disambiguating Modality (Image):</a:t>
            </a:r>
            <a:r>
              <a:rPr lang="en-US" sz="800" b="0" u="none" strike="noStrike" kern="1200" dirty="0">
                <a:solidFill>
                  <a:schemeClr val="tx1"/>
                </a:solidFill>
                <a:effectLst/>
                <a:latin typeface="Arial" panose="020B0604020202020204" pitchFamily="34" charset="0"/>
                <a:ea typeface="+mn-ea"/>
                <a:cs typeface="Arial" panose="020B0604020202020204" pitchFamily="34" charset="0"/>
              </a:rPr>
              <a:t> Right next to the text, there is a photo of a construction site with a massive metal machine.</a:t>
            </a:r>
          </a:p>
          <a:p>
            <a:pPr lvl="0"/>
            <a:r>
              <a:rPr lang="en-US" sz="800" b="1" u="none" strike="noStrike" kern="1200" dirty="0">
                <a:solidFill>
                  <a:schemeClr val="tx1"/>
                </a:solidFill>
                <a:effectLst/>
                <a:latin typeface="Arial" panose="020B0604020202020204" pitchFamily="34" charset="0"/>
                <a:ea typeface="+mn-ea"/>
                <a:cs typeface="Arial" panose="020B0604020202020204" pitchFamily="34" charset="0"/>
              </a:rPr>
              <a:t>The Result:</a:t>
            </a:r>
            <a:r>
              <a:rPr lang="en-US" sz="800" b="0" u="none" strike="noStrike" kern="1200" dirty="0">
                <a:solidFill>
                  <a:schemeClr val="tx1"/>
                </a:solidFill>
                <a:effectLst/>
                <a:latin typeface="Arial" panose="020B0604020202020204" pitchFamily="34" charset="0"/>
                <a:ea typeface="+mn-ea"/>
                <a:cs typeface="Arial" panose="020B0604020202020204" pitchFamily="34" charset="0"/>
              </a:rPr>
              <a:t> The image instantly </a:t>
            </a:r>
            <a:r>
              <a:rPr lang="en-US" sz="800" b="1" u="none" strike="noStrike" kern="1200" dirty="0">
                <a:solidFill>
                  <a:schemeClr val="tx1"/>
                </a:solidFill>
                <a:effectLst/>
                <a:latin typeface="Arial" panose="020B0604020202020204" pitchFamily="34" charset="0"/>
                <a:ea typeface="+mn-ea"/>
                <a:cs typeface="Arial" panose="020B0604020202020204" pitchFamily="34" charset="0"/>
              </a:rPr>
              <a:t>disambiguates</a:t>
            </a:r>
            <a:r>
              <a:rPr lang="en-US" sz="800" b="0" u="none" strike="noStrike" kern="1200" dirty="0">
                <a:solidFill>
                  <a:schemeClr val="tx1"/>
                </a:solidFill>
                <a:effectLst/>
                <a:latin typeface="Arial" panose="020B0604020202020204" pitchFamily="34" charset="0"/>
                <a:ea typeface="+mn-ea"/>
                <a:cs typeface="Arial" panose="020B0604020202020204" pitchFamily="34" charset="0"/>
              </a:rPr>
              <a:t> the text. It eliminates the bird and neck-stretching options, leaving only the correct meaning.</a:t>
            </a:r>
          </a:p>
          <a:p>
            <a:pPr lvl="0"/>
            <a:endParaRPr lang="en-US" sz="800" b="0" u="none" strike="noStrike" kern="1200" dirty="0">
              <a:solidFill>
                <a:schemeClr val="tx1"/>
              </a:solidFill>
              <a:effectLst/>
              <a:latin typeface="Arial" panose="020B0604020202020204" pitchFamily="34" charset="0"/>
              <a:ea typeface="+mn-ea"/>
              <a:cs typeface="Arial" panose="020B0604020202020204" pitchFamily="34" charset="0"/>
            </a:endParaRPr>
          </a:p>
          <a:p>
            <a:r>
              <a:rPr lang="en-US" sz="800" b="1" u="none" strike="noStrike" kern="1200" dirty="0">
                <a:solidFill>
                  <a:schemeClr val="tx1"/>
                </a:solidFill>
                <a:effectLst/>
                <a:latin typeface="Arial" panose="020B0604020202020204" pitchFamily="34" charset="0"/>
                <a:ea typeface="+mn-ea"/>
                <a:cs typeface="Arial" panose="020B0604020202020204" pitchFamily="34" charset="0"/>
              </a:rPr>
              <a:t>Example 2: Text/Audio Disambiguates Video</a:t>
            </a:r>
          </a:p>
          <a:p>
            <a:pPr lvl="0"/>
            <a:r>
              <a:rPr lang="en-US" sz="800" b="1" u="none" strike="noStrike" kern="1200" dirty="0">
                <a:solidFill>
                  <a:schemeClr val="tx1"/>
                </a:solidFill>
                <a:effectLst/>
                <a:latin typeface="Arial" panose="020B0604020202020204" pitchFamily="34" charset="0"/>
                <a:ea typeface="+mn-ea"/>
                <a:cs typeface="Arial" panose="020B0604020202020204" pitchFamily="34" charset="0"/>
              </a:rPr>
              <a:t>The Ambiguous Modality (Video):</a:t>
            </a:r>
            <a:r>
              <a:rPr lang="en-US" sz="800" b="0" u="none" strike="noStrike" kern="1200" dirty="0">
                <a:solidFill>
                  <a:schemeClr val="tx1"/>
                </a:solidFill>
                <a:effectLst/>
                <a:latin typeface="Arial" panose="020B0604020202020204" pitchFamily="34" charset="0"/>
                <a:ea typeface="+mn-ea"/>
                <a:cs typeface="Arial" panose="020B0604020202020204" pitchFamily="34" charset="0"/>
              </a:rPr>
              <a:t> You watch a silent, close-up video clip of a person crying.</a:t>
            </a:r>
          </a:p>
          <a:p>
            <a:pPr lvl="0"/>
            <a:r>
              <a:rPr lang="en-US" sz="800" b="1" u="none" strike="noStrike" kern="1200" dirty="0">
                <a:solidFill>
                  <a:schemeClr val="tx1"/>
                </a:solidFill>
                <a:effectLst/>
                <a:latin typeface="Arial" panose="020B0604020202020204" pitchFamily="34" charset="0"/>
                <a:ea typeface="+mn-ea"/>
                <a:cs typeface="Arial" panose="020B0604020202020204" pitchFamily="34" charset="0"/>
              </a:rPr>
              <a:t>The Problem:</a:t>
            </a:r>
            <a:r>
              <a:rPr lang="en-US" sz="800" b="0" u="none" strike="noStrike" kern="1200" dirty="0">
                <a:solidFill>
                  <a:schemeClr val="tx1"/>
                </a:solidFill>
                <a:effectLst/>
                <a:latin typeface="Arial" panose="020B0604020202020204" pitchFamily="34" charset="0"/>
                <a:ea typeface="+mn-ea"/>
                <a:cs typeface="Arial" panose="020B0604020202020204" pitchFamily="34" charset="0"/>
              </a:rPr>
              <a:t> You do not know if they are crying from intense sadness, intense joy (winning an award), or simply cutting up an onion.</a:t>
            </a:r>
          </a:p>
          <a:p>
            <a:pPr lvl="0"/>
            <a:r>
              <a:rPr lang="en-US" sz="800" b="1" u="none" strike="noStrike" kern="1200" dirty="0">
                <a:solidFill>
                  <a:schemeClr val="tx1"/>
                </a:solidFill>
                <a:effectLst/>
                <a:latin typeface="Arial" panose="020B0604020202020204" pitchFamily="34" charset="0"/>
                <a:ea typeface="+mn-ea"/>
                <a:cs typeface="Arial" panose="020B0604020202020204" pitchFamily="34" charset="0"/>
              </a:rPr>
              <a:t>The Disambiguating Modality (Audio):</a:t>
            </a:r>
            <a:r>
              <a:rPr lang="en-US" sz="800" b="0" u="none" strike="noStrike" kern="1200" dirty="0">
                <a:solidFill>
                  <a:schemeClr val="tx1"/>
                </a:solidFill>
                <a:effectLst/>
                <a:latin typeface="Arial" panose="020B0604020202020204" pitchFamily="34" charset="0"/>
                <a:ea typeface="+mn-ea"/>
                <a:cs typeface="Arial" panose="020B0604020202020204" pitchFamily="34" charset="0"/>
              </a:rPr>
              <a:t> The audio track is added, and you hear the person yell, </a:t>
            </a:r>
            <a:r>
              <a:rPr lang="en-US" sz="800" b="0" i="1" u="none" strike="noStrike" kern="1200" dirty="0">
                <a:solidFill>
                  <a:schemeClr val="tx1"/>
                </a:solidFill>
                <a:effectLst/>
                <a:latin typeface="Arial" panose="020B0604020202020204" pitchFamily="34" charset="0"/>
                <a:ea typeface="+mn-ea"/>
                <a:cs typeface="Arial" panose="020B0604020202020204" pitchFamily="34" charset="0"/>
              </a:rPr>
              <a:t>"Oh my god, I won!"</a:t>
            </a:r>
            <a:endParaRPr lang="en-US" sz="800" b="0" u="none" strike="noStrike" kern="1200" dirty="0">
              <a:solidFill>
                <a:schemeClr val="tx1"/>
              </a:solidFill>
              <a:effectLst/>
              <a:latin typeface="Arial" panose="020B0604020202020204" pitchFamily="34" charset="0"/>
              <a:ea typeface="+mn-ea"/>
              <a:cs typeface="Arial" panose="020B0604020202020204" pitchFamily="34" charset="0"/>
            </a:endParaRPr>
          </a:p>
          <a:p>
            <a:pPr lvl="0"/>
            <a:r>
              <a:rPr lang="en-US" sz="800" b="1" u="none" strike="noStrike" kern="1200" dirty="0">
                <a:solidFill>
                  <a:schemeClr val="tx1"/>
                </a:solidFill>
                <a:effectLst/>
                <a:latin typeface="Arial" panose="020B0604020202020204" pitchFamily="34" charset="0"/>
                <a:ea typeface="+mn-ea"/>
                <a:cs typeface="Arial" panose="020B0604020202020204" pitchFamily="34" charset="0"/>
              </a:rPr>
              <a:t>The Result:</a:t>
            </a:r>
            <a:r>
              <a:rPr lang="en-US" sz="800" b="0" u="none" strike="noStrike" kern="1200" dirty="0">
                <a:solidFill>
                  <a:schemeClr val="tx1"/>
                </a:solidFill>
                <a:effectLst/>
                <a:latin typeface="Arial" panose="020B0604020202020204" pitchFamily="34" charset="0"/>
                <a:ea typeface="+mn-ea"/>
                <a:cs typeface="Arial" panose="020B0604020202020204" pitchFamily="34" charset="0"/>
              </a:rPr>
              <a:t> The audio </a:t>
            </a:r>
            <a:r>
              <a:rPr lang="en-US" sz="800" b="1" u="none" strike="noStrike" kern="1200" dirty="0">
                <a:solidFill>
                  <a:schemeClr val="tx1"/>
                </a:solidFill>
                <a:effectLst/>
                <a:latin typeface="Arial" panose="020B0604020202020204" pitchFamily="34" charset="0"/>
                <a:ea typeface="+mn-ea"/>
                <a:cs typeface="Arial" panose="020B0604020202020204" pitchFamily="34" charset="0"/>
              </a:rPr>
              <a:t>disambiguates</a:t>
            </a:r>
            <a:r>
              <a:rPr lang="en-US" sz="800" b="0" u="none" strike="noStrike" kern="1200" dirty="0">
                <a:solidFill>
                  <a:schemeClr val="tx1"/>
                </a:solidFill>
                <a:effectLst/>
                <a:latin typeface="Arial" panose="020B0604020202020204" pitchFamily="34" charset="0"/>
                <a:ea typeface="+mn-ea"/>
                <a:cs typeface="Arial" panose="020B0604020202020204" pitchFamily="34" charset="0"/>
              </a:rPr>
              <a:t> the video, clearing up the confusion so you know the tears represent happiness.</a:t>
            </a:r>
          </a:p>
        </p:txBody>
      </p:sp>
      <p:sp>
        <p:nvSpPr>
          <p:cNvPr id="4" name="Slide Number Placeholder 3"/>
          <p:cNvSpPr>
            <a:spLocks noGrp="1"/>
          </p:cNvSpPr>
          <p:nvPr>
            <p:ph type="sldNum" sz="quarter" idx="5"/>
          </p:nvPr>
        </p:nvSpPr>
        <p:spPr/>
        <p:txBody>
          <a:bodyPr/>
          <a:lstStyle/>
          <a:p>
            <a:fld id="{A9A0EA98-5831-4853-B862-C702E6EB345C}" type="slidenum">
              <a:rPr lang="en-US" smtClean="0"/>
              <a:t>32</a:t>
            </a:fld>
            <a:endParaRPr lang="en-US"/>
          </a:p>
        </p:txBody>
      </p:sp>
    </p:spTree>
    <p:extLst>
      <p:ext uri="{BB962C8B-B14F-4D97-AF65-F5344CB8AC3E}">
        <p14:creationId xmlns:p14="http://schemas.microsoft.com/office/powerpoint/2010/main" val="40240177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6763"/>
            <a:ext cx="6823075" cy="383857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9A0EA98-5831-4853-B862-C702E6EB345C}" type="slidenum">
              <a:rPr lang="en-US" smtClean="0"/>
              <a:t>46</a:t>
            </a:fld>
            <a:endParaRPr lang="en-US"/>
          </a:p>
        </p:txBody>
      </p:sp>
    </p:spTree>
    <p:extLst>
      <p:ext uri="{BB962C8B-B14F-4D97-AF65-F5344CB8AC3E}">
        <p14:creationId xmlns:p14="http://schemas.microsoft.com/office/powerpoint/2010/main" val="1161189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1"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1048582"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1048583" name="Date Placeholder 3"/>
          <p:cNvSpPr>
            <a:spLocks noGrp="1"/>
          </p:cNvSpPr>
          <p:nvPr>
            <p:ph type="dt" sz="half" idx="10"/>
          </p:nvPr>
        </p:nvSpPr>
        <p:spPr/>
        <p:txBody>
          <a:bodyPr/>
          <a:lstStyle/>
          <a:p>
            <a:fld id="{D1D1EADE-8E88-4C7C-8AC5-FB148DE4940E}" type="datetime1">
              <a:rPr lang="en-US" smtClean="0"/>
              <a:t>9/10/2026</a:t>
            </a:fld>
            <a:endParaRPr lang="en-US"/>
          </a:p>
        </p:txBody>
      </p:sp>
      <p:sp>
        <p:nvSpPr>
          <p:cNvPr id="1048584" name="Footer Placeholder 4"/>
          <p:cNvSpPr>
            <a:spLocks noGrp="1"/>
          </p:cNvSpPr>
          <p:nvPr>
            <p:ph type="ftr" sz="quarter" idx="11"/>
          </p:nvPr>
        </p:nvSpPr>
        <p:spPr/>
        <p:txBody>
          <a:bodyPr/>
          <a:lstStyle/>
          <a:p>
            <a:endParaRPr lang="en-US" dirty="0"/>
          </a:p>
        </p:txBody>
      </p:sp>
      <p:sp>
        <p:nvSpPr>
          <p:cNvPr id="1048585"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90" name="Title 1"/>
          <p:cNvSpPr>
            <a:spLocks noGrp="1"/>
          </p:cNvSpPr>
          <p:nvPr>
            <p:ph type="title"/>
          </p:nvPr>
        </p:nvSpPr>
        <p:spPr/>
        <p:txBody>
          <a:bodyPr/>
          <a:lstStyle/>
          <a:p>
            <a:r>
              <a:rPr lang="en-US"/>
              <a:t>Click to edit Master title style</a:t>
            </a:r>
            <a:endParaRPr lang="en-PK"/>
          </a:p>
        </p:txBody>
      </p:sp>
      <p:sp>
        <p:nvSpPr>
          <p:cNvPr id="104859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1048592" name="Date Placeholder 3"/>
          <p:cNvSpPr>
            <a:spLocks noGrp="1"/>
          </p:cNvSpPr>
          <p:nvPr>
            <p:ph type="dt" sz="half" idx="10"/>
          </p:nvPr>
        </p:nvSpPr>
        <p:spPr/>
        <p:txBody>
          <a:bodyPr/>
          <a:lstStyle/>
          <a:p>
            <a:fld id="{157B6794-849E-4626-908B-D15793550EFB}" type="datetime1">
              <a:rPr lang="en-US" smtClean="0"/>
              <a:t>9/10/2026</a:t>
            </a:fld>
            <a:endParaRPr lang="en-US"/>
          </a:p>
        </p:txBody>
      </p:sp>
      <p:sp>
        <p:nvSpPr>
          <p:cNvPr id="1048593" name="Footer Placeholder 4"/>
          <p:cNvSpPr>
            <a:spLocks noGrp="1"/>
          </p:cNvSpPr>
          <p:nvPr>
            <p:ph type="ftr" sz="quarter" idx="11"/>
          </p:nvPr>
        </p:nvSpPr>
        <p:spPr/>
        <p:txBody>
          <a:bodyPr/>
          <a:lstStyle/>
          <a:p>
            <a:endParaRPr lang="en-US" dirty="0"/>
          </a:p>
        </p:txBody>
      </p:sp>
      <p:sp>
        <p:nvSpPr>
          <p:cNvPr id="1048594"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84"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1048685"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1048686" name="Date Placeholder 3"/>
          <p:cNvSpPr>
            <a:spLocks noGrp="1"/>
          </p:cNvSpPr>
          <p:nvPr>
            <p:ph type="dt" sz="half" idx="10"/>
          </p:nvPr>
        </p:nvSpPr>
        <p:spPr/>
        <p:txBody>
          <a:bodyPr/>
          <a:lstStyle/>
          <a:p>
            <a:fld id="{63DB64E7-5594-42A3-ADBF-E95A7ACEAD64}" type="datetime1">
              <a:rPr lang="en-US" smtClean="0"/>
              <a:t>9/10/2026</a:t>
            </a:fld>
            <a:endParaRPr lang="en-US"/>
          </a:p>
        </p:txBody>
      </p:sp>
      <p:sp>
        <p:nvSpPr>
          <p:cNvPr id="1048687" name="Footer Placeholder 4"/>
          <p:cNvSpPr>
            <a:spLocks noGrp="1"/>
          </p:cNvSpPr>
          <p:nvPr>
            <p:ph type="ftr" sz="quarter" idx="11"/>
          </p:nvPr>
        </p:nvSpPr>
        <p:spPr/>
        <p:txBody>
          <a:bodyPr/>
          <a:lstStyle/>
          <a:p>
            <a:endParaRPr lang="en-US" dirty="0"/>
          </a:p>
        </p:txBody>
      </p:sp>
      <p:sp>
        <p:nvSpPr>
          <p:cNvPr id="1048688"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89" name="Title 1"/>
          <p:cNvSpPr>
            <a:spLocks noGrp="1"/>
          </p:cNvSpPr>
          <p:nvPr>
            <p:ph type="title"/>
          </p:nvPr>
        </p:nvSpPr>
        <p:spPr/>
        <p:txBody>
          <a:bodyPr/>
          <a:lstStyle/>
          <a:p>
            <a:r>
              <a:rPr lang="en-US"/>
              <a:t>Click to edit Master title style</a:t>
            </a:r>
            <a:endParaRPr lang="en-PK"/>
          </a:p>
        </p:txBody>
      </p:sp>
      <p:sp>
        <p:nvSpPr>
          <p:cNvPr id="1048690"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1048691"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1048692" name="Date Placeholder 4"/>
          <p:cNvSpPr>
            <a:spLocks noGrp="1"/>
          </p:cNvSpPr>
          <p:nvPr>
            <p:ph type="dt" sz="half" idx="10"/>
          </p:nvPr>
        </p:nvSpPr>
        <p:spPr/>
        <p:txBody>
          <a:bodyPr/>
          <a:lstStyle/>
          <a:p>
            <a:fld id="{18462B0B-D248-4FFB-8695-AD7FA4B1284A}" type="datetime1">
              <a:rPr lang="en-US" smtClean="0"/>
              <a:t>9/10/2026</a:t>
            </a:fld>
            <a:endParaRPr lang="en-US"/>
          </a:p>
        </p:txBody>
      </p:sp>
      <p:sp>
        <p:nvSpPr>
          <p:cNvPr id="1048693" name="Footer Placeholder 5"/>
          <p:cNvSpPr>
            <a:spLocks noGrp="1"/>
          </p:cNvSpPr>
          <p:nvPr>
            <p:ph type="ftr" sz="quarter" idx="11"/>
          </p:nvPr>
        </p:nvSpPr>
        <p:spPr/>
        <p:txBody>
          <a:bodyPr/>
          <a:lstStyle/>
          <a:p>
            <a:endParaRPr lang="en-US" dirty="0"/>
          </a:p>
        </p:txBody>
      </p:sp>
      <p:sp>
        <p:nvSpPr>
          <p:cNvPr id="1048694"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95" name="Title 1"/>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1048696"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97"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1048698"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99"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1048700" name="Date Placeholder 6"/>
          <p:cNvSpPr>
            <a:spLocks noGrp="1"/>
          </p:cNvSpPr>
          <p:nvPr>
            <p:ph type="dt" sz="half" idx="10"/>
          </p:nvPr>
        </p:nvSpPr>
        <p:spPr/>
        <p:txBody>
          <a:bodyPr/>
          <a:lstStyle/>
          <a:p>
            <a:fld id="{D0378EFB-9159-4510-B73F-4F0409ADE937}" type="datetime1">
              <a:rPr lang="en-US" smtClean="0"/>
              <a:t>9/10/2026</a:t>
            </a:fld>
            <a:endParaRPr lang="en-US"/>
          </a:p>
        </p:txBody>
      </p:sp>
      <p:sp>
        <p:nvSpPr>
          <p:cNvPr id="1048701" name="Footer Placeholder 7"/>
          <p:cNvSpPr>
            <a:spLocks noGrp="1"/>
          </p:cNvSpPr>
          <p:nvPr>
            <p:ph type="ftr" sz="quarter" idx="11"/>
          </p:nvPr>
        </p:nvSpPr>
        <p:spPr/>
        <p:txBody>
          <a:bodyPr/>
          <a:lstStyle/>
          <a:p>
            <a:endParaRPr lang="en-US" dirty="0"/>
          </a:p>
        </p:txBody>
      </p:sp>
      <p:sp>
        <p:nvSpPr>
          <p:cNvPr id="1048702"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664" name="Title 1"/>
          <p:cNvSpPr>
            <a:spLocks noGrp="1"/>
          </p:cNvSpPr>
          <p:nvPr>
            <p:ph type="title"/>
          </p:nvPr>
        </p:nvSpPr>
        <p:spPr/>
        <p:txBody>
          <a:bodyPr/>
          <a:lstStyle/>
          <a:p>
            <a:r>
              <a:rPr lang="en-US"/>
              <a:t>Click to edit Master title style</a:t>
            </a:r>
            <a:endParaRPr lang="en-PK"/>
          </a:p>
        </p:txBody>
      </p:sp>
      <p:sp>
        <p:nvSpPr>
          <p:cNvPr id="1048665" name="Date Placeholder 2"/>
          <p:cNvSpPr>
            <a:spLocks noGrp="1"/>
          </p:cNvSpPr>
          <p:nvPr>
            <p:ph type="dt" sz="half" idx="10"/>
          </p:nvPr>
        </p:nvSpPr>
        <p:spPr/>
        <p:txBody>
          <a:bodyPr/>
          <a:lstStyle/>
          <a:p>
            <a:fld id="{89BC9412-2452-4BED-A324-9D8C115361AD}" type="datetime1">
              <a:rPr lang="en-US" smtClean="0"/>
              <a:t>9/10/2026</a:t>
            </a:fld>
            <a:endParaRPr lang="en-US"/>
          </a:p>
        </p:txBody>
      </p:sp>
      <p:sp>
        <p:nvSpPr>
          <p:cNvPr id="1048666" name="Footer Placeholder 3"/>
          <p:cNvSpPr>
            <a:spLocks noGrp="1"/>
          </p:cNvSpPr>
          <p:nvPr>
            <p:ph type="ftr" sz="quarter" idx="11"/>
          </p:nvPr>
        </p:nvSpPr>
        <p:spPr/>
        <p:txBody>
          <a:bodyPr/>
          <a:lstStyle/>
          <a:p>
            <a:endParaRPr lang="en-US" dirty="0"/>
          </a:p>
        </p:txBody>
      </p:sp>
      <p:sp>
        <p:nvSpPr>
          <p:cNvPr id="1048667"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03" name="Date Placeholder 1"/>
          <p:cNvSpPr>
            <a:spLocks noGrp="1"/>
          </p:cNvSpPr>
          <p:nvPr>
            <p:ph type="dt" sz="half" idx="10"/>
          </p:nvPr>
        </p:nvSpPr>
        <p:spPr/>
        <p:txBody>
          <a:bodyPr/>
          <a:lstStyle/>
          <a:p>
            <a:fld id="{F5318F62-D251-40E8-A23C-F4CFE9FEAB41}" type="datetime1">
              <a:rPr lang="en-US" smtClean="0"/>
              <a:t>9/10/2026</a:t>
            </a:fld>
            <a:endParaRPr lang="en-US"/>
          </a:p>
        </p:txBody>
      </p:sp>
      <p:sp>
        <p:nvSpPr>
          <p:cNvPr id="1048704" name="Footer Placeholder 2"/>
          <p:cNvSpPr>
            <a:spLocks noGrp="1"/>
          </p:cNvSpPr>
          <p:nvPr>
            <p:ph type="ftr" sz="quarter" idx="11"/>
          </p:nvPr>
        </p:nvSpPr>
        <p:spPr/>
        <p:txBody>
          <a:bodyPr/>
          <a:lstStyle/>
          <a:p>
            <a:endParaRPr lang="en-US" dirty="0"/>
          </a:p>
        </p:txBody>
      </p:sp>
      <p:sp>
        <p:nvSpPr>
          <p:cNvPr id="1048705"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06"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1048707"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1048708"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709" name="Date Placeholder 4"/>
          <p:cNvSpPr>
            <a:spLocks noGrp="1"/>
          </p:cNvSpPr>
          <p:nvPr>
            <p:ph type="dt" sz="half" idx="10"/>
          </p:nvPr>
        </p:nvSpPr>
        <p:spPr/>
        <p:txBody>
          <a:bodyPr/>
          <a:lstStyle/>
          <a:p>
            <a:fld id="{44F76144-149E-4874-93A5-554A0357CF82}" type="datetime1">
              <a:rPr lang="en-US" smtClean="0"/>
              <a:t>9/10/2026</a:t>
            </a:fld>
            <a:endParaRPr lang="en-US"/>
          </a:p>
        </p:txBody>
      </p:sp>
      <p:sp>
        <p:nvSpPr>
          <p:cNvPr id="1048710" name="Footer Placeholder 5"/>
          <p:cNvSpPr>
            <a:spLocks noGrp="1"/>
          </p:cNvSpPr>
          <p:nvPr>
            <p:ph type="ftr" sz="quarter" idx="11"/>
          </p:nvPr>
        </p:nvSpPr>
        <p:spPr/>
        <p:txBody>
          <a:bodyPr/>
          <a:lstStyle/>
          <a:p>
            <a:endParaRPr lang="en-US" dirty="0"/>
          </a:p>
        </p:txBody>
      </p:sp>
      <p:sp>
        <p:nvSpPr>
          <p:cNvPr id="1048711"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73"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1048674"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1048675"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48676" name="Date Placeholder 4"/>
          <p:cNvSpPr>
            <a:spLocks noGrp="1"/>
          </p:cNvSpPr>
          <p:nvPr>
            <p:ph type="dt" sz="half" idx="10"/>
          </p:nvPr>
        </p:nvSpPr>
        <p:spPr/>
        <p:txBody>
          <a:bodyPr/>
          <a:lstStyle/>
          <a:p>
            <a:fld id="{50BA65D8-0540-4835-AE5C-25D29DBA01BE}" type="datetime1">
              <a:rPr lang="en-US" smtClean="0"/>
              <a:t>9/10/2026</a:t>
            </a:fld>
            <a:endParaRPr lang="en-US"/>
          </a:p>
        </p:txBody>
      </p:sp>
      <p:sp>
        <p:nvSpPr>
          <p:cNvPr id="1048677" name="Footer Placeholder 5"/>
          <p:cNvSpPr>
            <a:spLocks noGrp="1"/>
          </p:cNvSpPr>
          <p:nvPr>
            <p:ph type="ftr" sz="quarter" idx="11"/>
          </p:nvPr>
        </p:nvSpPr>
        <p:spPr/>
        <p:txBody>
          <a:bodyPr/>
          <a:lstStyle/>
          <a:p>
            <a:endParaRPr lang="en-US" dirty="0"/>
          </a:p>
        </p:txBody>
      </p:sp>
      <p:sp>
        <p:nvSpPr>
          <p:cNvPr id="1048678"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79" name="Title 1"/>
          <p:cNvSpPr>
            <a:spLocks noGrp="1"/>
          </p:cNvSpPr>
          <p:nvPr>
            <p:ph type="title"/>
          </p:nvPr>
        </p:nvSpPr>
        <p:spPr/>
        <p:txBody>
          <a:bodyPr/>
          <a:lstStyle/>
          <a:p>
            <a:r>
              <a:rPr lang="en-US"/>
              <a:t>Click to edit Master title style</a:t>
            </a:r>
            <a:endParaRPr lang="en-PK"/>
          </a:p>
        </p:txBody>
      </p:sp>
      <p:sp>
        <p:nvSpPr>
          <p:cNvPr id="1048680"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1048681" name="Date Placeholder 3"/>
          <p:cNvSpPr>
            <a:spLocks noGrp="1"/>
          </p:cNvSpPr>
          <p:nvPr>
            <p:ph type="dt" sz="half" idx="10"/>
          </p:nvPr>
        </p:nvSpPr>
        <p:spPr/>
        <p:txBody>
          <a:bodyPr/>
          <a:lstStyle/>
          <a:p>
            <a:fld id="{EC3C8B9C-477D-492A-96AD-1FC2CC997A73}" type="datetime1">
              <a:rPr lang="en-US" smtClean="0"/>
              <a:t>9/10/2026</a:t>
            </a:fld>
            <a:endParaRPr lang="en-US"/>
          </a:p>
        </p:txBody>
      </p:sp>
      <p:sp>
        <p:nvSpPr>
          <p:cNvPr id="1048682" name="Footer Placeholder 4"/>
          <p:cNvSpPr>
            <a:spLocks noGrp="1"/>
          </p:cNvSpPr>
          <p:nvPr>
            <p:ph type="ftr" sz="quarter" idx="11"/>
          </p:nvPr>
        </p:nvSpPr>
        <p:spPr/>
        <p:txBody>
          <a:bodyPr/>
          <a:lstStyle/>
          <a:p>
            <a:endParaRPr lang="en-US" dirty="0"/>
          </a:p>
        </p:txBody>
      </p:sp>
      <p:sp>
        <p:nvSpPr>
          <p:cNvPr id="1048683"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668"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1048669"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1048670" name="Date Placeholder 3"/>
          <p:cNvSpPr>
            <a:spLocks noGrp="1"/>
          </p:cNvSpPr>
          <p:nvPr>
            <p:ph type="dt" sz="half" idx="10"/>
          </p:nvPr>
        </p:nvSpPr>
        <p:spPr/>
        <p:txBody>
          <a:bodyPr/>
          <a:lstStyle/>
          <a:p>
            <a:fld id="{42D3AED5-E26D-4E29-B1B3-7847B6779594}" type="datetime1">
              <a:rPr lang="en-US" smtClean="0"/>
              <a:t>9/10/2026</a:t>
            </a:fld>
            <a:endParaRPr lang="en-US"/>
          </a:p>
        </p:txBody>
      </p:sp>
      <p:sp>
        <p:nvSpPr>
          <p:cNvPr id="1048671" name="Footer Placeholder 4"/>
          <p:cNvSpPr>
            <a:spLocks noGrp="1"/>
          </p:cNvSpPr>
          <p:nvPr>
            <p:ph type="ftr" sz="quarter" idx="11"/>
          </p:nvPr>
        </p:nvSpPr>
        <p:spPr/>
        <p:txBody>
          <a:bodyPr/>
          <a:lstStyle/>
          <a:p>
            <a:endParaRPr lang="en-US" dirty="0"/>
          </a:p>
        </p:txBody>
      </p:sp>
      <p:sp>
        <p:nvSpPr>
          <p:cNvPr id="1048672"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1048577"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1048578"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31BA835-12AC-4E8F-955A-EA3F4DE2791F}" type="datetime1">
              <a:rPr lang="en-US" smtClean="0"/>
              <a:t>9/10/2026</a:t>
            </a:fld>
            <a:endParaRPr lang="en-US"/>
          </a:p>
        </p:txBody>
      </p:sp>
      <p:sp>
        <p:nvSpPr>
          <p:cNvPr id="1048579"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1048580"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E7843D-FF13-4365-9478-9625B70A2705}"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khanmuhammad@g.skku.edu"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mailto:khanmuhammad@skku.edu" TargetMode="External"/><Relationship Id="rId2" Type="http://schemas.openxmlformats.org/officeDocument/2006/relationships/hyperlink" Target="mailto:khanmuhammad@g.skku.edu" TargetMode="External"/><Relationship Id="rId1" Type="http://schemas.openxmlformats.org/officeDocument/2006/relationships/slideLayout" Target="../slideLayouts/slideLayout2.xml"/><Relationship Id="rId4" Type="http://schemas.openxmlformats.org/officeDocument/2006/relationships/hyperlink" Target="mailto:wajahatullah@g.skku.edu"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s://www.uen.org/rubric/know.shtm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hyperlink" Target="https://scholar.google.co.kr/citations?user=k5oUZyQAAAAJ&amp;hl=en" TargetMode="External"/><Relationship Id="rId1" Type="http://schemas.openxmlformats.org/officeDocument/2006/relationships/slideLayout" Target="../slideLayouts/slideLayout2.xml"/><Relationship Id="rId6" Type="http://schemas.openxmlformats.org/officeDocument/2006/relationships/hyperlink" Target="https://research.com/scientists-rankings/computer-science/kr" TargetMode="External"/><Relationship Id="rId5" Type="http://schemas.openxmlformats.org/officeDocument/2006/relationships/hyperlink" Target="mailto:khanmuhammad@sju.ac.kr" TargetMode="External"/><Relationship Id="rId4" Type="http://schemas.openxmlformats.org/officeDocument/2006/relationships/image" Target="../media/image5.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hyperlink" Target="https://scholar.google.com.pk/citations?user=E4-dElIAAAAJ&amp;hl=en" TargetMode="External"/><Relationship Id="rId7" Type="http://schemas.openxmlformats.org/officeDocument/2006/relationships/image" Target="../media/image7.jpeg"/><Relationship Id="rId12" Type="http://schemas.openxmlformats.org/officeDocument/2006/relationships/image" Target="../media/image12.jpeg"/><Relationship Id="rId2" Type="http://schemas.openxmlformats.org/officeDocument/2006/relationships/hyperlink" Target="https://home.sejong.ac.kr/~sbaik/" TargetMode="External"/><Relationship Id="rId1" Type="http://schemas.openxmlformats.org/officeDocument/2006/relationships/slideLayout" Target="../slideLayouts/slideLayout2.xml"/><Relationship Id="rId6" Type="http://schemas.openxmlformats.org/officeDocument/2006/relationships/image" Target="../media/image6.jpeg"/><Relationship Id="rId11" Type="http://schemas.openxmlformats.org/officeDocument/2006/relationships/image" Target="../media/image11.jpeg"/><Relationship Id="rId5" Type="http://schemas.openxmlformats.org/officeDocument/2006/relationships/hyperlink" Target="https://scholar.google.com.pk/citations?hl=en&amp;user=7dw-9YgAAAAJ&amp;view_op=list_works&amp;sortby=pubdate" TargetMode="External"/><Relationship Id="rId10" Type="http://schemas.openxmlformats.org/officeDocument/2006/relationships/image" Target="../media/image10.jpeg"/><Relationship Id="rId4" Type="http://schemas.openxmlformats.org/officeDocument/2006/relationships/hyperlink" Target="https://www.bradford.ac.uk/staff/imehmood4/" TargetMode="External"/><Relationship Id="rId9"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7" Type="http://schemas.openxmlformats.org/officeDocument/2006/relationships/image" Target="../media/image9.png"/><Relationship Id="rId2" Type="http://schemas.openxmlformats.org/officeDocument/2006/relationships/image" Target="../media/image13.jpeg"/><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jpeg"/><Relationship Id="rId7" Type="http://schemas.openxmlformats.org/officeDocument/2006/relationships/image" Target="../media/image23.jpeg"/><Relationship Id="rId2" Type="http://schemas.openxmlformats.org/officeDocument/2006/relationships/image" Target="../media/image18.jpeg"/><Relationship Id="rId1" Type="http://schemas.openxmlformats.org/officeDocument/2006/relationships/slideLayout" Target="../slideLayouts/slideLayout2.xml"/><Relationship Id="rId6" Type="http://schemas.openxmlformats.org/officeDocument/2006/relationships/image" Target="../media/image22.jpe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image" Target="../media/image31.jpeg"/><Relationship Id="rId13" Type="http://schemas.openxmlformats.org/officeDocument/2006/relationships/image" Target="../media/image36.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jpeg"/><Relationship Id="rId17" Type="http://schemas.openxmlformats.org/officeDocument/2006/relationships/image" Target="../media/image40.png"/><Relationship Id="rId2" Type="http://schemas.openxmlformats.org/officeDocument/2006/relationships/image" Target="../media/image25.png"/><Relationship Id="rId16" Type="http://schemas.openxmlformats.org/officeDocument/2006/relationships/image" Target="../media/image39.jpeg"/><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4.jpeg"/><Relationship Id="rId5" Type="http://schemas.openxmlformats.org/officeDocument/2006/relationships/image" Target="../media/image28.png"/><Relationship Id="rId15" Type="http://schemas.openxmlformats.org/officeDocument/2006/relationships/image" Target="../media/image38.jpeg"/><Relationship Id="rId10" Type="http://schemas.openxmlformats.org/officeDocument/2006/relationships/image" Target="../media/image33.jpeg"/><Relationship Id="rId4" Type="http://schemas.openxmlformats.org/officeDocument/2006/relationships/image" Target="../media/image27.png"/><Relationship Id="rId9" Type="http://schemas.openxmlformats.org/officeDocument/2006/relationships/image" Target="../media/image32.jpeg"/><Relationship Id="rId14" Type="http://schemas.openxmlformats.org/officeDocument/2006/relationships/image" Target="../media/image3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41.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44.jpe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9.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image" Target="../media/image45.jpg"/><Relationship Id="rId1" Type="http://schemas.openxmlformats.org/officeDocument/2006/relationships/slideLayout" Target="../slideLayouts/slideLayout2.xml"/><Relationship Id="rId6" Type="http://schemas.openxmlformats.org/officeDocument/2006/relationships/customXml" Target="../ink/ink2.xml"/><Relationship Id="rId5" Type="http://schemas.openxmlformats.org/officeDocument/2006/relationships/image" Target="NULL"/><Relationship Id="rId4" Type="http://schemas.openxmlformats.org/officeDocument/2006/relationships/customXml" Target="../ink/ink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8.svg"/><Relationship Id="rId4" Type="http://schemas.openxmlformats.org/officeDocument/2006/relationships/customXml" Target="../ink/ink3.xml"/></Relationships>
</file>

<file path=ppt/slides/_rels/slide22.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customXml" Target="../ink/ink6.xml"/><Relationship Id="rId4" Type="http://schemas.openxmlformats.org/officeDocument/2006/relationships/customXml" Target="../ink/ink5.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51.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image" Target="../media/image55.svg"/><Relationship Id="rId3" Type="http://schemas.openxmlformats.org/officeDocument/2006/relationships/diagramLayout" Target="../diagrams/layout4.xml"/><Relationship Id="rId7" Type="http://schemas.openxmlformats.org/officeDocument/2006/relationships/image" Target="../media/image54.sv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11" Type="http://schemas.openxmlformats.org/officeDocument/2006/relationships/image" Target="../media/image58.svg"/><Relationship Id="rId5" Type="http://schemas.openxmlformats.org/officeDocument/2006/relationships/diagramColors" Target="../diagrams/colors4.xml"/><Relationship Id="rId10" Type="http://schemas.openxmlformats.org/officeDocument/2006/relationships/image" Target="../media/image57.svg"/><Relationship Id="rId4" Type="http://schemas.openxmlformats.org/officeDocument/2006/relationships/diagramQuickStyle" Target="../diagrams/quickStyle4.xml"/><Relationship Id="rId9" Type="http://schemas.openxmlformats.org/officeDocument/2006/relationships/image" Target="../media/image56.svg"/></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59.png"/><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openaccess.thecvf.com/content/ACCV2024/html/Islam_LoLI-Street_Benchmarking_Low-light_Image_Enhancement_and_Beyond_ACCV_2024_paper.html" TargetMode="External"/><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hyperlink" Target="https://iecscience.org/jpapers/25" TargetMode="External"/></Relationships>
</file>

<file path=ppt/slides/_rels/slide3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ieeexplore.ieee.org/abstract/document/9105940" TargetMode="External"/><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 Id="rId5" Type="http://schemas.openxmlformats.org/officeDocument/2006/relationships/hyperlink" Target="https://dl.acm.org/doi/abs/10.1145/3746027.3754795" TargetMode="External"/><Relationship Id="rId4" Type="http://schemas.openxmlformats.org/officeDocument/2006/relationships/image" Target="../media/image75.png"/></Relationships>
</file>

<file path=ppt/slides/_rels/slide41.xml.rels><?xml version="1.0" encoding="UTF-8" standalone="yes"?>
<Relationships xmlns="http://schemas.openxmlformats.org/package/2006/relationships"><Relationship Id="rId3" Type="http://schemas.openxmlformats.org/officeDocument/2006/relationships/hyperlink" Target="https://www.sciencedirect.com/science/article/pii/S1110016825007859" TargetMode="External"/><Relationship Id="rId2" Type="http://schemas.openxmlformats.org/officeDocument/2006/relationships/image" Target="../media/image76.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hyperlink" Target="https://dl.acm.org/doi/abs/10.1145/3731715.3733493" TargetMode="External"/></Relationships>
</file>

<file path=ppt/slides/_rels/slide4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diagramData" Target="../diagrams/data7.xml"/><Relationship Id="rId3" Type="http://schemas.openxmlformats.org/officeDocument/2006/relationships/diagramData" Target="../diagrams/data6.xml"/><Relationship Id="rId7" Type="http://schemas.microsoft.com/office/2007/relationships/diagramDrawing" Target="../diagrams/drawing6.xml"/><Relationship Id="rId12" Type="http://schemas.microsoft.com/office/2007/relationships/diagramDrawing" Target="../diagrams/drawing7.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6.xml"/><Relationship Id="rId11" Type="http://schemas.openxmlformats.org/officeDocument/2006/relationships/diagramColors" Target="../diagrams/colors7.xml"/><Relationship Id="rId5" Type="http://schemas.openxmlformats.org/officeDocument/2006/relationships/diagramQuickStyle" Target="../diagrams/quickStyle6.xml"/><Relationship Id="rId10" Type="http://schemas.openxmlformats.org/officeDocument/2006/relationships/diagramQuickStyle" Target="../diagrams/quickStyle7.xml"/><Relationship Id="rId4" Type="http://schemas.openxmlformats.org/officeDocument/2006/relationships/diagramLayout" Target="../diagrams/layout6.xml"/><Relationship Id="rId9" Type="http://schemas.openxmlformats.org/officeDocument/2006/relationships/diagramLayout" Target="../diagrams/layout7.xml"/></Relationships>
</file>

<file path=ppt/slides/_rels/slide47.xml.rels><?xml version="1.0" encoding="UTF-8" standalone="yes"?>
<Relationships xmlns="http://schemas.openxmlformats.org/package/2006/relationships"><Relationship Id="rId8" Type="http://schemas.openxmlformats.org/officeDocument/2006/relationships/diagramLayout" Target="../diagrams/layout9.xml"/><Relationship Id="rId3" Type="http://schemas.openxmlformats.org/officeDocument/2006/relationships/diagramLayout" Target="../diagrams/layout8.xml"/><Relationship Id="rId7" Type="http://schemas.openxmlformats.org/officeDocument/2006/relationships/diagramData" Target="../diagrams/data9.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11" Type="http://schemas.microsoft.com/office/2007/relationships/diagramDrawing" Target="../diagrams/drawing9.xml"/><Relationship Id="rId5" Type="http://schemas.openxmlformats.org/officeDocument/2006/relationships/diagramColors" Target="../diagrams/colors8.xml"/><Relationship Id="rId10" Type="http://schemas.openxmlformats.org/officeDocument/2006/relationships/diagramColors" Target="../diagrams/colors9.xml"/><Relationship Id="rId4" Type="http://schemas.openxmlformats.org/officeDocument/2006/relationships/diagramQuickStyle" Target="../diagrams/quickStyle8.xml"/><Relationship Id="rId9" Type="http://schemas.openxmlformats.org/officeDocument/2006/relationships/diagramQuickStyle" Target="../diagrams/quickStyle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hyperlink" Target="mailto:khanmuhammad@g.skku.edu"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hyperlink" Target="mailto:khanmuhammad@g.skku.edu"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p:cNvGrpSpPr/>
        <p:nvPr/>
      </p:nvGrpSpPr>
      <p:grpSpPr>
        <a:xfrm>
          <a:off x="0" y="0"/>
          <a:ext cx="0" cy="0"/>
          <a:chOff x="0" y="0"/>
          <a:chExt cx="0" cy="0"/>
        </a:xfrm>
      </p:grpSpPr>
      <p:sp>
        <p:nvSpPr>
          <p:cNvPr id="1048586" name="Rectangle 10"/>
          <p:cNvSpPr/>
          <p:nvPr/>
        </p:nvSpPr>
        <p:spPr>
          <a:xfrm>
            <a:off x="-7070" y="0"/>
            <a:ext cx="5029200" cy="6858000"/>
          </a:xfrm>
          <a:prstGeom prst="rect">
            <a:avLst/>
          </a:prstGeom>
          <a:solidFill>
            <a:srgbClr val="002060">
              <a:alpha val="77000"/>
            </a:srgbClr>
          </a:solidFill>
          <a:effectLst>
            <a:glow rad="139700">
              <a:schemeClr val="accent1">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048587" name="Title 1"/>
          <p:cNvSpPr>
            <a:spLocks noGrp="1"/>
          </p:cNvSpPr>
          <p:nvPr>
            <p:ph type="ctrTitle"/>
          </p:nvPr>
        </p:nvSpPr>
        <p:spPr>
          <a:xfrm>
            <a:off x="-746406" y="810114"/>
            <a:ext cx="6507865" cy="2641807"/>
          </a:xfrm>
        </p:spPr>
        <p:txBody>
          <a:bodyPr anchor="t">
            <a:normAutofit/>
          </a:bodyPr>
          <a:lstStyle/>
          <a:p>
            <a:pPr algn="ctr"/>
            <a:r>
              <a:rPr lang="en-GB" sz="5400" b="1" dirty="0">
                <a:effectLst>
                  <a:glow rad="228600">
                    <a:schemeClr val="accent1">
                      <a:satMod val="175000"/>
                      <a:alpha val="40000"/>
                    </a:schemeClr>
                  </a:glow>
                </a:effectLst>
                <a:latin typeface="Calibri" panose="020F0502020204030204" pitchFamily="34" charset="0"/>
                <a:ea typeface="Calibri" panose="020F0502020204030204" pitchFamily="34" charset="0"/>
                <a:cs typeface="Calibri" panose="020F0502020204030204" pitchFamily="34" charset="0"/>
              </a:rPr>
              <a:t>Introduction to Multimodal AI</a:t>
            </a:r>
            <a:br>
              <a:rPr lang="en-GB" sz="4000" dirty="0">
                <a:ea typeface="+mj-lt"/>
                <a:cs typeface="+mj-lt"/>
              </a:rPr>
            </a:br>
            <a:endParaRPr lang="en-GB" sz="4000" dirty="0"/>
          </a:p>
        </p:txBody>
      </p:sp>
      <p:sp>
        <p:nvSpPr>
          <p:cNvPr id="1048588" name="Subtitle 2"/>
          <p:cNvSpPr>
            <a:spLocks noGrp="1"/>
          </p:cNvSpPr>
          <p:nvPr>
            <p:ph type="subTitle" idx="1"/>
          </p:nvPr>
        </p:nvSpPr>
        <p:spPr>
          <a:xfrm>
            <a:off x="239856" y="2863509"/>
            <a:ext cx="4535339" cy="802631"/>
          </a:xfrm>
        </p:spPr>
        <p:txBody>
          <a:bodyPr vert="horz" lIns="91440" tIns="45720" rIns="91440" bIns="45720" rtlCol="0" anchor="b">
            <a:normAutofit/>
          </a:bodyPr>
          <a:lstStyle/>
          <a:p>
            <a:pPr>
              <a:lnSpc>
                <a:spcPct val="100000"/>
              </a:lnSpc>
            </a:pPr>
            <a:r>
              <a:rPr lang="en-GB" sz="1800" dirty="0">
                <a:latin typeface="Calibri" panose="020F0502020204030204" pitchFamily="34" charset="0"/>
                <a:ea typeface="Calibri" panose="020F0502020204030204" pitchFamily="34" charset="0"/>
                <a:cs typeface="Calibri" panose="020F0502020204030204" pitchFamily="34" charset="0"/>
              </a:rPr>
              <a:t>Course Title: Multimodal AI</a:t>
            </a:r>
          </a:p>
          <a:p>
            <a:pPr>
              <a:lnSpc>
                <a:spcPct val="100000"/>
              </a:lnSpc>
            </a:pPr>
            <a:r>
              <a:rPr lang="en-GB" sz="1800" dirty="0">
                <a:latin typeface="Calibri" panose="020F0502020204030204" pitchFamily="34" charset="0"/>
                <a:ea typeface="Calibri" panose="020F0502020204030204" pitchFamily="34" charset="0"/>
                <a:cs typeface="Calibri" panose="020F0502020204030204" pitchFamily="34" charset="0"/>
              </a:rPr>
              <a:t>Course Code: AAI3031-01</a:t>
            </a:r>
          </a:p>
        </p:txBody>
      </p:sp>
      <p:sp>
        <p:nvSpPr>
          <p:cNvPr id="6" name="Subtitle 2">
            <a:extLst>
              <a:ext uri="{FF2B5EF4-FFF2-40B4-BE49-F238E27FC236}">
                <a16:creationId xmlns:a16="http://schemas.microsoft.com/office/drawing/2014/main" id="{C670F401-EB59-4F89-BEAC-7D1844A23D94}"/>
              </a:ext>
            </a:extLst>
          </p:cNvPr>
          <p:cNvSpPr txBox="1">
            <a:spLocks/>
          </p:cNvSpPr>
          <p:nvPr/>
        </p:nvSpPr>
        <p:spPr>
          <a:xfrm>
            <a:off x="381781" y="4495800"/>
            <a:ext cx="4419600" cy="457200"/>
          </a:xfrm>
          <a:prstGeom prst="rect">
            <a:avLst/>
          </a:prstGeom>
        </p:spPr>
        <p:txBody>
          <a:bodyPr wrap="square" lIns="0" tIns="0" rIns="0" bIns="0">
            <a:noAutofit/>
          </a:bodyPr>
          <a:lstStyle>
            <a:lvl1pPr marL="0">
              <a:defRPr b="0" i="0">
                <a:solidFill>
                  <a:schemeClr val="tx1"/>
                </a:solidFill>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rtl="0">
              <a:defRPr/>
            </a:pPr>
            <a:r>
              <a:rPr lang="en-US" sz="2000" dirty="0">
                <a:latin typeface="Calibri" panose="020F0502020204030204" pitchFamily="34" charset="0"/>
                <a:cs typeface="Calibri" panose="020F0502020204030204" pitchFamily="34" charset="0"/>
              </a:rPr>
              <a:t>Dr. Khan Muhammad (</a:t>
            </a:r>
            <a:r>
              <a:rPr lang="ko-KR" altLang="en-US" sz="2000" dirty="0">
                <a:latin typeface="Calibri" panose="020F0502020204030204" pitchFamily="34" charset="0"/>
                <a:cs typeface="Calibri" panose="020F0502020204030204" pitchFamily="34" charset="0"/>
              </a:rPr>
              <a:t>칸무하마드</a:t>
            </a:r>
            <a:r>
              <a:rPr lang="en-US" altLang="ko-KR" sz="2000" dirty="0">
                <a:latin typeface="Calibri" panose="020F0502020204030204" pitchFamily="34" charset="0"/>
                <a:cs typeface="Calibri" panose="020F0502020204030204" pitchFamily="34" charset="0"/>
              </a:rPr>
              <a:t>)</a:t>
            </a:r>
            <a:endParaRPr lang="en-US" sz="2000" dirty="0">
              <a:latin typeface="Calibri" panose="020F0502020204030204" pitchFamily="34" charset="0"/>
              <a:cs typeface="Calibri" panose="020F0502020204030204" pitchFamily="34" charset="0"/>
            </a:endParaRPr>
          </a:p>
        </p:txBody>
      </p:sp>
      <p:sp>
        <p:nvSpPr>
          <p:cNvPr id="7" name="Subtitle 2">
            <a:extLst>
              <a:ext uri="{FF2B5EF4-FFF2-40B4-BE49-F238E27FC236}">
                <a16:creationId xmlns:a16="http://schemas.microsoft.com/office/drawing/2014/main" id="{2967D40A-81B6-4A74-8CD1-DDF2A2F002CD}"/>
              </a:ext>
            </a:extLst>
          </p:cNvPr>
          <p:cNvSpPr txBox="1"/>
          <p:nvPr/>
        </p:nvSpPr>
        <p:spPr>
          <a:xfrm>
            <a:off x="510085" y="5230570"/>
            <a:ext cx="3952873" cy="457199"/>
          </a:xfrm>
          <a:prstGeom prst="rect">
            <a:avLst/>
          </a:prstGeom>
        </p:spPr>
        <p:txBody>
          <a:bodyPr>
            <a:normAutofit fontScale="77500" lnSpcReduction="20000"/>
          </a:bodyPr>
          <a:lstStyle>
            <a:lvl1pPr marL="0" indent="0" algn="ctr" rtl="0" eaLnBrk="1" latinLnBrk="0" hangingPunct="1">
              <a:spcBef>
                <a:spcPts val="580"/>
              </a:spcBef>
              <a:buClr>
                <a:schemeClr val="accent1"/>
              </a:buClr>
              <a:buSzPct val="85000"/>
              <a:buFont typeface="Wingdings 2"/>
              <a:buNone/>
              <a:defRPr kumimoji="0" sz="2600" kern="1200">
                <a:solidFill>
                  <a:schemeClr val="tx2"/>
                </a:solidFill>
                <a:latin typeface="+mn-lt"/>
                <a:ea typeface="+mn-ea"/>
                <a:cs typeface="+mn-cs"/>
              </a:defRPr>
            </a:lvl1pPr>
            <a:lvl2pPr marL="457200" indent="0" algn="ctr" rtl="0" eaLnBrk="1" latinLnBrk="0" hangingPunct="1">
              <a:spcBef>
                <a:spcPts val="370"/>
              </a:spcBef>
              <a:buClr>
                <a:schemeClr val="accent2"/>
              </a:buClr>
              <a:buSzPct val="85000"/>
              <a:buFont typeface="Wingdings 2"/>
              <a:buNone/>
              <a:defRPr kumimoji="0" sz="2400" kern="1200">
                <a:solidFill>
                  <a:schemeClr val="tx1"/>
                </a:solidFill>
                <a:latin typeface="+mn-lt"/>
                <a:ea typeface="+mn-ea"/>
                <a:cs typeface="+mn-cs"/>
              </a:defRPr>
            </a:lvl2pPr>
            <a:lvl3pPr marL="914400" indent="0" algn="ctr" rtl="0" eaLnBrk="1" latinLnBrk="0" hangingPunct="1">
              <a:spcBef>
                <a:spcPts val="370"/>
              </a:spcBef>
              <a:buClr>
                <a:schemeClr val="accent1">
                  <a:tint val="60000"/>
                </a:schemeClr>
              </a:buClr>
              <a:buSzPct val="85000"/>
              <a:buFont typeface="Wingdings 2"/>
              <a:buNone/>
              <a:defRPr kumimoji="0" sz="2000" kern="1200">
                <a:solidFill>
                  <a:schemeClr val="tx1"/>
                </a:solidFill>
                <a:latin typeface="+mn-lt"/>
                <a:ea typeface="+mn-ea"/>
                <a:cs typeface="+mn-cs"/>
              </a:defRPr>
            </a:lvl3pPr>
            <a:lvl4pPr marL="1371600" indent="0" algn="ctr" rtl="0" eaLnBrk="1" latinLnBrk="0" hangingPunct="1">
              <a:spcBef>
                <a:spcPts val="370"/>
              </a:spcBef>
              <a:buClr>
                <a:schemeClr val="accent3"/>
              </a:buClr>
              <a:buSzPct val="80000"/>
              <a:buFont typeface="Wingdings 2"/>
              <a:buNone/>
              <a:defRPr kumimoji="0" sz="2000" kern="1200">
                <a:solidFill>
                  <a:schemeClr val="tx1"/>
                </a:solidFill>
                <a:latin typeface="+mn-lt"/>
                <a:ea typeface="+mn-ea"/>
                <a:cs typeface="+mn-cs"/>
              </a:defRPr>
            </a:lvl4pPr>
            <a:lvl5pPr marL="1828800" indent="0" algn="ctr" rtl="0" eaLnBrk="1" latinLnBrk="0" hangingPunct="1">
              <a:spcBef>
                <a:spcPts val="370"/>
              </a:spcBef>
              <a:buClr>
                <a:schemeClr val="accent3"/>
              </a:buClr>
              <a:buFontTx/>
              <a:buNone/>
              <a:defRPr kumimoji="0" sz="2000" kern="1200">
                <a:solidFill>
                  <a:schemeClr val="tx1"/>
                </a:solidFill>
                <a:latin typeface="+mn-lt"/>
                <a:ea typeface="+mn-ea"/>
                <a:cs typeface="+mn-cs"/>
              </a:defRPr>
            </a:lvl5pPr>
            <a:lvl6pPr marL="2286000" indent="0" algn="ctr" rtl="0" eaLnBrk="1" latinLnBrk="0" hangingPunct="1">
              <a:spcBef>
                <a:spcPts val="370"/>
              </a:spcBef>
              <a:buClr>
                <a:schemeClr val="accent3"/>
              </a:buClr>
              <a:buNone/>
              <a:defRPr kumimoji="0" sz="1800" kern="1200" baseline="0">
                <a:solidFill>
                  <a:schemeClr val="tx1"/>
                </a:solidFill>
                <a:latin typeface="+mn-lt"/>
                <a:ea typeface="+mn-ea"/>
                <a:cs typeface="+mn-cs"/>
              </a:defRPr>
            </a:lvl6pPr>
            <a:lvl7pPr marL="2743200" indent="0" algn="ctr" rtl="0" eaLnBrk="1" latinLnBrk="0" hangingPunct="1">
              <a:spcBef>
                <a:spcPts val="370"/>
              </a:spcBef>
              <a:buClr>
                <a:schemeClr val="accent2"/>
              </a:buClr>
              <a:buNone/>
              <a:defRPr kumimoji="0" sz="1800" kern="1200">
                <a:solidFill>
                  <a:schemeClr val="tx1"/>
                </a:solidFill>
                <a:latin typeface="+mn-lt"/>
                <a:ea typeface="+mn-ea"/>
                <a:cs typeface="+mn-cs"/>
              </a:defRPr>
            </a:lvl7pPr>
            <a:lvl8pPr marL="3200400" indent="0" algn="ctr" rtl="0" eaLnBrk="1" latinLnBrk="0" hangingPunct="1">
              <a:spcBef>
                <a:spcPts val="370"/>
              </a:spcBef>
              <a:buClr>
                <a:schemeClr val="accent1">
                  <a:tint val="60000"/>
                </a:schemeClr>
              </a:buClr>
              <a:buNone/>
              <a:defRPr kumimoji="0" sz="1800" kern="1200">
                <a:solidFill>
                  <a:schemeClr val="tx1"/>
                </a:solidFill>
                <a:latin typeface="+mn-lt"/>
                <a:ea typeface="+mn-ea"/>
                <a:cs typeface="+mn-cs"/>
              </a:defRPr>
            </a:lvl8pPr>
            <a:lvl9pPr marL="3657600" indent="0" algn="ctr" rtl="0" eaLnBrk="1" latinLnBrk="0" hangingPunct="1">
              <a:spcBef>
                <a:spcPts val="370"/>
              </a:spcBef>
              <a:buClr>
                <a:schemeClr val="accent2">
                  <a:tint val="60000"/>
                </a:schemeClr>
              </a:buClr>
              <a:buNone/>
              <a:defRPr kumimoji="0" sz="1800" kern="1200">
                <a:solidFill>
                  <a:schemeClr val="tx1"/>
                </a:solidFill>
                <a:latin typeface="+mn-lt"/>
                <a:ea typeface="+mn-ea"/>
                <a:cs typeface="+mn-cs"/>
              </a:defRPr>
            </a:lvl9pPr>
          </a:lstStyle>
          <a:p>
            <a:pPr>
              <a:buClr>
                <a:srgbClr val="D34817"/>
              </a:buClr>
              <a:defRPr/>
            </a:pPr>
            <a:r>
              <a:rPr lang="en-US" sz="2000" dirty="0">
                <a:solidFill>
                  <a:schemeClr val="tx1"/>
                </a:solidFill>
                <a:latin typeface="Calibri" panose="020F0502020204030204" pitchFamily="34" charset="0"/>
                <a:cs typeface="Calibri" panose="020F0502020204030204" pitchFamily="34" charset="0"/>
              </a:rPr>
              <a:t>Department of Applied Artificial Intelligence</a:t>
            </a:r>
          </a:p>
        </p:txBody>
      </p:sp>
      <p:sp>
        <p:nvSpPr>
          <p:cNvPr id="8" name="Rectangle 7">
            <a:extLst>
              <a:ext uri="{FF2B5EF4-FFF2-40B4-BE49-F238E27FC236}">
                <a16:creationId xmlns:a16="http://schemas.microsoft.com/office/drawing/2014/main" id="{5A7D0261-5B26-4842-A591-9E5BA9DF79BB}"/>
              </a:ext>
            </a:extLst>
          </p:cNvPr>
          <p:cNvSpPr/>
          <p:nvPr/>
        </p:nvSpPr>
        <p:spPr>
          <a:xfrm>
            <a:off x="1028492" y="5444789"/>
            <a:ext cx="3678262" cy="646331"/>
          </a:xfrm>
          <a:prstGeom prst="rect">
            <a:avLst/>
          </a:prstGeom>
        </p:spPr>
        <p:txBody>
          <a:bodyPr wrap="square">
            <a:spAutoFit/>
          </a:bodyPr>
          <a:lstStyle/>
          <a:p>
            <a:pPr rtl="0" latinLnBrk="0">
              <a:defRPr/>
            </a:pPr>
            <a:r>
              <a:rPr lang="en-US" dirty="0">
                <a:latin typeface="Calibri" panose="020F0502020204030204" pitchFamily="34" charset="0"/>
                <a:cs typeface="Calibri" panose="020F0502020204030204" pitchFamily="34" charset="0"/>
              </a:rPr>
              <a:t>Sungkyunkwan University</a:t>
            </a:r>
          </a:p>
          <a:p>
            <a:pPr rtl="0" latinLnBrk="0">
              <a:defRPr/>
            </a:pPr>
            <a:r>
              <a:rPr lang="en-US" dirty="0">
                <a:latin typeface="Calibri" panose="020F0502020204030204" pitchFamily="34" charset="0"/>
                <a:cs typeface="Calibri" panose="020F0502020204030204" pitchFamily="34" charset="0"/>
              </a:rPr>
              <a:t>Email: </a:t>
            </a:r>
            <a:r>
              <a:rPr lang="en-US" dirty="0">
                <a:latin typeface="Calibri" panose="020F0502020204030204" pitchFamily="34" charset="0"/>
                <a:cs typeface="Calibri" panose="020F0502020204030204" pitchFamily="34" charset="0"/>
                <a:hlinkClick r:id="rId3"/>
              </a:rPr>
              <a:t>khanmuhammad@g.skku.edu</a:t>
            </a:r>
            <a:r>
              <a:rPr lang="en-US" dirty="0">
                <a:latin typeface="Calibri" panose="020F0502020204030204" pitchFamily="34" charset="0"/>
                <a:cs typeface="Calibri" panose="020F0502020204030204" pitchFamily="34" charset="0"/>
              </a:rPr>
              <a:t> </a:t>
            </a:r>
          </a:p>
        </p:txBody>
      </p:sp>
      <p:sp>
        <p:nvSpPr>
          <p:cNvPr id="9" name="Subtitle 2">
            <a:extLst>
              <a:ext uri="{FF2B5EF4-FFF2-40B4-BE49-F238E27FC236}">
                <a16:creationId xmlns:a16="http://schemas.microsoft.com/office/drawing/2014/main" id="{7D0F2A10-CB6C-4FEE-A266-349478B8D8B0}"/>
              </a:ext>
            </a:extLst>
          </p:cNvPr>
          <p:cNvSpPr txBox="1">
            <a:spLocks/>
          </p:cNvSpPr>
          <p:nvPr/>
        </p:nvSpPr>
        <p:spPr>
          <a:xfrm>
            <a:off x="1218831" y="4842970"/>
            <a:ext cx="2286000" cy="503878"/>
          </a:xfrm>
          <a:prstGeom prst="rect">
            <a:avLst/>
          </a:prstGeom>
        </p:spPr>
        <p:txBody>
          <a:bodyPr>
            <a:normAutofit/>
          </a:bodyPr>
          <a:lstStyle>
            <a:lvl1pPr marL="0" indent="0" algn="ctr" rtl="0" eaLnBrk="1" latinLnBrk="0" hangingPunct="1">
              <a:spcBef>
                <a:spcPts val="580"/>
              </a:spcBef>
              <a:buClr>
                <a:schemeClr val="accent1"/>
              </a:buClr>
              <a:buSzPct val="85000"/>
              <a:buFont typeface="Wingdings 2"/>
              <a:buNone/>
              <a:defRPr kumimoji="0" sz="2600" kern="1200">
                <a:solidFill>
                  <a:schemeClr val="tx2"/>
                </a:solidFill>
                <a:latin typeface="+mn-lt"/>
                <a:ea typeface="+mn-ea"/>
                <a:cs typeface="+mn-cs"/>
              </a:defRPr>
            </a:lvl1pPr>
            <a:lvl2pPr marL="457200" indent="0" algn="ctr" rtl="0" eaLnBrk="1" latinLnBrk="0" hangingPunct="1">
              <a:spcBef>
                <a:spcPts val="370"/>
              </a:spcBef>
              <a:buClr>
                <a:schemeClr val="accent2"/>
              </a:buClr>
              <a:buSzPct val="85000"/>
              <a:buFont typeface="Wingdings 2"/>
              <a:buNone/>
              <a:defRPr kumimoji="0" sz="2400" kern="1200">
                <a:solidFill>
                  <a:schemeClr val="tx1"/>
                </a:solidFill>
                <a:latin typeface="+mn-lt"/>
                <a:ea typeface="+mn-ea"/>
                <a:cs typeface="+mn-cs"/>
              </a:defRPr>
            </a:lvl2pPr>
            <a:lvl3pPr marL="914400" indent="0" algn="ctr" rtl="0" eaLnBrk="1" latinLnBrk="0" hangingPunct="1">
              <a:spcBef>
                <a:spcPts val="370"/>
              </a:spcBef>
              <a:buClr>
                <a:schemeClr val="accent1">
                  <a:tint val="60000"/>
                </a:schemeClr>
              </a:buClr>
              <a:buSzPct val="85000"/>
              <a:buFont typeface="Wingdings 2"/>
              <a:buNone/>
              <a:defRPr kumimoji="0" sz="2000" kern="1200">
                <a:solidFill>
                  <a:schemeClr val="tx1"/>
                </a:solidFill>
                <a:latin typeface="+mn-lt"/>
                <a:ea typeface="+mn-ea"/>
                <a:cs typeface="+mn-cs"/>
              </a:defRPr>
            </a:lvl3pPr>
            <a:lvl4pPr marL="1371600" indent="0" algn="ctr" rtl="0" eaLnBrk="1" latinLnBrk="0" hangingPunct="1">
              <a:spcBef>
                <a:spcPts val="370"/>
              </a:spcBef>
              <a:buClr>
                <a:schemeClr val="accent3"/>
              </a:buClr>
              <a:buSzPct val="80000"/>
              <a:buFont typeface="Wingdings 2"/>
              <a:buNone/>
              <a:defRPr kumimoji="0" sz="2000" kern="1200">
                <a:solidFill>
                  <a:schemeClr val="tx1"/>
                </a:solidFill>
                <a:latin typeface="+mn-lt"/>
                <a:ea typeface="+mn-ea"/>
                <a:cs typeface="+mn-cs"/>
              </a:defRPr>
            </a:lvl4pPr>
            <a:lvl5pPr marL="1828800" indent="0" algn="ctr" rtl="0" eaLnBrk="1" latinLnBrk="0" hangingPunct="1">
              <a:spcBef>
                <a:spcPts val="370"/>
              </a:spcBef>
              <a:buClr>
                <a:schemeClr val="accent3"/>
              </a:buClr>
              <a:buFontTx/>
              <a:buNone/>
              <a:defRPr kumimoji="0" sz="2000" kern="1200">
                <a:solidFill>
                  <a:schemeClr val="tx1"/>
                </a:solidFill>
                <a:latin typeface="+mn-lt"/>
                <a:ea typeface="+mn-ea"/>
                <a:cs typeface="+mn-cs"/>
              </a:defRPr>
            </a:lvl5pPr>
            <a:lvl6pPr marL="2286000" indent="0" algn="ctr" rtl="0" eaLnBrk="1" latinLnBrk="0" hangingPunct="1">
              <a:spcBef>
                <a:spcPts val="370"/>
              </a:spcBef>
              <a:buClr>
                <a:schemeClr val="accent3"/>
              </a:buClr>
              <a:buNone/>
              <a:defRPr kumimoji="0" sz="1800" kern="1200" baseline="0">
                <a:solidFill>
                  <a:schemeClr val="tx1"/>
                </a:solidFill>
                <a:latin typeface="+mn-lt"/>
                <a:ea typeface="+mn-ea"/>
                <a:cs typeface="+mn-cs"/>
              </a:defRPr>
            </a:lvl6pPr>
            <a:lvl7pPr marL="2743200" indent="0" algn="ctr" rtl="0" eaLnBrk="1" latinLnBrk="0" hangingPunct="1">
              <a:spcBef>
                <a:spcPts val="370"/>
              </a:spcBef>
              <a:buClr>
                <a:schemeClr val="accent2"/>
              </a:buClr>
              <a:buNone/>
              <a:defRPr kumimoji="0" sz="1800" kern="1200">
                <a:solidFill>
                  <a:schemeClr val="tx1"/>
                </a:solidFill>
                <a:latin typeface="+mn-lt"/>
                <a:ea typeface="+mn-ea"/>
                <a:cs typeface="+mn-cs"/>
              </a:defRPr>
            </a:lvl7pPr>
            <a:lvl8pPr marL="3200400" indent="0" algn="ctr" rtl="0" eaLnBrk="1" latinLnBrk="0" hangingPunct="1">
              <a:spcBef>
                <a:spcPts val="370"/>
              </a:spcBef>
              <a:buClr>
                <a:schemeClr val="accent1">
                  <a:tint val="60000"/>
                </a:schemeClr>
              </a:buClr>
              <a:buNone/>
              <a:defRPr kumimoji="0" sz="1800" kern="1200">
                <a:solidFill>
                  <a:schemeClr val="tx1"/>
                </a:solidFill>
                <a:latin typeface="+mn-lt"/>
                <a:ea typeface="+mn-ea"/>
                <a:cs typeface="+mn-cs"/>
              </a:defRPr>
            </a:lvl8pPr>
            <a:lvl9pPr marL="3657600" indent="0" algn="ctr" rtl="0" eaLnBrk="1" latinLnBrk="0" hangingPunct="1">
              <a:spcBef>
                <a:spcPts val="370"/>
              </a:spcBef>
              <a:buClr>
                <a:schemeClr val="accent2">
                  <a:tint val="60000"/>
                </a:schemeClr>
              </a:buClr>
              <a:buNone/>
              <a:defRPr kumimoji="0" sz="1800" kern="1200">
                <a:solidFill>
                  <a:schemeClr val="tx1"/>
                </a:solidFill>
                <a:latin typeface="+mn-lt"/>
                <a:ea typeface="+mn-ea"/>
                <a:cs typeface="+mn-cs"/>
              </a:defRPr>
            </a:lvl9pPr>
          </a:lstStyle>
          <a:p>
            <a:pPr>
              <a:buClr>
                <a:srgbClr val="D34817"/>
              </a:buClr>
              <a:defRPr/>
            </a:pPr>
            <a:r>
              <a:rPr lang="en-US" sz="2000" dirty="0">
                <a:solidFill>
                  <a:schemeClr val="tx1"/>
                </a:solidFill>
                <a:latin typeface="Calibri" panose="020F0502020204030204" pitchFamily="34" charset="0"/>
                <a:cs typeface="Calibri" panose="020F0502020204030204" pitchFamily="34" charset="0"/>
              </a:rPr>
              <a:t>Associate Professor</a:t>
            </a:r>
          </a:p>
        </p:txBody>
      </p:sp>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19F39-CFFF-E222-64CA-C4A66E80149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25DF5E2-E0BE-B9DF-30F8-4B54E732F2EF}"/>
              </a:ext>
            </a:extLst>
          </p:cNvPr>
          <p:cNvSpPr/>
          <p:nvPr/>
        </p:nvSpPr>
        <p:spPr>
          <a:xfrm>
            <a:off x="0" y="0"/>
            <a:ext cx="12192000" cy="87376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GB" sz="4000" b="1" dirty="0">
                <a:latin typeface="Centary school"/>
              </a:rPr>
              <a:t>Content List</a:t>
            </a:r>
            <a:endParaRPr lang="en-PK" sz="4000" b="1" dirty="0">
              <a:latin typeface="Centary school"/>
            </a:endParaRPr>
          </a:p>
        </p:txBody>
      </p:sp>
      <p:sp>
        <p:nvSpPr>
          <p:cNvPr id="7" name="Rectangle 4">
            <a:extLst>
              <a:ext uri="{FF2B5EF4-FFF2-40B4-BE49-F238E27FC236}">
                <a16:creationId xmlns:a16="http://schemas.microsoft.com/office/drawing/2014/main" id="{8CD71944-42D3-E830-7894-9F66B859BD21}"/>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400" dirty="0">
                <a:latin typeface="Centary school"/>
              </a:rPr>
              <a:t>2</a:t>
            </a:r>
            <a:endParaRPr lang="en-PK" sz="2400" dirty="0">
              <a:latin typeface="Centary school"/>
            </a:endParaRPr>
          </a:p>
        </p:txBody>
      </p:sp>
      <p:sp>
        <p:nvSpPr>
          <p:cNvPr id="8" name="TextBox 7">
            <a:extLst>
              <a:ext uri="{FF2B5EF4-FFF2-40B4-BE49-F238E27FC236}">
                <a16:creationId xmlns:a16="http://schemas.microsoft.com/office/drawing/2014/main" id="{7D474415-7B5D-42E2-BCDA-DB6F30FDDAE2}"/>
              </a:ext>
            </a:extLst>
          </p:cNvPr>
          <p:cNvSpPr txBox="1"/>
          <p:nvPr/>
        </p:nvSpPr>
        <p:spPr>
          <a:xfrm>
            <a:off x="165225" y="956336"/>
            <a:ext cx="5715002" cy="4945328"/>
          </a:xfrm>
          <a:prstGeom prst="rect">
            <a:avLst/>
          </a:prstGeom>
          <a:solidFill>
            <a:schemeClr val="bg1">
              <a:lumMod val="95000"/>
            </a:schemeClr>
          </a:solidFill>
          <a:ln>
            <a:solidFill>
              <a:schemeClr val="bg1">
                <a:lumMod val="85000"/>
              </a:schemeClr>
            </a:solidFill>
          </a:ln>
        </p:spPr>
        <p:style>
          <a:lnRef idx="1">
            <a:schemeClr val="accent5"/>
          </a:lnRef>
          <a:fillRef idx="2">
            <a:schemeClr val="accent5"/>
          </a:fillRef>
          <a:effectRef idx="1">
            <a:schemeClr val="accent5"/>
          </a:effectRef>
          <a:fontRef idx="minor">
            <a:schemeClr val="dk1"/>
          </a:fontRef>
        </p:style>
        <p:txBody>
          <a:bodyPr wrap="square">
            <a:spAutoFit/>
          </a:bodyPr>
          <a:lstStyle/>
          <a:p>
            <a:pPr marL="514350" indent="-514350">
              <a:lnSpc>
                <a:spcPct val="120000"/>
              </a:lnSpc>
              <a:buClr>
                <a:schemeClr val="tx2">
                  <a:lumMod val="50000"/>
                  <a:lumOff val="50000"/>
                </a:schemeClr>
              </a:buClr>
              <a:buFont typeface="+mj-lt"/>
              <a:buAutoNum type="arabicPeriod"/>
            </a:pPr>
            <a:r>
              <a:rPr lang="en-US" sz="2400" b="1" dirty="0"/>
              <a:t>Course Information</a:t>
            </a:r>
          </a:p>
          <a:p>
            <a:pPr marL="514350" indent="-514350">
              <a:lnSpc>
                <a:spcPct val="120000"/>
              </a:lnSpc>
              <a:buClr>
                <a:schemeClr val="tx2">
                  <a:lumMod val="50000"/>
                  <a:lumOff val="50000"/>
                </a:schemeClr>
              </a:buClr>
              <a:buFont typeface="+mj-lt"/>
              <a:buAutoNum type="arabicPeriod"/>
            </a:pPr>
            <a:r>
              <a:rPr lang="en-US" sz="2400" b="1" dirty="0"/>
              <a:t>Course Materials</a:t>
            </a:r>
          </a:p>
          <a:p>
            <a:pPr marL="514350" indent="-514350">
              <a:lnSpc>
                <a:spcPct val="120000"/>
              </a:lnSpc>
              <a:buClr>
                <a:schemeClr val="tx2">
                  <a:lumMod val="50000"/>
                  <a:lumOff val="50000"/>
                </a:schemeClr>
              </a:buClr>
              <a:buFont typeface="+mj-lt"/>
              <a:buAutoNum type="arabicPeriod"/>
            </a:pPr>
            <a:r>
              <a:rPr lang="en-US" sz="2400" b="1" dirty="0"/>
              <a:t>Students’ Assessment</a:t>
            </a:r>
          </a:p>
          <a:p>
            <a:pPr marL="514350" indent="-514350">
              <a:lnSpc>
                <a:spcPct val="120000"/>
              </a:lnSpc>
              <a:buClr>
                <a:schemeClr val="tx2">
                  <a:lumMod val="50000"/>
                  <a:lumOff val="50000"/>
                </a:schemeClr>
              </a:buClr>
              <a:buFont typeface="+mj-lt"/>
              <a:buAutoNum type="arabicPeriod"/>
            </a:pPr>
            <a:r>
              <a:rPr lang="en-US" sz="2400" b="1" dirty="0"/>
              <a:t>Contact Instructions</a:t>
            </a:r>
          </a:p>
          <a:p>
            <a:pPr marL="514350" indent="-514350">
              <a:lnSpc>
                <a:spcPct val="120000"/>
              </a:lnSpc>
              <a:buClr>
                <a:schemeClr val="tx2">
                  <a:lumMod val="50000"/>
                  <a:lumOff val="50000"/>
                </a:schemeClr>
              </a:buClr>
              <a:buFont typeface="+mj-lt"/>
              <a:buAutoNum type="arabicPeriod"/>
            </a:pPr>
            <a:r>
              <a:rPr lang="en-US" sz="2400" b="1" dirty="0"/>
              <a:t>Course Rules/Regulations</a:t>
            </a:r>
          </a:p>
          <a:p>
            <a:pPr marL="514350" indent="-514350">
              <a:lnSpc>
                <a:spcPct val="120000"/>
              </a:lnSpc>
              <a:buClr>
                <a:schemeClr val="tx2">
                  <a:lumMod val="50000"/>
                  <a:lumOff val="50000"/>
                </a:schemeClr>
              </a:buClr>
              <a:buFont typeface="+mj-lt"/>
              <a:buAutoNum type="arabicPeriod"/>
            </a:pPr>
            <a:r>
              <a:rPr lang="en-US" sz="2400" b="1" dirty="0"/>
              <a:t>Professor’s Bio and Team</a:t>
            </a:r>
          </a:p>
          <a:p>
            <a:pPr marL="514350" indent="-514350">
              <a:lnSpc>
                <a:spcPct val="120000"/>
              </a:lnSpc>
              <a:buClr>
                <a:schemeClr val="tx2">
                  <a:lumMod val="50000"/>
                  <a:lumOff val="50000"/>
                </a:schemeClr>
              </a:buClr>
              <a:buFont typeface="+mj-lt"/>
              <a:buAutoNum type="arabicPeriod"/>
            </a:pPr>
            <a:r>
              <a:rPr lang="en-US" sz="2400" b="1" dirty="0"/>
              <a:t>Research Topics</a:t>
            </a:r>
          </a:p>
          <a:p>
            <a:pPr marL="514350" indent="-514350">
              <a:lnSpc>
                <a:spcPct val="120000"/>
              </a:lnSpc>
              <a:buClr>
                <a:schemeClr val="tx2">
                  <a:lumMod val="50000"/>
                  <a:lumOff val="50000"/>
                </a:schemeClr>
              </a:buClr>
              <a:buFont typeface="+mj-lt"/>
              <a:buAutoNum type="arabicPeriod"/>
            </a:pPr>
            <a:r>
              <a:rPr lang="en-US" sz="2400" b="1" dirty="0"/>
              <a:t>Understanding AI</a:t>
            </a:r>
          </a:p>
          <a:p>
            <a:pPr marL="971550" lvl="1" indent="-514350">
              <a:lnSpc>
                <a:spcPct val="120000"/>
              </a:lnSpc>
              <a:buClr>
                <a:schemeClr val="tx2">
                  <a:lumMod val="50000"/>
                  <a:lumOff val="50000"/>
                </a:schemeClr>
              </a:buClr>
              <a:buFont typeface="+mj-lt"/>
              <a:buAutoNum type="romanLcPeriod"/>
            </a:pPr>
            <a:r>
              <a:rPr lang="en-US" b="1" dirty="0"/>
              <a:t>Intelligence starts with the world</a:t>
            </a:r>
          </a:p>
          <a:p>
            <a:pPr marL="971550" lvl="1" indent="-514350">
              <a:lnSpc>
                <a:spcPct val="120000"/>
              </a:lnSpc>
              <a:buClr>
                <a:schemeClr val="tx2">
                  <a:lumMod val="50000"/>
                  <a:lumOff val="50000"/>
                </a:schemeClr>
              </a:buClr>
              <a:buFont typeface="+mj-lt"/>
              <a:buAutoNum type="romanLcPeriod"/>
            </a:pPr>
            <a:r>
              <a:rPr lang="en-US" b="1" dirty="0"/>
              <a:t>What is Artificial Intelligence?</a:t>
            </a:r>
          </a:p>
          <a:p>
            <a:pPr marL="971550" lvl="1" indent="-514350">
              <a:lnSpc>
                <a:spcPct val="120000"/>
              </a:lnSpc>
              <a:buClr>
                <a:schemeClr val="tx2">
                  <a:lumMod val="50000"/>
                  <a:lumOff val="50000"/>
                </a:schemeClr>
              </a:buClr>
              <a:buFont typeface="+mj-lt"/>
              <a:buAutoNum type="romanLcPeriod"/>
            </a:pPr>
            <a:r>
              <a:rPr lang="en-US" b="1" dirty="0"/>
              <a:t>Intelligence in Machines: Rules vs Learning</a:t>
            </a:r>
          </a:p>
          <a:p>
            <a:pPr marL="971550" lvl="1" indent="-514350">
              <a:lnSpc>
                <a:spcPct val="120000"/>
              </a:lnSpc>
              <a:buClr>
                <a:schemeClr val="tx2">
                  <a:lumMod val="50000"/>
                  <a:lumOff val="50000"/>
                </a:schemeClr>
              </a:buClr>
              <a:buFont typeface="+mj-lt"/>
              <a:buAutoNum type="romanLcPeriod"/>
            </a:pPr>
            <a:r>
              <a:rPr lang="en-US" b="1" dirty="0"/>
              <a:t>The basic idea of an AI system</a:t>
            </a:r>
          </a:p>
        </p:txBody>
      </p:sp>
      <p:sp>
        <p:nvSpPr>
          <p:cNvPr id="13" name="TextBox 12">
            <a:extLst>
              <a:ext uri="{FF2B5EF4-FFF2-40B4-BE49-F238E27FC236}">
                <a16:creationId xmlns:a16="http://schemas.microsoft.com/office/drawing/2014/main" id="{813DFA41-3FA4-4087-9F58-CB0FBAF758F2}"/>
              </a:ext>
            </a:extLst>
          </p:cNvPr>
          <p:cNvSpPr txBox="1"/>
          <p:nvPr/>
        </p:nvSpPr>
        <p:spPr>
          <a:xfrm>
            <a:off x="6011443" y="956336"/>
            <a:ext cx="5495511" cy="5052730"/>
          </a:xfrm>
          <a:prstGeom prst="rect">
            <a:avLst/>
          </a:prstGeom>
          <a:solidFill>
            <a:schemeClr val="bg1">
              <a:lumMod val="95000"/>
            </a:schemeClr>
          </a:solidFill>
          <a:ln>
            <a:solidFill>
              <a:schemeClr val="bg1">
                <a:lumMod val="85000"/>
              </a:schemeClr>
            </a:solidFill>
          </a:ln>
        </p:spPr>
        <p:style>
          <a:lnRef idx="1">
            <a:schemeClr val="accent5"/>
          </a:lnRef>
          <a:fillRef idx="2">
            <a:schemeClr val="accent5"/>
          </a:fillRef>
          <a:effectRef idx="1">
            <a:schemeClr val="accent5"/>
          </a:effectRef>
          <a:fontRef idx="minor">
            <a:schemeClr val="dk1"/>
          </a:fontRef>
        </p:style>
        <p:txBody>
          <a:bodyPr wrap="square">
            <a:spAutoFit/>
          </a:bodyPr>
          <a:lstStyle/>
          <a:p>
            <a:pPr marL="512064" indent="-512064">
              <a:lnSpc>
                <a:spcPct val="120000"/>
              </a:lnSpc>
              <a:buClr>
                <a:schemeClr val="tx2"/>
              </a:buClr>
              <a:buSzPts val="2400"/>
              <a:buFont typeface="+mj-lt"/>
              <a:buAutoNum type="arabicPeriod" startAt="9"/>
            </a:pPr>
            <a:r>
              <a:rPr lang="en-US" sz="2400" b="1" dirty="0">
                <a:solidFill>
                  <a:srgbClr val="000000"/>
                </a:solidFill>
              </a:rPr>
              <a:t>Multimodal AI</a:t>
            </a:r>
          </a:p>
          <a:p>
            <a:pPr marL="971550" lvl="1" indent="-514350">
              <a:lnSpc>
                <a:spcPct val="120000"/>
              </a:lnSpc>
              <a:buClr>
                <a:schemeClr val="tx2">
                  <a:lumMod val="50000"/>
                  <a:lumOff val="50000"/>
                </a:schemeClr>
              </a:buClr>
              <a:buFont typeface="+mj-lt"/>
              <a:buAutoNum type="romanLcPeriod"/>
            </a:pPr>
            <a:r>
              <a:rPr lang="en-US" b="1" dirty="0"/>
              <a:t>The real-world problem</a:t>
            </a:r>
          </a:p>
          <a:p>
            <a:pPr marL="971550" lvl="1" indent="-514350">
              <a:lnSpc>
                <a:spcPct val="120000"/>
              </a:lnSpc>
              <a:buClr>
                <a:schemeClr val="tx2">
                  <a:lumMod val="50000"/>
                  <a:lumOff val="50000"/>
                </a:schemeClr>
              </a:buClr>
              <a:buFont typeface="+mj-lt"/>
              <a:buAutoNum type="romanLcPeriod"/>
            </a:pPr>
            <a:r>
              <a:rPr lang="en-US" b="1" dirty="0"/>
              <a:t>Why Multimodal AI?</a:t>
            </a:r>
          </a:p>
          <a:p>
            <a:pPr marL="971550" lvl="1" indent="-514350">
              <a:lnSpc>
                <a:spcPct val="120000"/>
              </a:lnSpc>
              <a:buClr>
                <a:schemeClr val="tx2">
                  <a:lumMod val="50000"/>
                  <a:lumOff val="50000"/>
                </a:schemeClr>
              </a:buClr>
              <a:buFont typeface="+mj-lt"/>
              <a:buAutoNum type="romanLcPeriod"/>
            </a:pPr>
            <a:r>
              <a:rPr lang="en-US" b="1" dirty="0"/>
              <a:t>What is Multimodal AI?</a:t>
            </a:r>
          </a:p>
          <a:p>
            <a:pPr marL="971550" lvl="1" indent="-514350">
              <a:lnSpc>
                <a:spcPct val="120000"/>
              </a:lnSpc>
              <a:buClr>
                <a:schemeClr val="tx2">
                  <a:lumMod val="50000"/>
                  <a:lumOff val="50000"/>
                </a:schemeClr>
              </a:buClr>
              <a:buFont typeface="+mj-lt"/>
              <a:buAutoNum type="romanLcPeriod"/>
            </a:pPr>
            <a:r>
              <a:rPr lang="en-US" b="1" dirty="0"/>
              <a:t>Understanding “Modality”</a:t>
            </a:r>
          </a:p>
          <a:p>
            <a:pPr marL="971550" lvl="1" indent="-514350">
              <a:lnSpc>
                <a:spcPct val="120000"/>
              </a:lnSpc>
              <a:buClr>
                <a:schemeClr val="tx2">
                  <a:lumMod val="50000"/>
                  <a:lumOff val="50000"/>
                </a:schemeClr>
              </a:buClr>
              <a:buFont typeface="+mj-lt"/>
              <a:buAutoNum type="romanLcPeriod"/>
            </a:pPr>
            <a:r>
              <a:rPr lang="en-US" b="1" dirty="0"/>
              <a:t>Why  are Modalities different?</a:t>
            </a:r>
          </a:p>
          <a:p>
            <a:pPr marL="971550" lvl="1" indent="-514350">
              <a:lnSpc>
                <a:spcPct val="120000"/>
              </a:lnSpc>
              <a:buClr>
                <a:schemeClr val="tx2">
                  <a:lumMod val="50000"/>
                  <a:lumOff val="50000"/>
                </a:schemeClr>
              </a:buClr>
              <a:buFont typeface="+mj-lt"/>
              <a:buAutoNum type="romanLcPeriod"/>
            </a:pPr>
            <a:r>
              <a:rPr lang="en-US" b="1" dirty="0"/>
              <a:t>The Multimodal Pipeline</a:t>
            </a:r>
          </a:p>
          <a:p>
            <a:pPr marL="971550" lvl="1" indent="-514350">
              <a:lnSpc>
                <a:spcPct val="120000"/>
              </a:lnSpc>
              <a:buClr>
                <a:schemeClr val="tx2">
                  <a:lumMod val="50000"/>
                  <a:lumOff val="50000"/>
                </a:schemeClr>
              </a:buClr>
              <a:buFont typeface="+mj-lt"/>
              <a:buAutoNum type="romanLcPeriod"/>
            </a:pPr>
            <a:r>
              <a:rPr lang="en-US" b="1" dirty="0"/>
              <a:t>The three core concepts</a:t>
            </a:r>
          </a:p>
          <a:p>
            <a:pPr marL="971550" lvl="1" indent="-514350">
              <a:lnSpc>
                <a:spcPct val="120000"/>
              </a:lnSpc>
              <a:buClr>
                <a:schemeClr val="tx2">
                  <a:lumMod val="50000"/>
                  <a:lumOff val="50000"/>
                </a:schemeClr>
              </a:buClr>
              <a:buFont typeface="+mj-lt"/>
              <a:buAutoNum type="romanLcPeriod"/>
            </a:pPr>
            <a:r>
              <a:rPr lang="en-US" b="1" dirty="0"/>
              <a:t>Application Landscape</a:t>
            </a:r>
          </a:p>
          <a:p>
            <a:pPr marL="971550" lvl="1" indent="-514350">
              <a:lnSpc>
                <a:spcPct val="120000"/>
              </a:lnSpc>
              <a:buClr>
                <a:schemeClr val="tx2">
                  <a:lumMod val="50000"/>
                  <a:lumOff val="50000"/>
                </a:schemeClr>
              </a:buClr>
              <a:buFont typeface="+mj-lt"/>
              <a:buAutoNum type="romanLcPeriod"/>
            </a:pPr>
            <a:r>
              <a:rPr lang="en-US" b="1" dirty="0"/>
              <a:t>Course Case Studies</a:t>
            </a:r>
          </a:p>
          <a:p>
            <a:pPr marL="971550" lvl="1" indent="-514350">
              <a:lnSpc>
                <a:spcPct val="120000"/>
              </a:lnSpc>
              <a:buClr>
                <a:schemeClr val="tx2">
                  <a:lumMod val="50000"/>
                  <a:lumOff val="50000"/>
                </a:schemeClr>
              </a:buClr>
              <a:buFont typeface="+mj-lt"/>
              <a:buAutoNum type="romanLcPeriod"/>
            </a:pPr>
            <a:r>
              <a:rPr lang="en-US" b="1" dirty="0"/>
              <a:t>Course Learning Outcomes</a:t>
            </a:r>
          </a:p>
          <a:p>
            <a:pPr marL="971550" lvl="1" indent="-514350">
              <a:lnSpc>
                <a:spcPct val="120000"/>
              </a:lnSpc>
              <a:buClr>
                <a:schemeClr val="tx2">
                  <a:lumMod val="50000"/>
                  <a:lumOff val="50000"/>
                </a:schemeClr>
              </a:buClr>
              <a:buFont typeface="+mj-lt"/>
              <a:buAutoNum type="romanLcPeriod"/>
            </a:pPr>
            <a:r>
              <a:rPr lang="en-US" b="1" dirty="0"/>
              <a:t>Course Roadmap</a:t>
            </a:r>
          </a:p>
          <a:p>
            <a:pPr>
              <a:lnSpc>
                <a:spcPct val="120000"/>
              </a:lnSpc>
              <a:buClr>
                <a:schemeClr val="tx2">
                  <a:lumMod val="50000"/>
                  <a:lumOff val="50000"/>
                </a:schemeClr>
              </a:buClr>
            </a:pPr>
            <a:r>
              <a:rPr lang="en-US" sz="2400" b="1" dirty="0"/>
              <a:t>10. Goals and Expectations</a:t>
            </a:r>
          </a:p>
          <a:p>
            <a:pPr>
              <a:lnSpc>
                <a:spcPct val="120000"/>
              </a:lnSpc>
              <a:buClr>
                <a:schemeClr val="tx2">
                  <a:lumMod val="50000"/>
                  <a:lumOff val="50000"/>
                </a:schemeClr>
              </a:buClr>
            </a:pPr>
            <a:r>
              <a:rPr lang="en-US" sz="2400" b="1" dirty="0"/>
              <a:t>11. Assignment/Project/Presentation</a:t>
            </a:r>
          </a:p>
        </p:txBody>
      </p:sp>
    </p:spTree>
    <p:extLst>
      <p:ext uri="{BB962C8B-B14F-4D97-AF65-F5344CB8AC3E}">
        <p14:creationId xmlns:p14="http://schemas.microsoft.com/office/powerpoint/2010/main" val="2998449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144343F-0158-547E-E00A-76A3114AAB9C}"/>
              </a:ext>
            </a:extLst>
          </p:cNvPr>
          <p:cNvSpPr/>
          <p:nvPr/>
        </p:nvSpPr>
        <p:spPr>
          <a:xfrm>
            <a:off x="0" y="0"/>
            <a:ext cx="12192000" cy="87376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GB" sz="4000" b="1" dirty="0">
                <a:latin typeface="Centary school"/>
              </a:rPr>
              <a:t>1. Course Information</a:t>
            </a:r>
            <a:endParaRPr lang="en-PK" sz="4000" b="1" dirty="0">
              <a:latin typeface="Centary school"/>
            </a:endParaRPr>
          </a:p>
        </p:txBody>
      </p:sp>
      <p:sp>
        <p:nvSpPr>
          <p:cNvPr id="7" name="Rectangle 4">
            <a:extLst>
              <a:ext uri="{FF2B5EF4-FFF2-40B4-BE49-F238E27FC236}">
                <a16:creationId xmlns:a16="http://schemas.microsoft.com/office/drawing/2014/main" id="{EE278B86-E54D-5BFE-D3AA-5DB1D700839F}"/>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endParaRPr lang="en-PK" sz="2400" dirty="0">
              <a:latin typeface="Centary school"/>
            </a:endParaRPr>
          </a:p>
        </p:txBody>
      </p:sp>
      <p:sp>
        <p:nvSpPr>
          <p:cNvPr id="9" name="TextBox 8">
            <a:extLst>
              <a:ext uri="{FF2B5EF4-FFF2-40B4-BE49-F238E27FC236}">
                <a16:creationId xmlns:a16="http://schemas.microsoft.com/office/drawing/2014/main" id="{1782477A-8AFD-6374-3C00-EE6631AFC815}"/>
              </a:ext>
            </a:extLst>
          </p:cNvPr>
          <p:cNvSpPr txBox="1"/>
          <p:nvPr/>
        </p:nvSpPr>
        <p:spPr>
          <a:xfrm>
            <a:off x="355600" y="979416"/>
            <a:ext cx="11589555" cy="5495928"/>
          </a:xfrm>
          <a:prstGeom prst="rect">
            <a:avLst/>
          </a:prstGeom>
          <a:noFill/>
        </p:spPr>
        <p:txBody>
          <a:bodyPr wrap="square">
            <a:spAutoFit/>
          </a:bodyPr>
          <a:lstStyle/>
          <a:p>
            <a:pPr marL="457200" indent="-457200">
              <a:lnSpc>
                <a:spcPct val="120000"/>
              </a:lnSpc>
              <a:buFont typeface="Arial" panose="020B0604020202020204" pitchFamily="34" charset="0"/>
              <a:buChar char="•"/>
            </a:pPr>
            <a:r>
              <a:rPr lang="en-US" sz="2800" b="1" dirty="0"/>
              <a:t>3 Credits  [</a:t>
            </a:r>
            <a:r>
              <a:rPr lang="en-US" sz="2000" dirty="0">
                <a:solidFill>
                  <a:srgbClr val="00B0F0"/>
                </a:solidFill>
                <a:latin typeface="Times New Roman" panose="02020603050405020304" pitchFamily="18" charset="0"/>
                <a:cs typeface="Times New Roman" panose="02020603050405020304" pitchFamily="18" charset="0"/>
              </a:rPr>
              <a:t>Flipped Learning (1 hour online/recorded, 2 hours offline)</a:t>
            </a:r>
            <a:r>
              <a:rPr lang="en-US" sz="2800" b="1" dirty="0"/>
              <a:t>]</a:t>
            </a:r>
          </a:p>
          <a:p>
            <a:pPr lvl="1">
              <a:lnSpc>
                <a:spcPct val="120000"/>
              </a:lnSpc>
            </a:pPr>
            <a:r>
              <a:rPr lang="en-US" sz="2400" b="1" dirty="0"/>
              <a:t>Lectures: 3 hours weekly</a:t>
            </a:r>
          </a:p>
          <a:p>
            <a:pPr lvl="2">
              <a:lnSpc>
                <a:spcPct val="120000"/>
              </a:lnSpc>
              <a:buFont typeface="Wingdings" panose="05000000000000000000" pitchFamily="2" charset="2"/>
              <a:buChar char="§"/>
            </a:pPr>
            <a:r>
              <a:rPr lang="en-US" sz="2000" dirty="0"/>
              <a:t>Room: International Hall Multimedia Lecture Room (</a:t>
            </a:r>
            <a:r>
              <a:rPr lang="en-US" sz="2000" b="1" dirty="0">
                <a:solidFill>
                  <a:schemeClr val="tx2">
                    <a:lumMod val="50000"/>
                    <a:lumOff val="50000"/>
                  </a:schemeClr>
                </a:solidFill>
              </a:rPr>
              <a:t>9B217</a:t>
            </a:r>
            <a:r>
              <a:rPr lang="en-US" sz="2000" dirty="0"/>
              <a:t>)</a:t>
            </a:r>
          </a:p>
          <a:p>
            <a:pPr lvl="3">
              <a:lnSpc>
                <a:spcPct val="120000"/>
              </a:lnSpc>
              <a:buFont typeface="Wingdings" panose="05000000000000000000" pitchFamily="2" charset="2"/>
              <a:buChar char="§"/>
            </a:pPr>
            <a:r>
              <a:rPr lang="en-US" sz="2000" dirty="0"/>
              <a:t> Thursday 15:00 to 15:50 PM</a:t>
            </a:r>
          </a:p>
          <a:p>
            <a:pPr lvl="3">
              <a:lnSpc>
                <a:spcPct val="120000"/>
              </a:lnSpc>
              <a:buFont typeface="Wingdings" panose="05000000000000000000" pitchFamily="2" charset="2"/>
              <a:buChar char="§"/>
            </a:pPr>
            <a:r>
              <a:rPr lang="en-US" sz="2000" dirty="0"/>
              <a:t> Thursday 16:00 to 16:50 PM</a:t>
            </a:r>
          </a:p>
          <a:p>
            <a:pPr lvl="3">
              <a:lnSpc>
                <a:spcPct val="120000"/>
              </a:lnSpc>
              <a:buFont typeface="Wingdings" panose="05000000000000000000" pitchFamily="2" charset="2"/>
              <a:buChar char="§"/>
            </a:pPr>
            <a:r>
              <a:rPr lang="en-US" sz="2000" dirty="0"/>
              <a:t> Total: 1 Hour, 40 min.</a:t>
            </a:r>
          </a:p>
          <a:p>
            <a:pPr marL="320040" lvl="1" indent="0">
              <a:lnSpc>
                <a:spcPct val="120000"/>
              </a:lnSpc>
              <a:buNone/>
            </a:pPr>
            <a:endParaRPr lang="en-US" sz="500" b="1" dirty="0"/>
          </a:p>
          <a:p>
            <a:pPr marL="800100" lvl="1" indent="-342900">
              <a:lnSpc>
                <a:spcPct val="120000"/>
              </a:lnSpc>
              <a:buFont typeface="Arial" panose="020B0604020202020204" pitchFamily="34" charset="0"/>
              <a:buChar char="•"/>
            </a:pPr>
            <a:r>
              <a:rPr lang="en-US" sz="2400" b="1" dirty="0"/>
              <a:t>Type: </a:t>
            </a:r>
            <a:r>
              <a:rPr lang="en-US" sz="2400" dirty="0"/>
              <a:t>Theory/practical/invited speeches/Recorded/online/in-person</a:t>
            </a:r>
          </a:p>
          <a:p>
            <a:pPr marL="320040" lvl="1" indent="0">
              <a:lnSpc>
                <a:spcPct val="120000"/>
              </a:lnSpc>
              <a:buNone/>
            </a:pPr>
            <a:endParaRPr lang="en-US" sz="500" b="1" dirty="0"/>
          </a:p>
          <a:p>
            <a:pPr marL="800100" lvl="1" indent="-342900">
              <a:lnSpc>
                <a:spcPct val="120000"/>
              </a:lnSpc>
              <a:buFont typeface="Arial" panose="020B0604020202020204" pitchFamily="34" charset="0"/>
              <a:buChar char="•"/>
            </a:pPr>
            <a:r>
              <a:rPr lang="en-US" sz="2400" b="1" dirty="0"/>
              <a:t>Attendance</a:t>
            </a:r>
          </a:p>
          <a:p>
            <a:pPr lvl="2">
              <a:lnSpc>
                <a:spcPct val="120000"/>
              </a:lnSpc>
              <a:buFont typeface="Wingdings" panose="05000000000000000000" pitchFamily="2" charset="2"/>
              <a:buChar char="§"/>
            </a:pPr>
            <a:r>
              <a:rPr lang="en-US" sz="2000" dirty="0"/>
              <a:t>“SKKU-Attend” for attendance, absence and late rules</a:t>
            </a:r>
          </a:p>
          <a:p>
            <a:pPr lvl="2">
              <a:lnSpc>
                <a:spcPct val="120000"/>
              </a:lnSpc>
              <a:buFont typeface="Wingdings" panose="05000000000000000000" pitchFamily="2" charset="2"/>
              <a:buChar char="§"/>
            </a:pPr>
            <a:r>
              <a:rPr lang="en-US" sz="2000" dirty="0"/>
              <a:t>Default setting for the time being</a:t>
            </a:r>
          </a:p>
          <a:p>
            <a:pPr lvl="2">
              <a:lnSpc>
                <a:spcPct val="120000"/>
              </a:lnSpc>
              <a:buFont typeface="Wingdings" panose="05000000000000000000" pitchFamily="2" charset="2"/>
              <a:buChar char="§"/>
            </a:pPr>
            <a:r>
              <a:rPr lang="en-US" sz="2000" dirty="0"/>
              <a:t>Zoom/Manual</a:t>
            </a:r>
          </a:p>
          <a:p>
            <a:pPr lvl="2">
              <a:lnSpc>
                <a:spcPct val="120000"/>
              </a:lnSpc>
              <a:buFont typeface="Wingdings" panose="05000000000000000000" pitchFamily="2" charset="2"/>
              <a:buChar char="§"/>
            </a:pPr>
            <a:endParaRPr lang="en-US" sz="2000" dirty="0"/>
          </a:p>
          <a:p>
            <a:pPr marL="320040" lvl="1" indent="0">
              <a:lnSpc>
                <a:spcPct val="120000"/>
              </a:lnSpc>
              <a:buNone/>
            </a:pPr>
            <a:endParaRPr lang="en-US" sz="2400" b="1" dirty="0">
              <a:solidFill>
                <a:srgbClr val="7030A0"/>
              </a:solidFill>
            </a:endParaRPr>
          </a:p>
        </p:txBody>
      </p:sp>
      <p:pic>
        <p:nvPicPr>
          <p:cNvPr id="10" name="Picture 9">
            <a:extLst>
              <a:ext uri="{FF2B5EF4-FFF2-40B4-BE49-F238E27FC236}">
                <a16:creationId xmlns:a16="http://schemas.microsoft.com/office/drawing/2014/main" id="{98779489-DDAF-83CE-DFF1-8463D38813FB}"/>
              </a:ext>
            </a:extLst>
          </p:cNvPr>
          <p:cNvPicPr>
            <a:picLocks noChangeAspect="1"/>
          </p:cNvPicPr>
          <p:nvPr/>
        </p:nvPicPr>
        <p:blipFill>
          <a:blip r:embed="rId2"/>
          <a:stretch>
            <a:fillRect/>
          </a:stretch>
        </p:blipFill>
        <p:spPr>
          <a:xfrm>
            <a:off x="7610770" y="4331985"/>
            <a:ext cx="4419599" cy="1695570"/>
          </a:xfrm>
          <a:prstGeom prst="rect">
            <a:avLst/>
          </a:prstGeom>
        </p:spPr>
      </p:pic>
      <p:sp>
        <p:nvSpPr>
          <p:cNvPr id="3" name="TextBox 2">
            <a:extLst>
              <a:ext uri="{FF2B5EF4-FFF2-40B4-BE49-F238E27FC236}">
                <a16:creationId xmlns:a16="http://schemas.microsoft.com/office/drawing/2014/main" id="{7F93C75A-FD3D-41AD-A7A4-8419461F09F1}"/>
              </a:ext>
            </a:extLst>
          </p:cNvPr>
          <p:cNvSpPr txBox="1"/>
          <p:nvPr/>
        </p:nvSpPr>
        <p:spPr>
          <a:xfrm>
            <a:off x="11897019" y="6523349"/>
            <a:ext cx="266700" cy="369332"/>
          </a:xfrm>
          <a:prstGeom prst="rect">
            <a:avLst/>
          </a:prstGeom>
          <a:noFill/>
        </p:spPr>
        <p:txBody>
          <a:bodyPr wrap="square" rtlCol="0">
            <a:spAutoFit/>
          </a:bodyPr>
          <a:lstStyle/>
          <a:p>
            <a:r>
              <a:rPr lang="en-US" dirty="0">
                <a:solidFill>
                  <a:schemeClr val="bg1"/>
                </a:solidFill>
              </a:rPr>
              <a:t>3</a:t>
            </a:r>
          </a:p>
        </p:txBody>
      </p:sp>
    </p:spTree>
    <p:extLst>
      <p:ext uri="{BB962C8B-B14F-4D97-AF65-F5344CB8AC3E}">
        <p14:creationId xmlns:p14="http://schemas.microsoft.com/office/powerpoint/2010/main" val="639963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5A748-D024-9062-75A0-2C2191EF801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E7D1CB0-8B1F-9746-6E4F-F4860ECD56FA}"/>
              </a:ext>
            </a:extLst>
          </p:cNvPr>
          <p:cNvSpPr/>
          <p:nvPr/>
        </p:nvSpPr>
        <p:spPr>
          <a:xfrm>
            <a:off x="0" y="0"/>
            <a:ext cx="12192000" cy="87376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GB" sz="4000" b="1" dirty="0">
                <a:latin typeface="Centary school"/>
              </a:rPr>
              <a:t>2. Course Materials</a:t>
            </a:r>
            <a:endParaRPr lang="en-PK" sz="4000" b="1" dirty="0">
              <a:latin typeface="Centary school"/>
            </a:endParaRPr>
          </a:p>
        </p:txBody>
      </p:sp>
      <p:sp>
        <p:nvSpPr>
          <p:cNvPr id="7" name="Rectangle 4">
            <a:extLst>
              <a:ext uri="{FF2B5EF4-FFF2-40B4-BE49-F238E27FC236}">
                <a16:creationId xmlns:a16="http://schemas.microsoft.com/office/drawing/2014/main" id="{E4559FC2-C16A-B5F9-BE6B-8426CBAA78E4}"/>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4</a:t>
            </a:r>
            <a:endParaRPr lang="en-PK" sz="4400" dirty="0">
              <a:latin typeface="Centary school"/>
            </a:endParaRPr>
          </a:p>
        </p:txBody>
      </p:sp>
      <p:sp>
        <p:nvSpPr>
          <p:cNvPr id="9" name="TextBox 8">
            <a:extLst>
              <a:ext uri="{FF2B5EF4-FFF2-40B4-BE49-F238E27FC236}">
                <a16:creationId xmlns:a16="http://schemas.microsoft.com/office/drawing/2014/main" id="{76246379-F719-ADBD-1C6D-B4C2705394C9}"/>
              </a:ext>
            </a:extLst>
          </p:cNvPr>
          <p:cNvSpPr txBox="1"/>
          <p:nvPr/>
        </p:nvSpPr>
        <p:spPr>
          <a:xfrm>
            <a:off x="355600" y="979416"/>
            <a:ext cx="11415690" cy="5754460"/>
          </a:xfrm>
          <a:prstGeom prst="rect">
            <a:avLst/>
          </a:prstGeom>
          <a:noFill/>
        </p:spPr>
        <p:txBody>
          <a:bodyPr wrap="square">
            <a:spAutoFit/>
          </a:bodyPr>
          <a:lstStyle/>
          <a:p>
            <a:pPr marL="800100" lvl="1" indent="-342900">
              <a:lnSpc>
                <a:spcPct val="120000"/>
              </a:lnSpc>
              <a:buFont typeface="Arial" panose="020B0604020202020204" pitchFamily="34" charset="0"/>
              <a:buChar char="•"/>
            </a:pPr>
            <a:r>
              <a:rPr lang="en-US" sz="2400" b="1" dirty="0"/>
              <a:t>PDF/PPT of slides</a:t>
            </a:r>
          </a:p>
          <a:p>
            <a:pPr marL="742950" lvl="1" indent="-285750">
              <a:lnSpc>
                <a:spcPct val="120000"/>
              </a:lnSpc>
              <a:buFont typeface="Arial" panose="020B0604020202020204" pitchFamily="34" charset="0"/>
              <a:buChar char="•"/>
            </a:pPr>
            <a:r>
              <a:rPr lang="en-US" sz="2400" dirty="0"/>
              <a:t>The slides will be available on i-Campus of SKKU</a:t>
            </a:r>
          </a:p>
          <a:p>
            <a:pPr marL="742950" lvl="1" indent="-285750">
              <a:lnSpc>
                <a:spcPct val="120000"/>
              </a:lnSpc>
              <a:buFont typeface="Arial" panose="020B0604020202020204" pitchFamily="34" charset="0"/>
              <a:buChar char="•"/>
            </a:pPr>
            <a:r>
              <a:rPr lang="en-US" sz="2400" dirty="0"/>
              <a:t>Sometimes the slides will be updated later.</a:t>
            </a:r>
          </a:p>
          <a:p>
            <a:pPr marL="742950" lvl="1" indent="-285750">
              <a:lnSpc>
                <a:spcPct val="120000"/>
              </a:lnSpc>
              <a:buFont typeface="Arial" panose="020B0604020202020204" pitchFamily="34" charset="0"/>
              <a:buChar char="•"/>
            </a:pPr>
            <a:r>
              <a:rPr lang="en-US" sz="2400" dirty="0"/>
              <a:t>Recorded videos/lectures will be available on i-Campus (Lecture Contents)</a:t>
            </a:r>
          </a:p>
          <a:p>
            <a:pPr marL="742950" lvl="1" indent="-285750">
              <a:lnSpc>
                <a:spcPct val="120000"/>
              </a:lnSpc>
              <a:buFont typeface="Arial" panose="020B0604020202020204" pitchFamily="34" charset="0"/>
              <a:buChar char="•"/>
            </a:pPr>
            <a:r>
              <a:rPr lang="en-US" sz="2400" dirty="0"/>
              <a:t> Some more references and links for lectures notes may be given time to time</a:t>
            </a:r>
          </a:p>
          <a:p>
            <a:pPr marL="742950" lvl="1" indent="-285750">
              <a:lnSpc>
                <a:spcPct val="120000"/>
              </a:lnSpc>
              <a:buFont typeface="Arial" panose="020B0604020202020204" pitchFamily="34" charset="0"/>
              <a:buChar char="•"/>
            </a:pPr>
            <a:r>
              <a:rPr lang="en-US" sz="2400" dirty="0"/>
              <a:t>Tools</a:t>
            </a:r>
          </a:p>
          <a:p>
            <a:pPr lvl="2">
              <a:lnSpc>
                <a:spcPct val="120000"/>
              </a:lnSpc>
            </a:pPr>
            <a:r>
              <a:rPr lang="en-US" sz="2400" dirty="0"/>
              <a:t>Depending on the assigned project, you will have choice to select language/toolkit/frameworks (s):</a:t>
            </a:r>
          </a:p>
          <a:p>
            <a:pPr lvl="3">
              <a:lnSpc>
                <a:spcPct val="120000"/>
              </a:lnSpc>
              <a:buFont typeface="Wingdings" panose="05000000000000000000" pitchFamily="2" charset="2"/>
              <a:buChar char="§"/>
            </a:pPr>
            <a:r>
              <a:rPr lang="en-US" sz="2400" dirty="0"/>
              <a:t> Python, C++</a:t>
            </a:r>
          </a:p>
          <a:p>
            <a:pPr lvl="3">
              <a:lnSpc>
                <a:spcPct val="120000"/>
              </a:lnSpc>
              <a:buFont typeface="Wingdings" panose="05000000000000000000" pitchFamily="2" charset="2"/>
              <a:buChar char="§"/>
            </a:pPr>
            <a:r>
              <a:rPr lang="en-US" sz="2400" dirty="0"/>
              <a:t> MATLAB, Julia</a:t>
            </a:r>
          </a:p>
          <a:p>
            <a:pPr lvl="3">
              <a:lnSpc>
                <a:spcPct val="120000"/>
              </a:lnSpc>
              <a:buFont typeface="Wingdings" panose="05000000000000000000" pitchFamily="2" charset="2"/>
              <a:buChar char="§"/>
            </a:pPr>
            <a:r>
              <a:rPr lang="en-US" sz="2400" dirty="0"/>
              <a:t> </a:t>
            </a:r>
            <a:r>
              <a:rPr lang="en-US" sz="2400" dirty="0" err="1"/>
              <a:t>PyTorch</a:t>
            </a:r>
            <a:r>
              <a:rPr lang="en-US" sz="2400" dirty="0"/>
              <a:t>, </a:t>
            </a:r>
            <a:r>
              <a:rPr lang="en-US" sz="2400" dirty="0" err="1"/>
              <a:t>TorchVision</a:t>
            </a:r>
            <a:r>
              <a:rPr lang="en-US" sz="2400" dirty="0"/>
              <a:t>, OpenCV etc.</a:t>
            </a:r>
          </a:p>
          <a:p>
            <a:pPr lvl="2">
              <a:lnSpc>
                <a:spcPct val="120000"/>
              </a:lnSpc>
              <a:buFont typeface="Wingdings" panose="05000000000000000000" pitchFamily="2" charset="2"/>
              <a:buChar char="§"/>
            </a:pPr>
            <a:endParaRPr lang="en-US" sz="2000" dirty="0"/>
          </a:p>
          <a:p>
            <a:pPr marL="320040" lvl="1" indent="0">
              <a:lnSpc>
                <a:spcPct val="120000"/>
              </a:lnSpc>
              <a:buNone/>
            </a:pPr>
            <a:endParaRPr lang="en-US" sz="2400" b="1" dirty="0">
              <a:solidFill>
                <a:srgbClr val="7030A0"/>
              </a:solidFill>
            </a:endParaRPr>
          </a:p>
        </p:txBody>
      </p:sp>
    </p:spTree>
    <p:extLst>
      <p:ext uri="{BB962C8B-B14F-4D97-AF65-F5344CB8AC3E}">
        <p14:creationId xmlns:p14="http://schemas.microsoft.com/office/powerpoint/2010/main" val="618281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E44C7-E16E-48B1-973C-D52A305D6F3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F110C03-CBD0-F2F5-2A6C-0F0D247BF96C}"/>
              </a:ext>
            </a:extLst>
          </p:cNvPr>
          <p:cNvSpPr/>
          <p:nvPr/>
        </p:nvSpPr>
        <p:spPr>
          <a:xfrm>
            <a:off x="0" y="0"/>
            <a:ext cx="12192000" cy="87376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GB" sz="4000" b="1" dirty="0">
                <a:latin typeface="Centary school"/>
              </a:rPr>
              <a:t>3. Students’ Assessment</a:t>
            </a:r>
            <a:endParaRPr lang="en-PK" sz="4000" b="1" dirty="0">
              <a:latin typeface="Centary school"/>
            </a:endParaRPr>
          </a:p>
        </p:txBody>
      </p:sp>
      <p:sp>
        <p:nvSpPr>
          <p:cNvPr id="7" name="Rectangle 4">
            <a:extLst>
              <a:ext uri="{FF2B5EF4-FFF2-40B4-BE49-F238E27FC236}">
                <a16:creationId xmlns:a16="http://schemas.microsoft.com/office/drawing/2014/main" id="{6B500302-0901-07B3-1A64-85423D03900F}"/>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5</a:t>
            </a:r>
            <a:endParaRPr lang="en-PK" sz="4400" dirty="0">
              <a:latin typeface="Centary school"/>
            </a:endParaRPr>
          </a:p>
        </p:txBody>
      </p:sp>
      <p:sp>
        <p:nvSpPr>
          <p:cNvPr id="9" name="TextBox 8">
            <a:extLst>
              <a:ext uri="{FF2B5EF4-FFF2-40B4-BE49-F238E27FC236}">
                <a16:creationId xmlns:a16="http://schemas.microsoft.com/office/drawing/2014/main" id="{B5F31278-56B2-6017-BE44-8ABB40A618A3}"/>
              </a:ext>
            </a:extLst>
          </p:cNvPr>
          <p:cNvSpPr txBox="1"/>
          <p:nvPr/>
        </p:nvSpPr>
        <p:spPr>
          <a:xfrm>
            <a:off x="310523" y="873760"/>
            <a:ext cx="9182100" cy="5724644"/>
          </a:xfrm>
          <a:prstGeom prst="rect">
            <a:avLst/>
          </a:prstGeom>
          <a:noFill/>
        </p:spPr>
        <p:txBody>
          <a:bodyPr wrap="square">
            <a:spAutoFit/>
          </a:bodyPr>
          <a:lstStyle/>
          <a:p>
            <a:pPr marL="742950" lvl="1" indent="-285750">
              <a:buFont typeface="Arial" panose="020B0604020202020204" pitchFamily="34" charset="0"/>
              <a:buChar char="•"/>
            </a:pPr>
            <a:r>
              <a:rPr lang="en-US" sz="2200" dirty="0"/>
              <a:t>Attendance: 10%</a:t>
            </a:r>
          </a:p>
          <a:p>
            <a:pPr marL="742950" lvl="1" indent="-285750">
              <a:buFont typeface="Arial" panose="020B0604020202020204" pitchFamily="34" charset="0"/>
              <a:buChar char="•"/>
            </a:pPr>
            <a:r>
              <a:rPr lang="en-US" sz="2200" dirty="0"/>
              <a:t>Mid-term exam: 20%</a:t>
            </a:r>
          </a:p>
          <a:p>
            <a:pPr marL="742950" lvl="1" indent="-285750">
              <a:buFont typeface="Arial" panose="020B0604020202020204" pitchFamily="34" charset="0"/>
              <a:buChar char="•"/>
            </a:pPr>
            <a:r>
              <a:rPr lang="en-US" sz="2200" dirty="0"/>
              <a:t>Final-term exam: 40%</a:t>
            </a:r>
          </a:p>
          <a:p>
            <a:pPr marL="742950" lvl="1" indent="-285750">
              <a:buFont typeface="Arial" panose="020B0604020202020204" pitchFamily="34" charset="0"/>
              <a:buChar char="•"/>
            </a:pPr>
            <a:r>
              <a:rPr lang="en-US" sz="2200" dirty="0"/>
              <a:t>Practice Assignment (PA)/Quizzes/Homework etc.: 15%</a:t>
            </a:r>
          </a:p>
          <a:p>
            <a:pPr marL="742950" lvl="1" indent="-285750">
              <a:buFont typeface="Arial" panose="020B0604020202020204" pitchFamily="34" charset="0"/>
              <a:buChar char="•"/>
            </a:pPr>
            <a:r>
              <a:rPr lang="en-US" sz="2200" dirty="0"/>
              <a:t>Presentation: 15%</a:t>
            </a:r>
            <a:br>
              <a:rPr lang="en-US" sz="2400" dirty="0"/>
            </a:br>
            <a:endParaRPr lang="en-US" sz="2400" b="1" dirty="0"/>
          </a:p>
          <a:p>
            <a:pPr marL="742950" lvl="1" indent="-285750">
              <a:buFont typeface="Arial" panose="020B0604020202020204" pitchFamily="34" charset="0"/>
              <a:buChar char="•"/>
            </a:pPr>
            <a:r>
              <a:rPr lang="en-US" sz="2400" b="1" dirty="0"/>
              <a:t>Project</a:t>
            </a:r>
          </a:p>
          <a:p>
            <a:pPr marL="1257300" lvl="2" indent="-342900">
              <a:buFont typeface="Arial" panose="020B0604020202020204" pitchFamily="34" charset="0"/>
              <a:buChar char="•"/>
            </a:pPr>
            <a:r>
              <a:rPr lang="en-US" sz="2000" dirty="0"/>
              <a:t>Multimodal AI and your major related project completion</a:t>
            </a:r>
          </a:p>
          <a:p>
            <a:pPr marL="1257300" lvl="2" indent="-342900">
              <a:buFont typeface="Arial" panose="020B0604020202020204" pitchFamily="34" charset="0"/>
              <a:buChar char="•"/>
            </a:pPr>
            <a:r>
              <a:rPr lang="en-US" sz="2000" dirty="0"/>
              <a:t>Survey/Research articles</a:t>
            </a:r>
          </a:p>
          <a:p>
            <a:pPr marL="765810" lvl="2" indent="-171450">
              <a:buFont typeface="Arial" panose="020B0604020202020204" pitchFamily="34" charset="0"/>
              <a:buChar char="•"/>
            </a:pPr>
            <a:endParaRPr lang="en-US" sz="2000" dirty="0"/>
          </a:p>
          <a:p>
            <a:pPr marL="742950" lvl="1" indent="-285750">
              <a:buFont typeface="Arial" panose="020B0604020202020204" pitchFamily="34" charset="0"/>
              <a:buChar char="•"/>
            </a:pPr>
            <a:r>
              <a:rPr lang="en-US" sz="2400" b="1" dirty="0"/>
              <a:t>Subjective</a:t>
            </a:r>
          </a:p>
          <a:p>
            <a:pPr marL="1257300" lvl="2" indent="-342900">
              <a:buFont typeface="Arial" panose="020B0604020202020204" pitchFamily="34" charset="0"/>
              <a:buChar char="•"/>
            </a:pPr>
            <a:r>
              <a:rPr lang="en-US" sz="2000" dirty="0"/>
              <a:t>Short-answer essay</a:t>
            </a:r>
          </a:p>
          <a:p>
            <a:pPr marL="1257300" lvl="2" indent="-342900">
              <a:buFont typeface="Arial" panose="020B0604020202020204" pitchFamily="34" charset="0"/>
              <a:buChar char="•"/>
            </a:pPr>
            <a:r>
              <a:rPr lang="en-US" sz="2000" dirty="0"/>
              <a:t>Extended-response essay</a:t>
            </a:r>
          </a:p>
          <a:p>
            <a:pPr marL="1257300" lvl="2" indent="-342900">
              <a:buFont typeface="Arial" panose="020B0604020202020204" pitchFamily="34" charset="0"/>
              <a:buChar char="•"/>
            </a:pPr>
            <a:r>
              <a:rPr lang="en-US" sz="2000" dirty="0"/>
              <a:t>Problem solving</a:t>
            </a:r>
          </a:p>
          <a:p>
            <a:pPr marL="1257300" lvl="2" indent="-342900">
              <a:buFont typeface="Arial" panose="020B0604020202020204" pitchFamily="34" charset="0"/>
              <a:buChar char="•"/>
            </a:pPr>
            <a:endParaRPr lang="en-US" sz="2000" dirty="0"/>
          </a:p>
          <a:p>
            <a:pPr marL="800100" lvl="1" indent="-342900">
              <a:buFont typeface="Arial" panose="020B0604020202020204" pitchFamily="34" charset="0"/>
              <a:buChar char="•"/>
            </a:pPr>
            <a:r>
              <a:rPr lang="en-US" sz="2400" b="1" dirty="0"/>
              <a:t>Cheating/Copy Paste Policy</a:t>
            </a:r>
          </a:p>
          <a:p>
            <a:pPr marL="1257300" lvl="2" indent="-342900">
              <a:buFont typeface="Arial" panose="020B0604020202020204" pitchFamily="34" charset="0"/>
              <a:buChar char="•"/>
            </a:pPr>
            <a:r>
              <a:rPr lang="en-US" sz="2000" dirty="0"/>
              <a:t>Automatic </a:t>
            </a:r>
            <a:r>
              <a:rPr lang="en-US" sz="2000" dirty="0">
                <a:solidFill>
                  <a:srgbClr val="FF0000"/>
                </a:solidFill>
              </a:rPr>
              <a:t>F</a:t>
            </a:r>
            <a:r>
              <a:rPr lang="en-US" sz="2000" dirty="0"/>
              <a:t> for both</a:t>
            </a:r>
          </a:p>
        </p:txBody>
      </p:sp>
      <p:pic>
        <p:nvPicPr>
          <p:cNvPr id="2" name="Picture 1">
            <a:extLst>
              <a:ext uri="{FF2B5EF4-FFF2-40B4-BE49-F238E27FC236}">
                <a16:creationId xmlns:a16="http://schemas.microsoft.com/office/drawing/2014/main" id="{9E039962-1162-4E19-97AA-62C74F88A7F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45251" y="5529609"/>
            <a:ext cx="866675" cy="866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90215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2F789-BC13-A152-FAAF-9D16E9670CD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57B009E-4140-2CA7-E7A3-269B500783FA}"/>
              </a:ext>
            </a:extLst>
          </p:cNvPr>
          <p:cNvSpPr/>
          <p:nvPr/>
        </p:nvSpPr>
        <p:spPr>
          <a:xfrm>
            <a:off x="0" y="0"/>
            <a:ext cx="12192000" cy="87376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GB" sz="4000" b="1" dirty="0">
                <a:latin typeface="Centary school"/>
              </a:rPr>
              <a:t>4. Contact </a:t>
            </a:r>
            <a:r>
              <a:rPr lang="en-US" sz="4000" b="1" dirty="0">
                <a:latin typeface="Centary school"/>
              </a:rPr>
              <a:t>Instructions</a:t>
            </a:r>
            <a:endParaRPr lang="en-PK" sz="4000" b="1" dirty="0">
              <a:latin typeface="Centary school"/>
            </a:endParaRPr>
          </a:p>
        </p:txBody>
      </p:sp>
      <p:sp>
        <p:nvSpPr>
          <p:cNvPr id="7" name="Rectangle 4">
            <a:extLst>
              <a:ext uri="{FF2B5EF4-FFF2-40B4-BE49-F238E27FC236}">
                <a16:creationId xmlns:a16="http://schemas.microsoft.com/office/drawing/2014/main" id="{AD9E15B1-0C9D-FF6C-DC4F-4B55CCBB2E4A}"/>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6</a:t>
            </a:r>
            <a:endParaRPr lang="en-PK" sz="4400" dirty="0">
              <a:latin typeface="Centary school"/>
            </a:endParaRPr>
          </a:p>
        </p:txBody>
      </p:sp>
      <p:sp>
        <p:nvSpPr>
          <p:cNvPr id="9" name="TextBox 8">
            <a:extLst>
              <a:ext uri="{FF2B5EF4-FFF2-40B4-BE49-F238E27FC236}">
                <a16:creationId xmlns:a16="http://schemas.microsoft.com/office/drawing/2014/main" id="{10AC380E-0785-58E8-A127-F90D26084AC1}"/>
              </a:ext>
            </a:extLst>
          </p:cNvPr>
          <p:cNvSpPr txBox="1"/>
          <p:nvPr/>
        </p:nvSpPr>
        <p:spPr>
          <a:xfrm>
            <a:off x="355600" y="979416"/>
            <a:ext cx="11563797" cy="5511573"/>
          </a:xfrm>
          <a:prstGeom prst="rect">
            <a:avLst/>
          </a:prstGeom>
          <a:noFill/>
        </p:spPr>
        <p:txBody>
          <a:bodyPr wrap="square">
            <a:spAutoFit/>
          </a:bodyPr>
          <a:lstStyle/>
          <a:p>
            <a:pPr lvl="1">
              <a:lnSpc>
                <a:spcPct val="120000"/>
              </a:lnSpc>
            </a:pPr>
            <a:r>
              <a:rPr lang="en-US" sz="2000" b="1" dirty="0"/>
              <a:t>E-mail (Preferred)</a:t>
            </a:r>
          </a:p>
          <a:p>
            <a:pPr marL="1200150" lvl="2" indent="-285750">
              <a:lnSpc>
                <a:spcPct val="150000"/>
              </a:lnSpc>
              <a:buFont typeface="Arial" panose="020B0604020202020204" pitchFamily="34" charset="0"/>
              <a:buChar char="•"/>
            </a:pPr>
            <a:r>
              <a:rPr lang="en-US" dirty="0">
                <a:hlinkClick r:id="rId2"/>
              </a:rPr>
              <a:t>khanmuhammad@g.skku.edu</a:t>
            </a:r>
            <a:r>
              <a:rPr lang="en-US" dirty="0"/>
              <a:t> (preferred)</a:t>
            </a:r>
          </a:p>
          <a:p>
            <a:pPr marL="1200150" lvl="2" indent="-285750">
              <a:lnSpc>
                <a:spcPct val="150000"/>
              </a:lnSpc>
              <a:buFont typeface="Arial" panose="020B0604020202020204" pitchFamily="34" charset="0"/>
              <a:buChar char="•"/>
            </a:pPr>
            <a:r>
              <a:rPr lang="en-US" dirty="0">
                <a:hlinkClick r:id="rId3"/>
              </a:rPr>
              <a:t>khanmuhammad@skku.edu</a:t>
            </a:r>
            <a:r>
              <a:rPr lang="en-US" dirty="0"/>
              <a:t> </a:t>
            </a:r>
          </a:p>
          <a:p>
            <a:pPr marL="1200150" lvl="2" indent="-285750">
              <a:lnSpc>
                <a:spcPct val="150000"/>
              </a:lnSpc>
              <a:buFont typeface="Arial" panose="020B0604020202020204" pitchFamily="34" charset="0"/>
              <a:buChar char="•"/>
            </a:pPr>
            <a:r>
              <a:rPr lang="en-US" dirty="0"/>
              <a:t>Information needed (in English)</a:t>
            </a:r>
          </a:p>
          <a:p>
            <a:pPr marL="1840230" lvl="4" indent="-514350">
              <a:lnSpc>
                <a:spcPct val="150000"/>
              </a:lnSpc>
              <a:buFont typeface="+mj-lt"/>
              <a:buAutoNum type="romanLcPeriod"/>
            </a:pPr>
            <a:r>
              <a:rPr lang="en-US" dirty="0"/>
              <a:t>Subject of the Email</a:t>
            </a:r>
          </a:p>
          <a:p>
            <a:pPr marL="1840230" lvl="4" indent="-514350">
              <a:lnSpc>
                <a:spcPct val="150000"/>
              </a:lnSpc>
              <a:buFont typeface="+mj-lt"/>
              <a:buAutoNum type="romanLcPeriod"/>
            </a:pPr>
            <a:r>
              <a:rPr lang="en-US" dirty="0"/>
              <a:t>Student Name</a:t>
            </a:r>
          </a:p>
          <a:p>
            <a:pPr marL="1840230" lvl="4" indent="-514350">
              <a:lnSpc>
                <a:spcPct val="150000"/>
              </a:lnSpc>
              <a:buFont typeface="+mj-lt"/>
              <a:buAutoNum type="romanLcPeriod"/>
            </a:pPr>
            <a:r>
              <a:rPr lang="en-US" dirty="0"/>
              <a:t>Student ID</a:t>
            </a:r>
          </a:p>
          <a:p>
            <a:pPr marL="1840230" lvl="4" indent="-514350">
              <a:lnSpc>
                <a:spcPct val="150000"/>
              </a:lnSpc>
              <a:buFont typeface="+mj-lt"/>
              <a:buAutoNum type="romanLcPeriod"/>
            </a:pPr>
            <a:r>
              <a:rPr lang="en-US" dirty="0"/>
              <a:t>Email’s Content/Query/Question/Feedback/Suggestions etc.</a:t>
            </a:r>
          </a:p>
          <a:p>
            <a:pPr marL="868680" lvl="3" indent="0">
              <a:lnSpc>
                <a:spcPct val="120000"/>
              </a:lnSpc>
              <a:buNone/>
            </a:pPr>
            <a:endParaRPr lang="en-US" sz="500" dirty="0"/>
          </a:p>
          <a:p>
            <a:pPr lvl="1">
              <a:lnSpc>
                <a:spcPct val="120000"/>
              </a:lnSpc>
            </a:pPr>
            <a:r>
              <a:rPr lang="en-US" sz="2000" b="1" dirty="0"/>
              <a:t>Office</a:t>
            </a:r>
          </a:p>
          <a:p>
            <a:pPr marL="1200150" lvl="2" indent="-285750">
              <a:lnSpc>
                <a:spcPct val="120000"/>
              </a:lnSpc>
              <a:buFont typeface="Arial" panose="020B0604020202020204" pitchFamily="34" charset="0"/>
              <a:buChar char="•"/>
            </a:pPr>
            <a:r>
              <a:rPr lang="en-US" dirty="0"/>
              <a:t>International Hall, Room # 90326</a:t>
            </a:r>
          </a:p>
          <a:p>
            <a:pPr marL="1200150" lvl="2" indent="-285750">
              <a:lnSpc>
                <a:spcPct val="120000"/>
              </a:lnSpc>
              <a:buFont typeface="Arial" panose="020B0604020202020204" pitchFamily="34" charset="0"/>
              <a:buChar char="•"/>
            </a:pPr>
            <a:r>
              <a:rPr lang="en-US" dirty="0"/>
              <a:t>A prior appointment through e-mail is required (extremely serious matters)</a:t>
            </a:r>
          </a:p>
          <a:p>
            <a:pPr marL="1200150" lvl="2" indent="-285750">
              <a:lnSpc>
                <a:spcPct val="120000"/>
              </a:lnSpc>
              <a:buFont typeface="Arial" panose="020B0604020202020204" pitchFamily="34" charset="0"/>
              <a:buChar char="•"/>
            </a:pPr>
            <a:r>
              <a:rPr lang="en-US" dirty="0"/>
              <a:t>Online Zoom/Google Meet meetings can be arranged with flexibility.</a:t>
            </a:r>
          </a:p>
          <a:p>
            <a:pPr lvl="1">
              <a:lnSpc>
                <a:spcPct val="120000"/>
              </a:lnSpc>
            </a:pPr>
            <a:r>
              <a:rPr lang="en-US" sz="2000" b="1" dirty="0"/>
              <a:t>TA</a:t>
            </a:r>
          </a:p>
          <a:p>
            <a:pPr marL="1200150" lvl="2" indent="-285750">
              <a:lnSpc>
                <a:spcPct val="120000"/>
              </a:lnSpc>
              <a:buFont typeface="Arial" panose="020B0604020202020204" pitchFamily="34" charset="0"/>
              <a:buChar char="•"/>
            </a:pPr>
            <a:r>
              <a:rPr lang="en-US" dirty="0"/>
              <a:t>Wajahat, Master Student (</a:t>
            </a:r>
            <a:r>
              <a:rPr lang="en-US" dirty="0">
                <a:hlinkClick r:id="rId4"/>
              </a:rPr>
              <a:t>wajahatullah@g.skku.edu</a:t>
            </a:r>
            <a:r>
              <a:rPr lang="en-US" dirty="0"/>
              <a:t>)</a:t>
            </a:r>
          </a:p>
        </p:txBody>
      </p:sp>
    </p:spTree>
    <p:extLst>
      <p:ext uri="{BB962C8B-B14F-4D97-AF65-F5344CB8AC3E}">
        <p14:creationId xmlns:p14="http://schemas.microsoft.com/office/powerpoint/2010/main" val="1363446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E82CB-1D0A-B770-161C-6C4E9E8EB7D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03ACB6FA-5EBC-450A-9842-84DF7AADC2E8}"/>
              </a:ext>
            </a:extLst>
          </p:cNvPr>
          <p:cNvSpPr/>
          <p:nvPr/>
        </p:nvSpPr>
        <p:spPr>
          <a:xfrm>
            <a:off x="0" y="0"/>
            <a:ext cx="12192000" cy="87376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GB" sz="4000" b="1" dirty="0">
                <a:latin typeface="Centary school"/>
              </a:rPr>
              <a:t>5. Course Rules/Regulations</a:t>
            </a:r>
            <a:endParaRPr lang="en-PK" sz="4000" b="1" dirty="0">
              <a:latin typeface="Centary school"/>
            </a:endParaRPr>
          </a:p>
        </p:txBody>
      </p:sp>
      <p:sp>
        <p:nvSpPr>
          <p:cNvPr id="7" name="Rectangle 4">
            <a:extLst>
              <a:ext uri="{FF2B5EF4-FFF2-40B4-BE49-F238E27FC236}">
                <a16:creationId xmlns:a16="http://schemas.microsoft.com/office/drawing/2014/main" id="{C224B92D-5B74-E12F-B5D3-C55F9EA777AC}"/>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7</a:t>
            </a:r>
            <a:endParaRPr lang="en-PK" sz="4400" dirty="0">
              <a:latin typeface="Centary school"/>
            </a:endParaRPr>
          </a:p>
        </p:txBody>
      </p:sp>
      <p:sp>
        <p:nvSpPr>
          <p:cNvPr id="9" name="TextBox 8">
            <a:extLst>
              <a:ext uri="{FF2B5EF4-FFF2-40B4-BE49-F238E27FC236}">
                <a16:creationId xmlns:a16="http://schemas.microsoft.com/office/drawing/2014/main" id="{EFF6E84F-E8FC-40FE-5EC6-7B5592F36710}"/>
              </a:ext>
            </a:extLst>
          </p:cNvPr>
          <p:cNvSpPr txBox="1"/>
          <p:nvPr/>
        </p:nvSpPr>
        <p:spPr>
          <a:xfrm>
            <a:off x="355600" y="979416"/>
            <a:ext cx="10906449" cy="4424866"/>
          </a:xfrm>
          <a:prstGeom prst="rect">
            <a:avLst/>
          </a:prstGeom>
          <a:noFill/>
        </p:spPr>
        <p:txBody>
          <a:bodyPr wrap="square">
            <a:spAutoFit/>
          </a:bodyPr>
          <a:lstStyle/>
          <a:p>
            <a:pPr marL="800100" lvl="1" indent="-342900">
              <a:lnSpc>
                <a:spcPct val="120000"/>
              </a:lnSpc>
              <a:buFont typeface="Arial" panose="020B0604020202020204" pitchFamily="34" charset="0"/>
              <a:buChar char="•"/>
            </a:pPr>
            <a:r>
              <a:rPr lang="en-US" sz="2400" dirty="0"/>
              <a:t>Assignment/Homework via e-mail is not encouraged (exceptional).</a:t>
            </a:r>
          </a:p>
          <a:p>
            <a:pPr marL="800100" lvl="1" indent="-342900">
              <a:lnSpc>
                <a:spcPct val="120000"/>
              </a:lnSpc>
              <a:buFont typeface="Arial" panose="020B0604020202020204" pitchFamily="34" charset="0"/>
              <a:buChar char="•"/>
            </a:pPr>
            <a:endParaRPr lang="en-US" sz="2400" dirty="0"/>
          </a:p>
          <a:p>
            <a:pPr marL="800100" lvl="1" indent="-342900">
              <a:lnSpc>
                <a:spcPct val="120000"/>
              </a:lnSpc>
              <a:buFont typeface="Arial" panose="020B0604020202020204" pitchFamily="34" charset="0"/>
              <a:buChar char="•"/>
            </a:pPr>
            <a:r>
              <a:rPr lang="en-US" sz="2400" dirty="0">
                <a:hlinkClick r:id="rId2"/>
              </a:rPr>
              <a:t>Assessment rubrics </a:t>
            </a:r>
            <a:r>
              <a:rPr lang="en-US" sz="2400" dirty="0"/>
              <a:t>will be followed to evaluate assignments/projects and exams (depending on the need).</a:t>
            </a:r>
          </a:p>
          <a:p>
            <a:pPr marL="800100" lvl="1" indent="-342900">
              <a:lnSpc>
                <a:spcPct val="120000"/>
              </a:lnSpc>
              <a:buFont typeface="Arial" panose="020B0604020202020204" pitchFamily="34" charset="0"/>
              <a:buChar char="•"/>
            </a:pPr>
            <a:endParaRPr lang="en-US" sz="2400" dirty="0"/>
          </a:p>
          <a:p>
            <a:pPr marL="800100" lvl="1" indent="-342900">
              <a:lnSpc>
                <a:spcPct val="120000"/>
              </a:lnSpc>
              <a:buFont typeface="Arial" panose="020B0604020202020204" pitchFamily="34" charset="0"/>
              <a:buChar char="•"/>
            </a:pPr>
            <a:r>
              <a:rPr lang="en-US" sz="2400" dirty="0"/>
              <a:t>University/Department rules and regulations must be followed.</a:t>
            </a:r>
          </a:p>
          <a:p>
            <a:pPr marL="800100" lvl="1" indent="-342900">
              <a:lnSpc>
                <a:spcPct val="120000"/>
              </a:lnSpc>
              <a:buFont typeface="Arial" panose="020B0604020202020204" pitchFamily="34" charset="0"/>
              <a:buChar char="•"/>
            </a:pPr>
            <a:endParaRPr lang="en-US" sz="2400" dirty="0"/>
          </a:p>
          <a:p>
            <a:pPr marL="800100" lvl="1" indent="-342900">
              <a:lnSpc>
                <a:spcPct val="120000"/>
              </a:lnSpc>
              <a:buFont typeface="Arial" panose="020B0604020202020204" pitchFamily="34" charset="0"/>
              <a:buChar char="•"/>
            </a:pPr>
            <a:r>
              <a:rPr lang="en-US" sz="2400" dirty="0"/>
              <a:t>More: Will be explained from time to time</a:t>
            </a:r>
          </a:p>
          <a:p>
            <a:pPr lvl="2">
              <a:lnSpc>
                <a:spcPct val="120000"/>
              </a:lnSpc>
            </a:pPr>
            <a:endParaRPr lang="en-US" sz="2000" dirty="0"/>
          </a:p>
          <a:p>
            <a:pPr marL="320040" lvl="1" indent="0">
              <a:lnSpc>
                <a:spcPct val="120000"/>
              </a:lnSpc>
              <a:buNone/>
            </a:pPr>
            <a:endParaRPr lang="en-US" sz="2400" b="1" dirty="0">
              <a:solidFill>
                <a:srgbClr val="7030A0"/>
              </a:solidFill>
            </a:endParaRPr>
          </a:p>
        </p:txBody>
      </p:sp>
    </p:spTree>
    <p:extLst>
      <p:ext uri="{BB962C8B-B14F-4D97-AF65-F5344CB8AC3E}">
        <p14:creationId xmlns:p14="http://schemas.microsoft.com/office/powerpoint/2010/main" val="31246437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D741A3-938A-C89E-D95F-4D997EA6121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3817FA8C-7CBD-1CE3-C297-E6393CC0E7DC}"/>
              </a:ext>
            </a:extLst>
          </p:cNvPr>
          <p:cNvSpPr/>
          <p:nvPr/>
        </p:nvSpPr>
        <p:spPr>
          <a:xfrm>
            <a:off x="0" y="0"/>
            <a:ext cx="12192000" cy="87376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GB" sz="4000" b="1" dirty="0">
                <a:latin typeface="Centary school"/>
              </a:rPr>
              <a:t>6. Professor’s Bio</a:t>
            </a:r>
            <a:endParaRPr lang="en-PK" sz="4000" b="1" dirty="0">
              <a:latin typeface="Centary school"/>
            </a:endParaRPr>
          </a:p>
        </p:txBody>
      </p:sp>
      <p:sp>
        <p:nvSpPr>
          <p:cNvPr id="7" name="Rectangle 4">
            <a:extLst>
              <a:ext uri="{FF2B5EF4-FFF2-40B4-BE49-F238E27FC236}">
                <a16:creationId xmlns:a16="http://schemas.microsoft.com/office/drawing/2014/main" id="{B104D1D2-19A6-2FFB-8FC1-560432FE62C9}"/>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8</a:t>
            </a:r>
            <a:endParaRPr lang="en-PK" sz="4400" dirty="0">
              <a:latin typeface="Centary school"/>
            </a:endParaRPr>
          </a:p>
        </p:txBody>
      </p:sp>
      <p:sp>
        <p:nvSpPr>
          <p:cNvPr id="2" name="모서리가 둥근 직사각형 26">
            <a:extLst>
              <a:ext uri="{FF2B5EF4-FFF2-40B4-BE49-F238E27FC236}">
                <a16:creationId xmlns:a16="http://schemas.microsoft.com/office/drawing/2014/main" id="{43ADFCC6-D479-4A9F-B6AB-8160FC5B93C3}"/>
              </a:ext>
            </a:extLst>
          </p:cNvPr>
          <p:cNvSpPr/>
          <p:nvPr/>
        </p:nvSpPr>
        <p:spPr>
          <a:xfrm>
            <a:off x="1748752" y="6191694"/>
            <a:ext cx="4350186" cy="292537"/>
          </a:xfrm>
          <a:prstGeom prst="roundRect">
            <a:avLst>
              <a:gd name="adj" fmla="val 6094"/>
            </a:avLst>
          </a:prstGeom>
          <a:gradFill flip="none" rotWithShape="1">
            <a:gsLst>
              <a:gs pos="100000">
                <a:srgbClr val="FFFFFF"/>
              </a:gs>
              <a:gs pos="0">
                <a:schemeClr val="bg1">
                  <a:lumMod val="95000"/>
                </a:schemeClr>
              </a:gs>
            </a:gsLst>
            <a:lin ang="16200000" scaled="1"/>
            <a:tileRect/>
          </a:gra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noProof="0" dirty="0">
                <a:ln>
                  <a:noFill/>
                </a:ln>
                <a:solidFill>
                  <a:srgbClr val="1F497D">
                    <a:lumMod val="50000"/>
                  </a:srgbClr>
                </a:solidFill>
                <a:effectLst/>
                <a:uLnTx/>
                <a:uFillTx/>
                <a:latin typeface="Calibri"/>
                <a:ea typeface="맑은 고딕" panose="020B0503020000020004" pitchFamily="34" charset="-127"/>
              </a:rPr>
              <a:t> </a:t>
            </a:r>
            <a:r>
              <a:rPr lang="en-US" altLang="ko-KR" sz="1200" b="1" dirty="0">
                <a:solidFill>
                  <a:srgbClr val="1F497D">
                    <a:lumMod val="50000"/>
                  </a:srgbClr>
                </a:solidFill>
                <a:latin typeface="Calibri"/>
                <a:ea typeface="맑은 고딕" panose="020B0503020000020004" pitchFamily="34" charset="-127"/>
              </a:rPr>
              <a:t>10+</a:t>
            </a:r>
            <a:endParaRPr kumimoji="0" lang="ko-KR" altLang="en-US" sz="1200" b="1" i="0" u="none" strike="noStrike" kern="1200" cap="none" spc="0" normalizeH="0" noProof="0" dirty="0">
              <a:ln>
                <a:noFill/>
              </a:ln>
              <a:solidFill>
                <a:srgbClr val="1F497D">
                  <a:lumMod val="50000"/>
                </a:srgbClr>
              </a:solidFill>
              <a:effectLst/>
              <a:uLnTx/>
              <a:uFillTx/>
              <a:latin typeface="Calibri"/>
              <a:ea typeface="맑은 고딕" panose="020B0503020000020004" pitchFamily="34" charset="-127"/>
            </a:endParaRPr>
          </a:p>
        </p:txBody>
      </p:sp>
      <p:sp>
        <p:nvSpPr>
          <p:cNvPr id="3" name="모서리가 둥근 직사각형 26">
            <a:extLst>
              <a:ext uri="{FF2B5EF4-FFF2-40B4-BE49-F238E27FC236}">
                <a16:creationId xmlns:a16="http://schemas.microsoft.com/office/drawing/2014/main" id="{6935944A-FCC6-4F78-BB19-67B15136098C}"/>
              </a:ext>
            </a:extLst>
          </p:cNvPr>
          <p:cNvSpPr/>
          <p:nvPr/>
        </p:nvSpPr>
        <p:spPr>
          <a:xfrm>
            <a:off x="1740279" y="5882469"/>
            <a:ext cx="4350186" cy="292537"/>
          </a:xfrm>
          <a:prstGeom prst="roundRect">
            <a:avLst>
              <a:gd name="adj" fmla="val 6094"/>
            </a:avLst>
          </a:prstGeom>
          <a:gradFill flip="none" rotWithShape="1">
            <a:gsLst>
              <a:gs pos="100000">
                <a:srgbClr val="FFFFFF"/>
              </a:gs>
              <a:gs pos="0">
                <a:schemeClr val="bg1">
                  <a:lumMod val="95000"/>
                </a:schemeClr>
              </a:gs>
            </a:gsLst>
            <a:lin ang="16200000" scaled="1"/>
            <a:tileRect/>
          </a:gra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noProof="0" dirty="0">
                <a:ln>
                  <a:noFill/>
                </a:ln>
                <a:solidFill>
                  <a:srgbClr val="1F497D">
                    <a:lumMod val="50000"/>
                  </a:srgbClr>
                </a:solidFill>
                <a:effectLst/>
                <a:uLnTx/>
                <a:uFillTx/>
                <a:latin typeface="Calibri"/>
                <a:ea typeface="맑은 고딕" panose="020B0503020000020004" pitchFamily="34" charset="-127"/>
                <a:cs typeface="+mn-cs"/>
              </a:rPr>
              <a:t> 15</a:t>
            </a:r>
            <a:endParaRPr kumimoji="0" lang="ko-KR" altLang="en-US" sz="1200" b="1" i="0" u="none" strike="noStrike" kern="1200" cap="none" spc="0" normalizeH="0" noProof="0" dirty="0">
              <a:ln>
                <a:noFill/>
              </a:ln>
              <a:solidFill>
                <a:srgbClr val="1F497D">
                  <a:lumMod val="50000"/>
                </a:srgbClr>
              </a:solidFill>
              <a:effectLst/>
              <a:uLnTx/>
              <a:uFillTx/>
              <a:latin typeface="Calibri"/>
              <a:ea typeface="맑은 고딕" panose="020B0503020000020004" pitchFamily="34" charset="-127"/>
              <a:cs typeface="+mn-cs"/>
            </a:endParaRPr>
          </a:p>
        </p:txBody>
      </p:sp>
      <p:sp>
        <p:nvSpPr>
          <p:cNvPr id="4" name="모서리가 둥근 직사각형 26">
            <a:extLst>
              <a:ext uri="{FF2B5EF4-FFF2-40B4-BE49-F238E27FC236}">
                <a16:creationId xmlns:a16="http://schemas.microsoft.com/office/drawing/2014/main" id="{B65D2502-9558-46B3-9B7E-415BEF62ABB2}"/>
              </a:ext>
            </a:extLst>
          </p:cNvPr>
          <p:cNvSpPr/>
          <p:nvPr/>
        </p:nvSpPr>
        <p:spPr>
          <a:xfrm>
            <a:off x="1745813" y="5140072"/>
            <a:ext cx="4350186" cy="292537"/>
          </a:xfrm>
          <a:prstGeom prst="roundRect">
            <a:avLst>
              <a:gd name="adj" fmla="val 6094"/>
            </a:avLst>
          </a:prstGeom>
          <a:gradFill flip="none" rotWithShape="1">
            <a:gsLst>
              <a:gs pos="100000">
                <a:srgbClr val="FFFFFF"/>
              </a:gs>
              <a:gs pos="0">
                <a:schemeClr val="bg1">
                  <a:lumMod val="95000"/>
                </a:schemeClr>
              </a:gs>
            </a:gsLst>
            <a:lin ang="16200000" scaled="1"/>
            <a:tileRect/>
          </a:gra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noProof="0" dirty="0">
                <a:ln>
                  <a:noFill/>
                </a:ln>
                <a:solidFill>
                  <a:srgbClr val="1F497D">
                    <a:lumMod val="50000"/>
                  </a:srgbClr>
                </a:solidFill>
                <a:effectLst/>
                <a:uLnTx/>
                <a:uFillTx/>
                <a:latin typeface="Calibri"/>
                <a:ea typeface="맑은 고딕" panose="020B0503020000020004" pitchFamily="34" charset="-127"/>
              </a:rPr>
              <a:t> </a:t>
            </a:r>
            <a:r>
              <a:rPr lang="en-US" altLang="ko-KR" sz="1200" b="1" noProof="0" dirty="0">
                <a:solidFill>
                  <a:srgbClr val="1F497D">
                    <a:lumMod val="50000"/>
                  </a:srgbClr>
                </a:solidFill>
                <a:latin typeface="Calibri"/>
                <a:ea typeface="맑은 고딕" panose="020B0503020000020004" pitchFamily="34" charset="-127"/>
              </a:rPr>
              <a:t>1750</a:t>
            </a:r>
            <a:r>
              <a:rPr kumimoji="0" lang="en-US" altLang="ko-KR" sz="1200" b="1" i="0" u="none" strike="noStrike" kern="1200" cap="none" spc="0" normalizeH="0" noProof="0" dirty="0">
                <a:ln>
                  <a:noFill/>
                </a:ln>
                <a:solidFill>
                  <a:srgbClr val="1F497D">
                    <a:lumMod val="50000"/>
                  </a:srgbClr>
                </a:solidFill>
                <a:effectLst/>
                <a:uLnTx/>
                <a:uFillTx/>
                <a:latin typeface="Calibri"/>
                <a:ea typeface="맑은 고딕" panose="020B0503020000020004" pitchFamily="34" charset="-127"/>
              </a:rPr>
              <a:t>+</a:t>
            </a:r>
            <a:endParaRPr kumimoji="0" lang="ko-KR" altLang="en-US" sz="1200" b="1" i="0" u="none" strike="noStrike" kern="1200" cap="none" spc="0" normalizeH="0" noProof="0" dirty="0">
              <a:ln>
                <a:noFill/>
              </a:ln>
              <a:solidFill>
                <a:srgbClr val="1F497D">
                  <a:lumMod val="50000"/>
                </a:srgbClr>
              </a:solidFill>
              <a:effectLst/>
              <a:uLnTx/>
              <a:uFillTx/>
              <a:latin typeface="Calibri"/>
              <a:ea typeface="맑은 고딕" panose="020B0503020000020004" pitchFamily="34" charset="-127"/>
            </a:endParaRPr>
          </a:p>
        </p:txBody>
      </p:sp>
      <p:sp>
        <p:nvSpPr>
          <p:cNvPr id="6" name="모서리가 둥근 직사각형 26">
            <a:extLst>
              <a:ext uri="{FF2B5EF4-FFF2-40B4-BE49-F238E27FC236}">
                <a16:creationId xmlns:a16="http://schemas.microsoft.com/office/drawing/2014/main" id="{849D4979-D54C-48F5-8809-D682419FE9FD}"/>
              </a:ext>
            </a:extLst>
          </p:cNvPr>
          <p:cNvSpPr/>
          <p:nvPr/>
        </p:nvSpPr>
        <p:spPr>
          <a:xfrm>
            <a:off x="1745813" y="4761077"/>
            <a:ext cx="4350186" cy="292537"/>
          </a:xfrm>
          <a:prstGeom prst="roundRect">
            <a:avLst>
              <a:gd name="adj" fmla="val 6094"/>
            </a:avLst>
          </a:prstGeom>
          <a:gradFill flip="none" rotWithShape="1">
            <a:gsLst>
              <a:gs pos="100000">
                <a:srgbClr val="FFFFFF"/>
              </a:gs>
              <a:gs pos="0">
                <a:schemeClr val="bg1">
                  <a:lumMod val="95000"/>
                </a:schemeClr>
              </a:gs>
            </a:gsLst>
            <a:lin ang="16200000" scaled="1"/>
            <a:tileRect/>
          </a:gra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noProof="0" dirty="0">
                <a:ln>
                  <a:noFill/>
                </a:ln>
                <a:solidFill>
                  <a:srgbClr val="1F497D">
                    <a:lumMod val="50000"/>
                  </a:srgbClr>
                </a:solidFill>
                <a:effectLst/>
                <a:uLnTx/>
                <a:uFillTx/>
                <a:latin typeface="Calibri"/>
                <a:ea typeface="맑은 고딕" panose="020B0503020000020004" pitchFamily="34" charset="-127"/>
                <a:cs typeface="+mn-cs"/>
                <a:hlinkClick r:id="rId2"/>
              </a:rPr>
              <a:t> 32230+</a:t>
            </a:r>
            <a:r>
              <a:rPr kumimoji="0" lang="en-US" altLang="ko-KR" sz="1200" b="1" i="0" u="none" strike="noStrike" kern="1200" cap="none" spc="0" normalizeH="0" noProof="0" dirty="0">
                <a:ln>
                  <a:noFill/>
                </a:ln>
                <a:solidFill>
                  <a:srgbClr val="1F497D">
                    <a:lumMod val="50000"/>
                  </a:srgbClr>
                </a:solidFill>
                <a:effectLst/>
                <a:uLnTx/>
                <a:uFillTx/>
                <a:latin typeface="Calibri"/>
                <a:ea typeface="맑은 고딕" panose="020B0503020000020004" pitchFamily="34" charset="-127"/>
                <a:cs typeface="+mn-cs"/>
              </a:rPr>
              <a:t> (H-Index: 93)</a:t>
            </a:r>
            <a:endParaRPr kumimoji="0" lang="ko-KR" altLang="en-US" sz="1200" b="1" i="0" u="none" strike="noStrike" kern="1200" cap="none" spc="0" normalizeH="0" noProof="0" dirty="0">
              <a:ln>
                <a:noFill/>
              </a:ln>
              <a:solidFill>
                <a:schemeClr val="accent4"/>
              </a:solidFill>
              <a:effectLst/>
              <a:uLnTx/>
              <a:uFillTx/>
              <a:latin typeface="Calibri"/>
              <a:ea typeface="맑은 고딕" panose="020B0503020000020004" pitchFamily="34" charset="-127"/>
              <a:cs typeface="+mn-cs"/>
            </a:endParaRPr>
          </a:p>
        </p:txBody>
      </p:sp>
      <p:sp>
        <p:nvSpPr>
          <p:cNvPr id="8" name="모서리가 둥근 직사각형 26">
            <a:extLst>
              <a:ext uri="{FF2B5EF4-FFF2-40B4-BE49-F238E27FC236}">
                <a16:creationId xmlns:a16="http://schemas.microsoft.com/office/drawing/2014/main" id="{AB8A77CD-4E41-4D1A-832A-3934E28CA04B}"/>
              </a:ext>
            </a:extLst>
          </p:cNvPr>
          <p:cNvSpPr/>
          <p:nvPr/>
        </p:nvSpPr>
        <p:spPr>
          <a:xfrm>
            <a:off x="1745813" y="4389741"/>
            <a:ext cx="4350186" cy="292537"/>
          </a:xfrm>
          <a:prstGeom prst="roundRect">
            <a:avLst>
              <a:gd name="adj" fmla="val 6094"/>
            </a:avLst>
          </a:prstGeom>
          <a:gradFill flip="none" rotWithShape="1">
            <a:gsLst>
              <a:gs pos="100000">
                <a:srgbClr val="FFFFFF"/>
              </a:gs>
              <a:gs pos="0">
                <a:schemeClr val="bg1">
                  <a:lumMod val="95000"/>
                </a:schemeClr>
              </a:gs>
            </a:gsLst>
            <a:lin ang="16200000" scaled="1"/>
            <a:tileRect/>
          </a:gra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noProof="0" dirty="0">
                <a:ln>
                  <a:noFill/>
                </a:ln>
                <a:solidFill>
                  <a:srgbClr val="1F497D">
                    <a:lumMod val="50000"/>
                  </a:srgbClr>
                </a:solidFill>
                <a:effectLst/>
                <a:uLnTx/>
                <a:uFillTx/>
                <a:latin typeface="Calibri"/>
                <a:ea typeface="맑은 고딕" panose="020B0503020000020004" pitchFamily="34" charset="-127"/>
              </a:rPr>
              <a:t> 9</a:t>
            </a:r>
            <a:r>
              <a:rPr lang="en-US" altLang="ko-KR" sz="1200" b="1" dirty="0">
                <a:solidFill>
                  <a:srgbClr val="1F497D">
                    <a:lumMod val="50000"/>
                  </a:srgbClr>
                </a:solidFill>
                <a:latin typeface="Calibri"/>
                <a:ea typeface="맑은 고딕" panose="020B0503020000020004" pitchFamily="34" charset="-127"/>
              </a:rPr>
              <a:t>0+</a:t>
            </a:r>
            <a:endParaRPr kumimoji="0" lang="ko-KR" altLang="en-US" sz="1200" b="1" i="0" u="none" strike="noStrike" kern="1200" cap="none" spc="0" normalizeH="0" noProof="0" dirty="0">
              <a:ln>
                <a:noFill/>
              </a:ln>
              <a:solidFill>
                <a:srgbClr val="1F497D">
                  <a:lumMod val="50000"/>
                </a:srgbClr>
              </a:solidFill>
              <a:effectLst/>
              <a:uLnTx/>
              <a:uFillTx/>
              <a:latin typeface="Calibri"/>
              <a:ea typeface="맑은 고딕" panose="020B0503020000020004" pitchFamily="34" charset="-127"/>
            </a:endParaRPr>
          </a:p>
        </p:txBody>
      </p:sp>
      <p:sp>
        <p:nvSpPr>
          <p:cNvPr id="10" name="모서리가 둥근 직사각형 26">
            <a:extLst>
              <a:ext uri="{FF2B5EF4-FFF2-40B4-BE49-F238E27FC236}">
                <a16:creationId xmlns:a16="http://schemas.microsoft.com/office/drawing/2014/main" id="{428B9199-5EBB-4D1C-8460-C2FFA39CF5D4}"/>
              </a:ext>
            </a:extLst>
          </p:cNvPr>
          <p:cNvSpPr/>
          <p:nvPr/>
        </p:nvSpPr>
        <p:spPr>
          <a:xfrm>
            <a:off x="93306" y="4020463"/>
            <a:ext cx="6002693" cy="292537"/>
          </a:xfrm>
          <a:prstGeom prst="roundRect">
            <a:avLst>
              <a:gd name="adj" fmla="val 6094"/>
            </a:avLst>
          </a:prstGeom>
          <a:gradFill flip="none" rotWithShape="1">
            <a:gsLst>
              <a:gs pos="100000">
                <a:srgbClr val="FFFFFF"/>
              </a:gs>
              <a:gs pos="0">
                <a:schemeClr val="bg1">
                  <a:lumMod val="95000"/>
                </a:schemeClr>
              </a:gs>
            </a:gsLst>
            <a:lin ang="16200000" scaled="1"/>
            <a:tileRect/>
          </a:gra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noProof="0" dirty="0">
                <a:ln>
                  <a:noFill/>
                </a:ln>
                <a:solidFill>
                  <a:srgbClr val="1F497D">
                    <a:lumMod val="50000"/>
                  </a:srgbClr>
                </a:solidFill>
                <a:effectLst/>
                <a:uLnTx/>
                <a:uFillTx/>
                <a:latin typeface="Calibri"/>
                <a:ea typeface="맑은 고딕" panose="020B0503020000020004" pitchFamily="34" charset="-127"/>
              </a:rPr>
              <a:t> </a:t>
            </a:r>
            <a:r>
              <a:rPr kumimoji="0" lang="en-US" altLang="ko-KR" sz="1200" b="1" i="0" u="none" strike="noStrike" kern="1200" cap="none" spc="0" normalizeH="0" dirty="0">
                <a:ln>
                  <a:noFill/>
                </a:ln>
                <a:solidFill>
                  <a:srgbClr val="1F497D">
                    <a:lumMod val="50000"/>
                  </a:srgbClr>
                </a:solidFill>
                <a:effectLst/>
                <a:uLnTx/>
                <a:uFillTx/>
                <a:latin typeface="Calibri"/>
                <a:ea typeface="맑은 고딕" panose="020B0503020000020004" pitchFamily="34" charset="-127"/>
              </a:rPr>
              <a:t>18</a:t>
            </a:r>
            <a:r>
              <a:rPr lang="en-US" altLang="ko-KR" sz="1200" b="1" dirty="0">
                <a:solidFill>
                  <a:srgbClr val="1F497D">
                    <a:lumMod val="50000"/>
                  </a:srgbClr>
                </a:solidFill>
                <a:latin typeface="Calibri"/>
                <a:ea typeface="맑은 고딕" panose="020B0503020000020004" pitchFamily="34" charset="-127"/>
              </a:rPr>
              <a:t>0+</a:t>
            </a:r>
            <a:endParaRPr kumimoji="0" lang="ko-KR" altLang="en-US" sz="1200" b="1" i="0" u="none" strike="noStrike" kern="1200" cap="none" spc="0" normalizeH="0" noProof="0" dirty="0">
              <a:ln>
                <a:noFill/>
              </a:ln>
              <a:solidFill>
                <a:srgbClr val="1F497D">
                  <a:lumMod val="50000"/>
                </a:srgbClr>
              </a:solidFill>
              <a:effectLst/>
              <a:uLnTx/>
              <a:uFillTx/>
              <a:latin typeface="Calibri"/>
              <a:ea typeface="맑은 고딕" panose="020B0503020000020004" pitchFamily="34" charset="-127"/>
            </a:endParaRPr>
          </a:p>
        </p:txBody>
      </p:sp>
      <p:sp>
        <p:nvSpPr>
          <p:cNvPr id="11" name="모서리가 둥근 직사각형 26">
            <a:extLst>
              <a:ext uri="{FF2B5EF4-FFF2-40B4-BE49-F238E27FC236}">
                <a16:creationId xmlns:a16="http://schemas.microsoft.com/office/drawing/2014/main" id="{F568DE3F-AA74-401B-B6DB-A4776E317B17}"/>
              </a:ext>
            </a:extLst>
          </p:cNvPr>
          <p:cNvSpPr/>
          <p:nvPr/>
        </p:nvSpPr>
        <p:spPr>
          <a:xfrm>
            <a:off x="93306" y="3659807"/>
            <a:ext cx="6002693" cy="292537"/>
          </a:xfrm>
          <a:prstGeom prst="roundRect">
            <a:avLst>
              <a:gd name="adj" fmla="val 6094"/>
            </a:avLst>
          </a:prstGeom>
          <a:gradFill flip="none" rotWithShape="1">
            <a:gsLst>
              <a:gs pos="100000">
                <a:srgbClr val="FFFFFF"/>
              </a:gs>
              <a:gs pos="0">
                <a:schemeClr val="bg1">
                  <a:lumMod val="95000"/>
                </a:schemeClr>
              </a:gs>
            </a:gsLst>
            <a:lin ang="16200000" scaled="1"/>
            <a:tileRect/>
          </a:gra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noProof="0" dirty="0">
                <a:ln>
                  <a:noFill/>
                </a:ln>
                <a:solidFill>
                  <a:srgbClr val="1F497D">
                    <a:lumMod val="50000"/>
                  </a:srgbClr>
                </a:solidFill>
                <a:effectLst/>
                <a:uLnTx/>
                <a:uFillTx/>
                <a:latin typeface="Calibri"/>
                <a:ea typeface="맑은 고딕" panose="020B0503020000020004" pitchFamily="34" charset="-127"/>
              </a:rPr>
              <a:t> Over </a:t>
            </a:r>
            <a:r>
              <a:rPr lang="en-US" altLang="ko-KR" sz="1200" b="1" dirty="0">
                <a:solidFill>
                  <a:srgbClr val="1F497D">
                    <a:lumMod val="50000"/>
                  </a:srgbClr>
                </a:solidFill>
                <a:latin typeface="Calibri"/>
                <a:ea typeface="맑은 고딕" panose="020B0503020000020004" pitchFamily="34" charset="-127"/>
              </a:rPr>
              <a:t>300 articles/papers</a:t>
            </a:r>
            <a:endParaRPr kumimoji="0" lang="ko-KR" altLang="en-US" sz="1200" b="1" i="0" u="none" strike="noStrike" kern="1200" cap="none" spc="0" normalizeH="0" noProof="0" dirty="0">
              <a:ln>
                <a:noFill/>
              </a:ln>
              <a:solidFill>
                <a:srgbClr val="1F497D">
                  <a:lumMod val="50000"/>
                </a:srgbClr>
              </a:solidFill>
              <a:effectLst/>
              <a:uLnTx/>
              <a:uFillTx/>
              <a:latin typeface="Calibri"/>
              <a:ea typeface="맑은 고딕" panose="020B0503020000020004" pitchFamily="34" charset="-127"/>
            </a:endParaRPr>
          </a:p>
        </p:txBody>
      </p:sp>
      <p:sp>
        <p:nvSpPr>
          <p:cNvPr id="13" name="직사각형 49">
            <a:extLst>
              <a:ext uri="{FF2B5EF4-FFF2-40B4-BE49-F238E27FC236}">
                <a16:creationId xmlns:a16="http://schemas.microsoft.com/office/drawing/2014/main" id="{5B754F2C-F50E-4622-AEEF-C426E1BD80AB}"/>
              </a:ext>
            </a:extLst>
          </p:cNvPr>
          <p:cNvSpPr/>
          <p:nvPr/>
        </p:nvSpPr>
        <p:spPr>
          <a:xfrm>
            <a:off x="93306" y="1198126"/>
            <a:ext cx="6002693" cy="2424543"/>
          </a:xfrm>
          <a:prstGeom prst="rect">
            <a:avLst/>
          </a:prstGeom>
          <a:gradFill flip="none" rotWithShape="1">
            <a:gsLst>
              <a:gs pos="18000">
                <a:srgbClr val="F5F5F5">
                  <a:lumMod val="58000"/>
                  <a:lumOff val="42000"/>
                </a:srgbClr>
              </a:gs>
              <a:gs pos="74000">
                <a:srgbClr val="FFFFFF"/>
              </a:gs>
              <a:gs pos="0">
                <a:schemeClr val="bg1">
                  <a:lumMod val="96000"/>
                </a:schemeClr>
              </a:gs>
            </a:gsLst>
            <a:lin ang="16200000" scaled="1"/>
            <a:tileRect/>
          </a:gra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600" b="0" i="0" u="none" strike="noStrike" kern="0" cap="none" spc="0" normalizeH="0" noProof="0" dirty="0">
              <a:ln>
                <a:solidFill>
                  <a:srgbClr val="5B9BD5">
                    <a:alpha val="0"/>
                  </a:srgbClr>
                </a:solidFill>
              </a:ln>
              <a:solidFill>
                <a:srgbClr val="000000"/>
              </a:solidFill>
              <a:effectLst/>
              <a:uLnTx/>
              <a:uFillTx/>
              <a:latin typeface="Yoon 윤고딕 530_TT" panose="020B0600000101010101" charset="-127"/>
              <a:ea typeface="Yoon 윤고딕 530_TT" panose="020B0600000101010101" charset="-127"/>
              <a:cs typeface="+mn-cs"/>
            </a:endParaRPr>
          </a:p>
        </p:txBody>
      </p:sp>
      <p:sp>
        <p:nvSpPr>
          <p:cNvPr id="14" name="직사각형 49">
            <a:extLst>
              <a:ext uri="{FF2B5EF4-FFF2-40B4-BE49-F238E27FC236}">
                <a16:creationId xmlns:a16="http://schemas.microsoft.com/office/drawing/2014/main" id="{B8CB4C93-E9AA-4FBE-8075-3007414994FF}"/>
              </a:ext>
            </a:extLst>
          </p:cNvPr>
          <p:cNvSpPr/>
          <p:nvPr/>
        </p:nvSpPr>
        <p:spPr>
          <a:xfrm>
            <a:off x="6464700" y="1230163"/>
            <a:ext cx="5514220" cy="2409164"/>
          </a:xfrm>
          <a:prstGeom prst="rect">
            <a:avLst/>
          </a:prstGeom>
          <a:gradFill flip="none" rotWithShape="1">
            <a:gsLst>
              <a:gs pos="18000">
                <a:srgbClr val="F5F5F5">
                  <a:lumMod val="58000"/>
                  <a:lumOff val="42000"/>
                </a:srgbClr>
              </a:gs>
              <a:gs pos="74000">
                <a:srgbClr val="FFFFFF"/>
              </a:gs>
              <a:gs pos="0">
                <a:schemeClr val="bg1">
                  <a:lumMod val="96000"/>
                </a:schemeClr>
              </a:gs>
            </a:gsLst>
            <a:lin ang="16200000" scaled="1"/>
            <a:tileRect/>
          </a:gra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atinLnBrk="0"/>
            <a:endParaRPr lang="ko-KR" altLang="en-US" sz="1600" kern="0" dirty="0">
              <a:ln>
                <a:solidFill>
                  <a:srgbClr val="5B9BD5">
                    <a:alpha val="0"/>
                  </a:srgbClr>
                </a:solidFill>
              </a:ln>
              <a:solidFill>
                <a:srgbClr val="000000"/>
              </a:solidFill>
              <a:latin typeface="Yoon 윤고딕 530_TT" panose="020B0600000101010101" charset="-127"/>
              <a:ea typeface="Yoon 윤고딕 530_TT" panose="020B0600000101010101" charset="-127"/>
            </a:endParaRPr>
          </a:p>
        </p:txBody>
      </p:sp>
      <p:sp>
        <p:nvSpPr>
          <p:cNvPr id="15" name="모서리가 둥근 직사각형 58">
            <a:extLst>
              <a:ext uri="{FF2B5EF4-FFF2-40B4-BE49-F238E27FC236}">
                <a16:creationId xmlns:a16="http://schemas.microsoft.com/office/drawing/2014/main" id="{CB844C5B-FD7E-4E9F-8116-5AD5445472C8}"/>
              </a:ext>
            </a:extLst>
          </p:cNvPr>
          <p:cNvSpPr/>
          <p:nvPr/>
        </p:nvSpPr>
        <p:spPr>
          <a:xfrm>
            <a:off x="6618364" y="1172563"/>
            <a:ext cx="5280713" cy="2445216"/>
          </a:xfrm>
          <a:prstGeom prst="roundRect">
            <a:avLst>
              <a:gd name="adj" fmla="val 0"/>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46729" tIns="104819" rIns="146729" bIns="104819" numCol="1" spcCol="1270" anchor="t" anchorCtr="0">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438150" marR="0" lvl="1" indent="-342900" algn="l" defTabSz="977900" rtl="0" eaLnBrk="1" fontAlgn="auto" latinLnBrk="0" hangingPunct="1">
              <a:lnSpc>
                <a:spcPct val="114000"/>
              </a:lnSpc>
              <a:spcBef>
                <a:spcPts val="0"/>
              </a:spcBef>
              <a:spcAft>
                <a:spcPts val="100"/>
              </a:spcAft>
              <a:buClr>
                <a:srgbClr val="1589D7"/>
              </a:buClr>
              <a:buSzTx/>
              <a:buFont typeface="+mj-ea"/>
              <a:buAutoNum type="circleNumDbPlain"/>
              <a:tabLst/>
              <a:defRPr/>
            </a:pPr>
            <a:r>
              <a:rPr lang="en-US" altLang="ko-KR" sz="1250" b="1" kern="0" dirty="0">
                <a:ln>
                  <a:solidFill>
                    <a:srgbClr val="4F81BD">
                      <a:alpha val="0"/>
                    </a:srgbClr>
                  </a:solidFill>
                </a:ln>
                <a:solidFill>
                  <a:prstClr val="black">
                    <a:lumMod val="75000"/>
                    <a:lumOff val="25000"/>
                  </a:prstClr>
                </a:solidFill>
                <a:latin typeface="Calibri"/>
                <a:ea typeface="Yoon 윤고딕 530_TT" panose="02090603020101020101" pitchFamily="18" charset="-127"/>
              </a:rPr>
              <a:t>Computer Vision</a:t>
            </a:r>
            <a:endParaRPr kumimoji="0" lang="en-US" altLang="ko-KR" sz="1250" b="1" i="0" u="none" strike="noStrike" kern="0" cap="none" spc="0" normalizeH="0" noProof="0" dirty="0">
              <a:ln>
                <a:solidFill>
                  <a:srgbClr val="4F81BD">
                    <a:alpha val="0"/>
                  </a:srgbClr>
                </a:solidFill>
              </a:ln>
              <a:solidFill>
                <a:prstClr val="black">
                  <a:lumMod val="75000"/>
                  <a:lumOff val="25000"/>
                </a:prstClr>
              </a:solidFill>
              <a:effectLst/>
              <a:uLnTx/>
              <a:uFillTx/>
              <a:latin typeface="Calibri"/>
              <a:ea typeface="Yoon 윤고딕 530_TT" panose="02090603020101020101" pitchFamily="18" charset="-127"/>
            </a:endParaRPr>
          </a:p>
          <a:p>
            <a:pPr marL="723900" lvl="2" indent="-171450" defTabSz="977900">
              <a:lnSpc>
                <a:spcPct val="114000"/>
              </a:lnSpc>
              <a:spcAft>
                <a:spcPts val="100"/>
              </a:spcAft>
              <a:buClr>
                <a:srgbClr val="1589D7"/>
              </a:buClr>
              <a:buFont typeface="Arial" panose="020B0604020202020204" pitchFamily="34" charset="0"/>
              <a:buChar char="•"/>
              <a:defRPr/>
            </a:pPr>
            <a:r>
              <a:rPr kumimoji="0" lang="en-US" altLang="ko-KR" sz="1250" b="0" i="0" u="none" strike="noStrike" kern="0" cap="none" spc="0" normalizeH="0" noProof="0" dirty="0">
                <a:ln>
                  <a:solidFill>
                    <a:srgbClr val="4F81BD">
                      <a:alpha val="0"/>
                    </a:srgbClr>
                  </a:solidFill>
                </a:ln>
                <a:solidFill>
                  <a:prstClr val="black">
                    <a:lumMod val="75000"/>
                    <a:lumOff val="25000"/>
                  </a:prstClr>
                </a:solidFill>
                <a:effectLst/>
                <a:uLnTx/>
                <a:uFillTx/>
                <a:latin typeface="Calibri"/>
                <a:ea typeface="Yoon 윤고딕 530_TT" panose="02090603020101020101" pitchFamily="18" charset="-127"/>
              </a:rPr>
              <a:t>Activity Recognition (Normal, Child Hazards</a:t>
            </a:r>
            <a:r>
              <a:rPr lang="en-US" altLang="ko-KR" sz="1250" kern="0" dirty="0">
                <a:ln>
                  <a:solidFill>
                    <a:srgbClr val="4F81BD">
                      <a:alpha val="0"/>
                    </a:srgbClr>
                  </a:solidFill>
                </a:ln>
                <a:solidFill>
                  <a:prstClr val="black">
                    <a:lumMod val="75000"/>
                    <a:lumOff val="25000"/>
                  </a:prstClr>
                </a:solidFill>
                <a:latin typeface="Calibri"/>
                <a:ea typeface="Yoon 윤고딕 530_TT" panose="02090603020101020101" pitchFamily="18" charset="-127"/>
              </a:rPr>
              <a:t>, Aggression, Bullying)</a:t>
            </a:r>
            <a:endParaRPr kumimoji="0" lang="en-US" altLang="ko-KR" sz="1250" b="0" i="0" u="none" strike="noStrike" kern="0" cap="none" spc="0" normalizeH="0" noProof="0" dirty="0">
              <a:ln>
                <a:solidFill>
                  <a:srgbClr val="4F81BD">
                    <a:alpha val="0"/>
                  </a:srgbClr>
                </a:solidFill>
              </a:ln>
              <a:solidFill>
                <a:prstClr val="black">
                  <a:lumMod val="75000"/>
                  <a:lumOff val="25000"/>
                </a:prstClr>
              </a:solidFill>
              <a:effectLst/>
              <a:uLnTx/>
              <a:uFillTx/>
              <a:latin typeface="Calibri"/>
              <a:ea typeface="Yoon 윤고딕 530_TT" panose="02090603020101020101" pitchFamily="18" charset="-127"/>
            </a:endParaRPr>
          </a:p>
          <a:p>
            <a:pPr marL="723900" marR="0" lvl="2" indent="-171450" algn="l" defTabSz="977900" rtl="0" eaLnBrk="1" fontAlgn="auto" latinLnBrk="0" hangingPunct="1">
              <a:lnSpc>
                <a:spcPct val="114000"/>
              </a:lnSpc>
              <a:spcBef>
                <a:spcPts val="0"/>
              </a:spcBef>
              <a:spcAft>
                <a:spcPts val="100"/>
              </a:spcAft>
              <a:buClr>
                <a:srgbClr val="1589D7"/>
              </a:buClr>
              <a:buSzTx/>
              <a:buFont typeface="Arial" panose="020B0604020202020204" pitchFamily="34" charset="0"/>
              <a:buChar char="•"/>
              <a:tabLst/>
              <a:defRPr/>
            </a:pPr>
            <a:r>
              <a:rPr lang="en-US" altLang="ko-KR" sz="1250" kern="0" dirty="0">
                <a:ln>
                  <a:solidFill>
                    <a:srgbClr val="4F81BD">
                      <a:alpha val="0"/>
                    </a:srgbClr>
                  </a:solidFill>
                </a:ln>
                <a:solidFill>
                  <a:prstClr val="black">
                    <a:lumMod val="75000"/>
                    <a:lumOff val="25000"/>
                  </a:prstClr>
                </a:solidFill>
                <a:latin typeface="Calibri"/>
                <a:ea typeface="Yoon 윤고딕 530_TT" panose="02090603020101020101" pitchFamily="18" charset="-127"/>
              </a:rPr>
              <a:t>Image Enhancement (Low-light, Dehazing, Denoising)</a:t>
            </a:r>
          </a:p>
          <a:p>
            <a:pPr marL="723900" marR="0" lvl="2" indent="-171450" algn="l" defTabSz="977900" rtl="0" eaLnBrk="1" fontAlgn="auto" latinLnBrk="0" hangingPunct="1">
              <a:lnSpc>
                <a:spcPct val="114000"/>
              </a:lnSpc>
              <a:spcBef>
                <a:spcPts val="0"/>
              </a:spcBef>
              <a:spcAft>
                <a:spcPts val="100"/>
              </a:spcAft>
              <a:buClr>
                <a:srgbClr val="1589D7"/>
              </a:buClr>
              <a:buSzTx/>
              <a:buFont typeface="Arial" panose="020B0604020202020204" pitchFamily="34" charset="0"/>
              <a:buChar char="•"/>
              <a:tabLst/>
              <a:defRPr/>
            </a:pPr>
            <a:r>
              <a:rPr lang="en-US" altLang="ko-KR" sz="1250" kern="0" dirty="0">
                <a:ln>
                  <a:solidFill>
                    <a:srgbClr val="4F81BD">
                      <a:alpha val="0"/>
                    </a:srgbClr>
                  </a:solidFill>
                </a:ln>
                <a:solidFill>
                  <a:prstClr val="black">
                    <a:lumMod val="75000"/>
                    <a:lumOff val="25000"/>
                  </a:prstClr>
                </a:solidFill>
                <a:latin typeface="Calibri"/>
                <a:ea typeface="Yoon 윤고딕 530_TT" panose="02090603020101020101" pitchFamily="18" charset="-127"/>
              </a:rPr>
              <a:t>Person Re-identification</a:t>
            </a:r>
            <a:endParaRPr kumimoji="0" lang="en-US" altLang="ko-KR" sz="1250" b="0" i="0" u="none" strike="noStrike" kern="0" cap="none" spc="0" normalizeH="0" noProof="0" dirty="0">
              <a:ln>
                <a:solidFill>
                  <a:srgbClr val="4F81BD">
                    <a:alpha val="0"/>
                  </a:srgbClr>
                </a:solidFill>
              </a:ln>
              <a:solidFill>
                <a:prstClr val="black">
                  <a:lumMod val="75000"/>
                  <a:lumOff val="25000"/>
                </a:prstClr>
              </a:solidFill>
              <a:effectLst/>
              <a:uLnTx/>
              <a:uFillTx/>
              <a:latin typeface="Calibri"/>
              <a:ea typeface="Yoon 윤고딕 530_TT" panose="02090603020101020101" pitchFamily="18" charset="-127"/>
            </a:endParaRPr>
          </a:p>
          <a:p>
            <a:pPr marL="323850" marR="0" lvl="1" indent="-228600" algn="l" defTabSz="977900" rtl="0" eaLnBrk="1" fontAlgn="auto" latinLnBrk="0" hangingPunct="1">
              <a:lnSpc>
                <a:spcPct val="114000"/>
              </a:lnSpc>
              <a:spcBef>
                <a:spcPts val="0"/>
              </a:spcBef>
              <a:spcAft>
                <a:spcPts val="100"/>
              </a:spcAft>
              <a:buClr>
                <a:srgbClr val="1589D7"/>
              </a:buClr>
              <a:buSzTx/>
              <a:buFont typeface="+mj-ea"/>
              <a:buAutoNum type="circleNumDbPlain"/>
              <a:tabLst/>
              <a:defRPr/>
            </a:pPr>
            <a:r>
              <a:rPr kumimoji="0" lang="en-US" altLang="ko-KR" sz="1250" b="1" i="0" u="none" strike="noStrike" kern="0" cap="none" spc="0" normalizeH="0" noProof="0" dirty="0">
                <a:ln>
                  <a:solidFill>
                    <a:srgbClr val="4F81BD">
                      <a:alpha val="0"/>
                    </a:srgbClr>
                  </a:solidFill>
                </a:ln>
                <a:solidFill>
                  <a:prstClr val="black">
                    <a:lumMod val="75000"/>
                    <a:lumOff val="25000"/>
                  </a:prstClr>
                </a:solidFill>
                <a:effectLst/>
                <a:uLnTx/>
                <a:uFillTx/>
                <a:latin typeface="Calibri"/>
                <a:ea typeface="Yoon 윤고딕 530_TT" panose="02090603020101020101" pitchFamily="18" charset="-127"/>
              </a:rPr>
              <a:t>    Large Language Models (LLMs)</a:t>
            </a:r>
            <a:r>
              <a:rPr kumimoji="0" lang="en-US" altLang="ko-KR" sz="1250" b="0" i="0" u="none" strike="noStrike" kern="0" cap="none" spc="0" normalizeH="0" noProof="0" dirty="0">
                <a:ln>
                  <a:solidFill>
                    <a:srgbClr val="4F81BD">
                      <a:alpha val="0"/>
                    </a:srgbClr>
                  </a:solidFill>
                </a:ln>
                <a:solidFill>
                  <a:prstClr val="black">
                    <a:lumMod val="75000"/>
                    <a:lumOff val="25000"/>
                  </a:prstClr>
                </a:solidFill>
                <a:effectLst/>
                <a:uLnTx/>
                <a:uFillTx/>
                <a:latin typeface="Calibri"/>
                <a:ea typeface="Yoon 윤고딕 530_TT" panose="02090603020101020101" pitchFamily="18" charset="-127"/>
              </a:rPr>
              <a:t> </a:t>
            </a:r>
          </a:p>
          <a:p>
            <a:pPr marL="781050" marR="0" lvl="2" indent="-228600" algn="l" defTabSz="977900" rtl="0" eaLnBrk="1" fontAlgn="auto" latinLnBrk="0" hangingPunct="1">
              <a:lnSpc>
                <a:spcPct val="114000"/>
              </a:lnSpc>
              <a:spcBef>
                <a:spcPts val="0"/>
              </a:spcBef>
              <a:spcAft>
                <a:spcPts val="100"/>
              </a:spcAft>
              <a:buClr>
                <a:srgbClr val="1589D7"/>
              </a:buClr>
              <a:buSzTx/>
              <a:buFont typeface="Arial" panose="020B0604020202020204" pitchFamily="34" charset="0"/>
              <a:buChar char="•"/>
              <a:tabLst/>
              <a:defRPr/>
            </a:pPr>
            <a:r>
              <a:rPr kumimoji="0" lang="en-US" altLang="ko-KR" sz="1250" b="0" i="0" u="none" strike="noStrike" kern="0" cap="none" spc="0" normalizeH="0" noProof="0" dirty="0">
                <a:ln>
                  <a:solidFill>
                    <a:srgbClr val="4F81BD">
                      <a:alpha val="0"/>
                    </a:srgbClr>
                  </a:solidFill>
                </a:ln>
                <a:solidFill>
                  <a:prstClr val="black">
                    <a:lumMod val="75000"/>
                    <a:lumOff val="25000"/>
                  </a:prstClr>
                </a:solidFill>
                <a:effectLst/>
                <a:uLnTx/>
                <a:uFillTx/>
                <a:latin typeface="Calibri"/>
                <a:ea typeface="Yoon 윤고딕 530_TT" panose="02090603020101020101" pitchFamily="18" charset="-127"/>
              </a:rPr>
              <a:t>Sentiment Analysis</a:t>
            </a:r>
          </a:p>
          <a:p>
            <a:pPr marL="781050" marR="0" lvl="2" indent="-228600" algn="l" defTabSz="977900" rtl="0" eaLnBrk="1" fontAlgn="auto" latinLnBrk="0" hangingPunct="1">
              <a:lnSpc>
                <a:spcPct val="114000"/>
              </a:lnSpc>
              <a:spcBef>
                <a:spcPts val="0"/>
              </a:spcBef>
              <a:spcAft>
                <a:spcPts val="100"/>
              </a:spcAft>
              <a:buClr>
                <a:srgbClr val="1589D7"/>
              </a:buClr>
              <a:buSzTx/>
              <a:buFont typeface="Arial" panose="020B0604020202020204" pitchFamily="34" charset="0"/>
              <a:buChar char="•"/>
              <a:tabLst/>
              <a:defRPr/>
            </a:pPr>
            <a:r>
              <a:rPr kumimoji="0" lang="en-US" altLang="ko-KR" sz="1250" b="0" i="0" u="none" strike="noStrike" kern="0" cap="none" spc="0" normalizeH="0" noProof="0" dirty="0">
                <a:ln>
                  <a:solidFill>
                    <a:srgbClr val="4F81BD">
                      <a:alpha val="0"/>
                    </a:srgbClr>
                  </a:solidFill>
                </a:ln>
                <a:solidFill>
                  <a:prstClr val="black">
                    <a:lumMod val="75000"/>
                    <a:lumOff val="25000"/>
                  </a:prstClr>
                </a:solidFill>
                <a:effectLst/>
                <a:uLnTx/>
                <a:uFillTx/>
                <a:latin typeface="Calibri"/>
                <a:ea typeface="Yoon 윤고딕 530_TT" panose="02090603020101020101" pitchFamily="18" charset="-127"/>
              </a:rPr>
              <a:t>Hallucinations</a:t>
            </a:r>
          </a:p>
          <a:p>
            <a:pPr marL="323850" marR="0" lvl="1" indent="-228600" algn="l" defTabSz="977900" rtl="0" eaLnBrk="1" fontAlgn="auto" latinLnBrk="0" hangingPunct="1">
              <a:lnSpc>
                <a:spcPct val="114000"/>
              </a:lnSpc>
              <a:spcBef>
                <a:spcPts val="0"/>
              </a:spcBef>
              <a:spcAft>
                <a:spcPts val="100"/>
              </a:spcAft>
              <a:buClr>
                <a:srgbClr val="1589D7"/>
              </a:buClr>
              <a:buSzTx/>
              <a:buFont typeface="+mj-ea"/>
              <a:buAutoNum type="circleNumDbPlain"/>
              <a:tabLst/>
              <a:defRPr/>
            </a:pPr>
            <a:r>
              <a:rPr kumimoji="0" lang="en-US" altLang="ko-KR" sz="1250" b="1" i="0" u="none" strike="noStrike" kern="0" cap="none" spc="0" normalizeH="0" noProof="0" dirty="0">
                <a:ln>
                  <a:solidFill>
                    <a:srgbClr val="4F81BD">
                      <a:alpha val="0"/>
                    </a:srgbClr>
                  </a:solidFill>
                </a:ln>
                <a:solidFill>
                  <a:prstClr val="black">
                    <a:lumMod val="75000"/>
                    <a:lumOff val="25000"/>
                  </a:prstClr>
                </a:solidFill>
                <a:effectLst/>
                <a:uLnTx/>
                <a:uFillTx/>
                <a:latin typeface="Calibri"/>
                <a:ea typeface="Yoon 윤고딕 530_TT" panose="02090603020101020101" pitchFamily="18" charset="-127"/>
              </a:rPr>
              <a:t>    Intelligent Surveillance </a:t>
            </a:r>
          </a:p>
          <a:p>
            <a:pPr marL="723900" marR="0" lvl="2" indent="-171450" algn="l" defTabSz="977900" rtl="0" eaLnBrk="1" fontAlgn="auto" latinLnBrk="0" hangingPunct="1">
              <a:lnSpc>
                <a:spcPct val="114000"/>
              </a:lnSpc>
              <a:spcBef>
                <a:spcPts val="0"/>
              </a:spcBef>
              <a:spcAft>
                <a:spcPts val="100"/>
              </a:spcAft>
              <a:buClr>
                <a:srgbClr val="1589D7"/>
              </a:buClr>
              <a:buSzTx/>
              <a:buFont typeface="Arial" panose="020B0604020202020204" pitchFamily="34" charset="0"/>
              <a:buChar char="•"/>
              <a:tabLst/>
              <a:defRPr/>
            </a:pPr>
            <a:r>
              <a:rPr kumimoji="0" lang="en-US" altLang="ko-KR" sz="1250" b="0" i="0" u="none" strike="noStrike" kern="0" cap="none" spc="0" normalizeH="0" noProof="0" dirty="0">
                <a:ln>
                  <a:solidFill>
                    <a:srgbClr val="4F81BD">
                      <a:alpha val="0"/>
                    </a:srgbClr>
                  </a:solidFill>
                </a:ln>
                <a:solidFill>
                  <a:prstClr val="black">
                    <a:lumMod val="75000"/>
                    <a:lumOff val="25000"/>
                  </a:prstClr>
                </a:solidFill>
                <a:effectLst/>
                <a:uLnTx/>
                <a:uFillTx/>
                <a:latin typeface="Calibri"/>
                <a:ea typeface="Yoon 윤고딕 530_TT" panose="02090603020101020101" pitchFamily="18" charset="-127"/>
              </a:rPr>
              <a:t>Fire/smoke detection, segmentation and scene analysis</a:t>
            </a:r>
          </a:p>
          <a:p>
            <a:pPr marL="723900" marR="0" lvl="2" indent="-171450" algn="l" defTabSz="977900" rtl="0" eaLnBrk="1" fontAlgn="auto" latinLnBrk="0" hangingPunct="1">
              <a:lnSpc>
                <a:spcPct val="114000"/>
              </a:lnSpc>
              <a:spcBef>
                <a:spcPts val="0"/>
              </a:spcBef>
              <a:spcAft>
                <a:spcPts val="100"/>
              </a:spcAft>
              <a:buClr>
                <a:srgbClr val="1589D7"/>
              </a:buClr>
              <a:buSzTx/>
              <a:buFont typeface="Arial" panose="020B0604020202020204" pitchFamily="34" charset="0"/>
              <a:buChar char="•"/>
              <a:tabLst/>
              <a:defRPr/>
            </a:pPr>
            <a:r>
              <a:rPr kumimoji="0" lang="en-US" altLang="ko-KR" sz="1250" b="0" i="0" u="none" strike="noStrike" kern="0" cap="none" spc="0" normalizeH="0" noProof="0" dirty="0">
                <a:ln>
                  <a:solidFill>
                    <a:srgbClr val="4F81BD">
                      <a:alpha val="0"/>
                    </a:srgbClr>
                  </a:solidFill>
                </a:ln>
                <a:solidFill>
                  <a:prstClr val="black">
                    <a:lumMod val="75000"/>
                    <a:lumOff val="25000"/>
                  </a:prstClr>
                </a:solidFill>
                <a:effectLst/>
                <a:uLnTx/>
                <a:uFillTx/>
                <a:latin typeface="Calibri"/>
                <a:ea typeface="Yoon 윤고딕 530_TT" panose="02090603020101020101" pitchFamily="18" charset="-127"/>
              </a:rPr>
              <a:t>Unexpected Road Hazards Detection and Analysis</a:t>
            </a:r>
          </a:p>
        </p:txBody>
      </p:sp>
      <p:sp>
        <p:nvSpPr>
          <p:cNvPr id="16" name="Arrow: Right 15">
            <a:extLst>
              <a:ext uri="{FF2B5EF4-FFF2-40B4-BE49-F238E27FC236}">
                <a16:creationId xmlns:a16="http://schemas.microsoft.com/office/drawing/2014/main" id="{2D36A03D-50B3-4D39-A44C-AD7E2C1926CD}"/>
              </a:ext>
            </a:extLst>
          </p:cNvPr>
          <p:cNvSpPr/>
          <p:nvPr/>
        </p:nvSpPr>
        <p:spPr>
          <a:xfrm>
            <a:off x="93305" y="4026146"/>
            <a:ext cx="4124132" cy="280884"/>
          </a:xfrm>
          <a:prstGeom prst="rightArrow">
            <a:avLst>
              <a:gd name="adj1" fmla="val 100000"/>
              <a:gd name="adj2" fmla="val 66412"/>
            </a:avLst>
          </a:prstGeom>
          <a:solidFill>
            <a:schemeClr val="accent1">
              <a:lumMod val="75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noProof="0" dirty="0">
                <a:ln>
                  <a:noFill/>
                </a:ln>
                <a:solidFill>
                  <a:prstClr val="white"/>
                </a:solidFill>
                <a:effectLst/>
                <a:uLnTx/>
                <a:uFillTx/>
                <a:latin typeface="Calibri"/>
              </a:rPr>
              <a:t>As </a:t>
            </a:r>
            <a:r>
              <a:rPr lang="en-US" sz="1600" noProof="0" dirty="0">
                <a:solidFill>
                  <a:prstClr val="white"/>
                </a:solidFill>
                <a:latin typeface="Calibri"/>
              </a:rPr>
              <a:t>lead-author (1st or corresponding author)</a:t>
            </a:r>
            <a:endParaRPr kumimoji="0" lang="en-US" sz="1600" b="0" i="0" u="none" strike="noStrike" kern="1200" cap="none" spc="0" normalizeH="0" noProof="0" dirty="0">
              <a:ln>
                <a:noFill/>
              </a:ln>
              <a:solidFill>
                <a:prstClr val="white"/>
              </a:solidFill>
              <a:effectLst/>
              <a:uLnTx/>
              <a:uFillTx/>
              <a:latin typeface="Calibri"/>
            </a:endParaRPr>
          </a:p>
        </p:txBody>
      </p:sp>
      <p:sp>
        <p:nvSpPr>
          <p:cNvPr id="17" name="Arrow: Right 16">
            <a:extLst>
              <a:ext uri="{FF2B5EF4-FFF2-40B4-BE49-F238E27FC236}">
                <a16:creationId xmlns:a16="http://schemas.microsoft.com/office/drawing/2014/main" id="{8C0054DA-7DEB-4C6D-AC93-30718741DDFD}"/>
              </a:ext>
            </a:extLst>
          </p:cNvPr>
          <p:cNvSpPr/>
          <p:nvPr/>
        </p:nvSpPr>
        <p:spPr>
          <a:xfrm>
            <a:off x="93305" y="4402240"/>
            <a:ext cx="3079103" cy="280884"/>
          </a:xfrm>
          <a:prstGeom prst="rightArrow">
            <a:avLst>
              <a:gd name="adj1" fmla="val 100000"/>
              <a:gd name="adj2" fmla="val 66412"/>
            </a:avLst>
          </a:prstGeom>
          <a:solidFill>
            <a:schemeClr val="accent1">
              <a:lumMod val="75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noProof="0" dirty="0">
                <a:ln>
                  <a:noFill/>
                </a:ln>
                <a:solidFill>
                  <a:prstClr val="white"/>
                </a:solidFill>
                <a:effectLst/>
                <a:uLnTx/>
                <a:uFillTx/>
                <a:latin typeface="Calibri"/>
                <a:ea typeface="+mn-ea"/>
                <a:cs typeface="+mn-cs"/>
              </a:rPr>
              <a:t>As co-author</a:t>
            </a:r>
          </a:p>
        </p:txBody>
      </p:sp>
      <p:sp>
        <p:nvSpPr>
          <p:cNvPr id="18" name="Arrow: Right 17">
            <a:extLst>
              <a:ext uri="{FF2B5EF4-FFF2-40B4-BE49-F238E27FC236}">
                <a16:creationId xmlns:a16="http://schemas.microsoft.com/office/drawing/2014/main" id="{B121D53B-D204-4FA9-BC84-5A31829941A1}"/>
              </a:ext>
            </a:extLst>
          </p:cNvPr>
          <p:cNvSpPr/>
          <p:nvPr/>
        </p:nvSpPr>
        <p:spPr>
          <a:xfrm>
            <a:off x="87136" y="5883031"/>
            <a:ext cx="3621287" cy="280884"/>
          </a:xfrm>
          <a:prstGeom prst="rightArrow">
            <a:avLst>
              <a:gd name="adj1" fmla="val 100000"/>
              <a:gd name="adj2" fmla="val 66412"/>
            </a:avLst>
          </a:prstGeom>
          <a:solidFill>
            <a:srgbClr val="4BACC6"/>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noProof="0" dirty="0">
                <a:ln>
                  <a:noFill/>
                </a:ln>
                <a:solidFill>
                  <a:prstClr val="white"/>
                </a:solidFill>
                <a:effectLst/>
                <a:uLnTx/>
                <a:uFillTx/>
                <a:latin typeface="Calibri"/>
                <a:ea typeface="+mn-ea"/>
                <a:cs typeface="+mn-cs"/>
              </a:rPr>
              <a:t>Participation in Research Projects</a:t>
            </a:r>
          </a:p>
        </p:txBody>
      </p:sp>
      <p:sp>
        <p:nvSpPr>
          <p:cNvPr id="19" name="Arrow: Right 18">
            <a:extLst>
              <a:ext uri="{FF2B5EF4-FFF2-40B4-BE49-F238E27FC236}">
                <a16:creationId xmlns:a16="http://schemas.microsoft.com/office/drawing/2014/main" id="{B689B6A7-629D-44E5-8AD2-4FBC022BE0EA}"/>
              </a:ext>
            </a:extLst>
          </p:cNvPr>
          <p:cNvSpPr/>
          <p:nvPr/>
        </p:nvSpPr>
        <p:spPr>
          <a:xfrm>
            <a:off x="93305" y="4777370"/>
            <a:ext cx="3079103" cy="280884"/>
          </a:xfrm>
          <a:prstGeom prst="rightArrow">
            <a:avLst>
              <a:gd name="adj1" fmla="val 100000"/>
              <a:gd name="adj2" fmla="val 66412"/>
            </a:avLst>
          </a:prstGeom>
          <a:solidFill>
            <a:schemeClr val="accent1">
              <a:lumMod val="75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noProof="0" dirty="0">
                <a:ln>
                  <a:noFill/>
                </a:ln>
                <a:solidFill>
                  <a:prstClr val="white"/>
                </a:solidFill>
                <a:effectLst/>
                <a:uLnTx/>
                <a:uFillTx/>
                <a:latin typeface="Calibri"/>
                <a:ea typeface="+mn-ea"/>
                <a:cs typeface="+mn-cs"/>
              </a:rPr>
              <a:t>Total citations (Google Scholar)</a:t>
            </a:r>
          </a:p>
        </p:txBody>
      </p:sp>
      <p:sp>
        <p:nvSpPr>
          <p:cNvPr id="20" name="Arrow: Right 19">
            <a:extLst>
              <a:ext uri="{FF2B5EF4-FFF2-40B4-BE49-F238E27FC236}">
                <a16:creationId xmlns:a16="http://schemas.microsoft.com/office/drawing/2014/main" id="{40435BCC-4F5A-4070-AC28-EBBFB6A18A54}"/>
              </a:ext>
            </a:extLst>
          </p:cNvPr>
          <p:cNvSpPr/>
          <p:nvPr/>
        </p:nvSpPr>
        <p:spPr>
          <a:xfrm>
            <a:off x="93305" y="5140765"/>
            <a:ext cx="3079103" cy="280884"/>
          </a:xfrm>
          <a:prstGeom prst="rightArrow">
            <a:avLst>
              <a:gd name="adj1" fmla="val 100000"/>
              <a:gd name="adj2" fmla="val 66412"/>
            </a:avLst>
          </a:prstGeom>
          <a:solidFill>
            <a:schemeClr val="accent1">
              <a:lumMod val="75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prstClr val="white"/>
                </a:solidFill>
                <a:latin typeface="Calibri"/>
              </a:rPr>
              <a:t>I</a:t>
            </a:r>
            <a:r>
              <a:rPr kumimoji="0" lang="en-US" sz="1600" b="0" i="0" u="none" strike="noStrike" kern="1200" cap="none" spc="0" normalizeH="0" noProof="0" dirty="0" err="1">
                <a:ln>
                  <a:noFill/>
                </a:ln>
                <a:solidFill>
                  <a:prstClr val="white"/>
                </a:solidFill>
                <a:effectLst/>
                <a:uLnTx/>
                <a:uFillTx/>
                <a:latin typeface="Calibri"/>
              </a:rPr>
              <a:t>mpact</a:t>
            </a:r>
            <a:r>
              <a:rPr kumimoji="0" lang="en-US" sz="1600" b="0" i="0" u="none" strike="noStrike" kern="1200" cap="none" spc="0" normalizeH="0" noProof="0" dirty="0">
                <a:ln>
                  <a:noFill/>
                </a:ln>
                <a:solidFill>
                  <a:prstClr val="white"/>
                </a:solidFill>
                <a:effectLst/>
                <a:uLnTx/>
                <a:uFillTx/>
                <a:latin typeface="Calibri"/>
              </a:rPr>
              <a:t> factor</a:t>
            </a:r>
          </a:p>
        </p:txBody>
      </p:sp>
      <p:sp>
        <p:nvSpPr>
          <p:cNvPr id="21" name="Arrow: Right 20">
            <a:extLst>
              <a:ext uri="{FF2B5EF4-FFF2-40B4-BE49-F238E27FC236}">
                <a16:creationId xmlns:a16="http://schemas.microsoft.com/office/drawing/2014/main" id="{28D5D99D-7ABB-4133-942B-AFB6D9521F9F}"/>
              </a:ext>
            </a:extLst>
          </p:cNvPr>
          <p:cNvSpPr/>
          <p:nvPr/>
        </p:nvSpPr>
        <p:spPr>
          <a:xfrm>
            <a:off x="96245" y="6194811"/>
            <a:ext cx="3621287" cy="280884"/>
          </a:xfrm>
          <a:prstGeom prst="rightArrow">
            <a:avLst>
              <a:gd name="adj1" fmla="val 100000"/>
              <a:gd name="adj2" fmla="val 66412"/>
            </a:avLst>
          </a:prstGeom>
          <a:solidFill>
            <a:srgbClr val="4BACC6"/>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noProof="0" dirty="0">
                <a:ln>
                  <a:noFill/>
                </a:ln>
                <a:solidFill>
                  <a:prstClr val="white"/>
                </a:solidFill>
                <a:effectLst/>
                <a:uLnTx/>
                <a:uFillTx/>
                <a:latin typeface="Calibri"/>
                <a:ea typeface="+mn-ea"/>
                <a:cs typeface="+mn-cs"/>
              </a:rPr>
              <a:t>Professional and Research Experience</a:t>
            </a:r>
          </a:p>
        </p:txBody>
      </p:sp>
      <p:sp>
        <p:nvSpPr>
          <p:cNvPr id="22" name="모서리가 둥근 직사각형 26">
            <a:extLst>
              <a:ext uri="{FF2B5EF4-FFF2-40B4-BE49-F238E27FC236}">
                <a16:creationId xmlns:a16="http://schemas.microsoft.com/office/drawing/2014/main" id="{405BF918-C0BF-4A3C-AFFE-7E0D0427285D}"/>
              </a:ext>
            </a:extLst>
          </p:cNvPr>
          <p:cNvSpPr/>
          <p:nvPr/>
        </p:nvSpPr>
        <p:spPr>
          <a:xfrm>
            <a:off x="1745813" y="5509993"/>
            <a:ext cx="4350186" cy="292537"/>
          </a:xfrm>
          <a:prstGeom prst="roundRect">
            <a:avLst>
              <a:gd name="adj" fmla="val 6094"/>
            </a:avLst>
          </a:prstGeom>
          <a:gradFill flip="none" rotWithShape="1">
            <a:gsLst>
              <a:gs pos="100000">
                <a:srgbClr val="FFFFFF"/>
              </a:gs>
              <a:gs pos="0">
                <a:schemeClr val="bg1">
                  <a:lumMod val="95000"/>
                </a:schemeClr>
              </a:gs>
            </a:gsLst>
            <a:lin ang="16200000" scaled="1"/>
            <a:tileRect/>
          </a:grad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noProof="0" dirty="0">
                <a:ln>
                  <a:noFill/>
                </a:ln>
                <a:solidFill>
                  <a:srgbClr val="1F497D">
                    <a:lumMod val="50000"/>
                  </a:srgbClr>
                </a:solidFill>
                <a:effectLst/>
                <a:uLnTx/>
                <a:uFillTx/>
                <a:latin typeface="Calibri"/>
                <a:ea typeface="맑은 고딕" panose="020B0503020000020004" pitchFamily="34" charset="-127"/>
                <a:cs typeface="+mn-cs"/>
              </a:rPr>
              <a:t> 15</a:t>
            </a:r>
            <a:endParaRPr kumimoji="0" lang="ko-KR" altLang="en-US" sz="1200" b="1" i="0" u="none" strike="noStrike" kern="1200" cap="none" spc="0" normalizeH="0" noProof="0" dirty="0">
              <a:ln>
                <a:noFill/>
              </a:ln>
              <a:solidFill>
                <a:srgbClr val="1F497D">
                  <a:lumMod val="50000"/>
                </a:srgbClr>
              </a:solidFill>
              <a:effectLst/>
              <a:uLnTx/>
              <a:uFillTx/>
              <a:latin typeface="Calibri"/>
              <a:ea typeface="맑은 고딕" panose="020B0503020000020004" pitchFamily="34" charset="-127"/>
              <a:cs typeface="+mn-cs"/>
            </a:endParaRPr>
          </a:p>
        </p:txBody>
      </p:sp>
      <p:sp>
        <p:nvSpPr>
          <p:cNvPr id="23" name="Arrow: Right 22">
            <a:extLst>
              <a:ext uri="{FF2B5EF4-FFF2-40B4-BE49-F238E27FC236}">
                <a16:creationId xmlns:a16="http://schemas.microsoft.com/office/drawing/2014/main" id="{F2348D89-AC5D-4D89-9129-93EAC25502FA}"/>
              </a:ext>
            </a:extLst>
          </p:cNvPr>
          <p:cNvSpPr/>
          <p:nvPr/>
        </p:nvSpPr>
        <p:spPr>
          <a:xfrm>
            <a:off x="93305" y="5513110"/>
            <a:ext cx="3615117" cy="280884"/>
          </a:xfrm>
          <a:prstGeom prst="rightArrow">
            <a:avLst>
              <a:gd name="adj1" fmla="val 100000"/>
              <a:gd name="adj2" fmla="val 66412"/>
            </a:avLst>
          </a:prstGeom>
          <a:solidFill>
            <a:srgbClr val="4BACC6"/>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noProof="0" dirty="0">
                <a:ln>
                  <a:noFill/>
                </a:ln>
                <a:solidFill>
                  <a:prstClr val="white"/>
                </a:solidFill>
                <a:effectLst/>
                <a:uLnTx/>
                <a:uFillTx/>
                <a:latin typeface="Calibri"/>
                <a:ea typeface="+mn-ea"/>
                <a:cs typeface="+mn-cs"/>
              </a:rPr>
              <a:t>Patents Record (Korean, US mainly)</a:t>
            </a:r>
          </a:p>
        </p:txBody>
      </p:sp>
      <p:pic>
        <p:nvPicPr>
          <p:cNvPr id="24" name="Picture 23" descr="Related image">
            <a:extLst>
              <a:ext uri="{FF2B5EF4-FFF2-40B4-BE49-F238E27FC236}">
                <a16:creationId xmlns:a16="http://schemas.microsoft.com/office/drawing/2014/main" id="{8F083603-2E35-4B8B-9985-F40AE8803CF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6977"/>
          <a:stretch/>
        </p:blipFill>
        <p:spPr bwMode="auto">
          <a:xfrm>
            <a:off x="6537176" y="4030761"/>
            <a:ext cx="5350023" cy="2440486"/>
          </a:xfrm>
          <a:prstGeom prst="rect">
            <a:avLst/>
          </a:prstGeom>
          <a:noFill/>
          <a:extLst>
            <a:ext uri="{909E8E84-426E-40DD-AFC4-6F175D3DCCD1}">
              <a14:hiddenFill xmlns:a14="http://schemas.microsoft.com/office/drawing/2010/main">
                <a:solidFill>
                  <a:srgbClr val="FFFFFF"/>
                </a:solidFill>
              </a14:hiddenFill>
            </a:ext>
          </a:extLst>
        </p:spPr>
      </p:pic>
      <p:sp>
        <p:nvSpPr>
          <p:cNvPr id="25" name="Oval Callout 78">
            <a:extLst>
              <a:ext uri="{FF2B5EF4-FFF2-40B4-BE49-F238E27FC236}">
                <a16:creationId xmlns:a16="http://schemas.microsoft.com/office/drawing/2014/main" id="{6F9740E4-16D8-47FB-8F70-205843F85C99}"/>
              </a:ext>
            </a:extLst>
          </p:cNvPr>
          <p:cNvSpPr/>
          <p:nvPr/>
        </p:nvSpPr>
        <p:spPr>
          <a:xfrm>
            <a:off x="9499179" y="5177060"/>
            <a:ext cx="982884" cy="494437"/>
          </a:xfrm>
          <a:prstGeom prst="wedgeEllipseCallout">
            <a:avLst>
              <a:gd name="adj1" fmla="val -62445"/>
              <a:gd name="adj2" fmla="val -44568"/>
            </a:avLst>
          </a:prstGeom>
          <a:solidFill>
            <a:schemeClr val="bg1"/>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800" b="1" dirty="0">
                <a:solidFill>
                  <a:prstClr val="black"/>
                </a:solidFill>
                <a:latin typeface="Calibri"/>
              </a:rPr>
              <a:t>2016,2017</a:t>
            </a:r>
          </a:p>
          <a:p>
            <a:pPr algn="ctr"/>
            <a:r>
              <a:rPr lang="en-US" sz="800" b="1" dirty="0">
                <a:solidFill>
                  <a:prstClr val="black"/>
                </a:solidFill>
                <a:latin typeface="Calibri"/>
              </a:rPr>
              <a:t>Jeju, Busan Korea</a:t>
            </a:r>
          </a:p>
        </p:txBody>
      </p:sp>
      <p:sp>
        <p:nvSpPr>
          <p:cNvPr id="26" name="Oval Callout 78">
            <a:extLst>
              <a:ext uri="{FF2B5EF4-FFF2-40B4-BE49-F238E27FC236}">
                <a16:creationId xmlns:a16="http://schemas.microsoft.com/office/drawing/2014/main" id="{CD316BD0-EF90-4AED-864D-00B0F74F712A}"/>
              </a:ext>
            </a:extLst>
          </p:cNvPr>
          <p:cNvSpPr/>
          <p:nvPr/>
        </p:nvSpPr>
        <p:spPr>
          <a:xfrm>
            <a:off x="11118381" y="4707569"/>
            <a:ext cx="780697" cy="597274"/>
          </a:xfrm>
          <a:prstGeom prst="wedgeEllipseCallout">
            <a:avLst>
              <a:gd name="adj1" fmla="val -111216"/>
              <a:gd name="adj2" fmla="val -9130"/>
            </a:avLst>
          </a:prstGeom>
          <a:solidFill>
            <a:schemeClr val="bg1"/>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800" b="1" dirty="0">
                <a:solidFill>
                  <a:prstClr val="black"/>
                </a:solidFill>
                <a:latin typeface="Calibri"/>
              </a:rPr>
              <a:t>2025</a:t>
            </a:r>
          </a:p>
          <a:p>
            <a:pPr algn="ctr"/>
            <a:r>
              <a:rPr lang="en-US" sz="800" b="1" dirty="0">
                <a:solidFill>
                  <a:prstClr val="black"/>
                </a:solidFill>
                <a:latin typeface="Calibri"/>
              </a:rPr>
              <a:t>Turkey</a:t>
            </a:r>
          </a:p>
        </p:txBody>
      </p:sp>
      <p:sp>
        <p:nvSpPr>
          <p:cNvPr id="27" name="Oval Callout 78">
            <a:extLst>
              <a:ext uri="{FF2B5EF4-FFF2-40B4-BE49-F238E27FC236}">
                <a16:creationId xmlns:a16="http://schemas.microsoft.com/office/drawing/2014/main" id="{8A370523-33A3-47FD-818C-16CF9C618872}"/>
              </a:ext>
            </a:extLst>
          </p:cNvPr>
          <p:cNvSpPr/>
          <p:nvPr/>
        </p:nvSpPr>
        <p:spPr>
          <a:xfrm>
            <a:off x="7512821" y="5140072"/>
            <a:ext cx="969467" cy="440891"/>
          </a:xfrm>
          <a:prstGeom prst="wedgeEllipseCallout">
            <a:avLst>
              <a:gd name="adj1" fmla="val -97078"/>
              <a:gd name="adj2" fmla="val -24735"/>
            </a:avLst>
          </a:prstGeom>
          <a:solidFill>
            <a:schemeClr val="bg1"/>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noProof="0" dirty="0">
                <a:ln>
                  <a:noFill/>
                </a:ln>
                <a:solidFill>
                  <a:prstClr val="black"/>
                </a:solidFill>
                <a:effectLst/>
                <a:uLnTx/>
                <a:uFillTx/>
                <a:latin typeface="Calibri"/>
                <a:ea typeface="+mn-ea"/>
                <a:cs typeface="+mn-cs"/>
              </a:rPr>
              <a:t>2016, 2017</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noProof="0" dirty="0">
                <a:ln>
                  <a:noFill/>
                </a:ln>
                <a:solidFill>
                  <a:prstClr val="black"/>
                </a:solidFill>
                <a:effectLst/>
                <a:uLnTx/>
                <a:uFillTx/>
                <a:latin typeface="Calibri"/>
                <a:ea typeface="+mn-ea"/>
                <a:cs typeface="+mn-cs"/>
              </a:rPr>
              <a:t>Pakistan </a:t>
            </a:r>
          </a:p>
        </p:txBody>
      </p:sp>
      <p:sp>
        <p:nvSpPr>
          <p:cNvPr id="28" name="직사각형 49">
            <a:extLst>
              <a:ext uri="{FF2B5EF4-FFF2-40B4-BE49-F238E27FC236}">
                <a16:creationId xmlns:a16="http://schemas.microsoft.com/office/drawing/2014/main" id="{5194002E-2DF4-4A84-9447-E68650427BA4}"/>
              </a:ext>
            </a:extLst>
          </p:cNvPr>
          <p:cNvSpPr/>
          <p:nvPr/>
        </p:nvSpPr>
        <p:spPr>
          <a:xfrm>
            <a:off x="6447388" y="3644511"/>
            <a:ext cx="5531531" cy="2888561"/>
          </a:xfrm>
          <a:prstGeom prst="rect">
            <a:avLst/>
          </a:prstGeom>
          <a:noFill/>
          <a:ln>
            <a:solidFill>
              <a:schemeClr val="bg1">
                <a:lumMod val="8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ko-KR" altLang="en-US" sz="1600" b="0" i="0" u="none" strike="noStrike" kern="0" cap="none" spc="0" normalizeH="0" noProof="0" dirty="0">
              <a:ln>
                <a:solidFill>
                  <a:srgbClr val="5B9BD5">
                    <a:alpha val="0"/>
                  </a:srgbClr>
                </a:solidFill>
              </a:ln>
              <a:solidFill>
                <a:srgbClr val="000000"/>
              </a:solidFill>
              <a:effectLst/>
              <a:uLnTx/>
              <a:uFillTx/>
              <a:latin typeface="Yoon 윤고딕 530_TT" panose="020B0600000101010101" charset="-127"/>
              <a:ea typeface="Yoon 윤고딕 530_TT" panose="020B0600000101010101" charset="-127"/>
              <a:cs typeface="+mn-cs"/>
            </a:endParaRPr>
          </a:p>
        </p:txBody>
      </p:sp>
      <p:sp>
        <p:nvSpPr>
          <p:cNvPr id="29" name="Oval Callout 78">
            <a:extLst>
              <a:ext uri="{FF2B5EF4-FFF2-40B4-BE49-F238E27FC236}">
                <a16:creationId xmlns:a16="http://schemas.microsoft.com/office/drawing/2014/main" id="{64C9D2B5-8D3B-47A7-B004-FD4A3C03EB9E}"/>
              </a:ext>
            </a:extLst>
          </p:cNvPr>
          <p:cNvSpPr/>
          <p:nvPr/>
        </p:nvSpPr>
        <p:spPr>
          <a:xfrm>
            <a:off x="6618366" y="6066234"/>
            <a:ext cx="894455" cy="440891"/>
          </a:xfrm>
          <a:prstGeom prst="wedgeEllipseCallout">
            <a:avLst>
              <a:gd name="adj1" fmla="val 100327"/>
              <a:gd name="adj2" fmla="val -59395"/>
            </a:avLst>
          </a:prstGeom>
          <a:solidFill>
            <a:schemeClr val="bg1"/>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noProof="0" dirty="0">
                <a:ln>
                  <a:noFill/>
                </a:ln>
                <a:solidFill>
                  <a:prstClr val="black"/>
                </a:solidFill>
                <a:effectLst/>
                <a:uLnTx/>
                <a:uFillTx/>
                <a:latin typeface="Calibri"/>
                <a:ea typeface="+mn-ea"/>
                <a:cs typeface="+mn-cs"/>
              </a:rPr>
              <a:t>2018</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noProof="0" dirty="0">
                <a:ln>
                  <a:noFill/>
                </a:ln>
                <a:solidFill>
                  <a:prstClr val="black"/>
                </a:solidFill>
                <a:effectLst/>
                <a:uLnTx/>
                <a:uFillTx/>
                <a:latin typeface="Calibri"/>
                <a:ea typeface="+mn-ea"/>
                <a:cs typeface="+mn-cs"/>
              </a:rPr>
              <a:t>Vietnam</a:t>
            </a:r>
          </a:p>
        </p:txBody>
      </p:sp>
      <p:sp>
        <p:nvSpPr>
          <p:cNvPr id="30" name="Oval Callout 78">
            <a:extLst>
              <a:ext uri="{FF2B5EF4-FFF2-40B4-BE49-F238E27FC236}">
                <a16:creationId xmlns:a16="http://schemas.microsoft.com/office/drawing/2014/main" id="{B8DE4B20-148B-43C4-8AED-2A7B3EC4C4BF}"/>
              </a:ext>
            </a:extLst>
          </p:cNvPr>
          <p:cNvSpPr/>
          <p:nvPr/>
        </p:nvSpPr>
        <p:spPr>
          <a:xfrm>
            <a:off x="11004623" y="5686881"/>
            <a:ext cx="894455" cy="440891"/>
          </a:xfrm>
          <a:prstGeom prst="wedgeEllipseCallout">
            <a:avLst>
              <a:gd name="adj1" fmla="val -71339"/>
              <a:gd name="adj2" fmla="val -98894"/>
            </a:avLst>
          </a:prstGeom>
          <a:solidFill>
            <a:schemeClr val="bg1"/>
          </a:solid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800" b="1" dirty="0">
                <a:solidFill>
                  <a:prstClr val="black"/>
                </a:solidFill>
                <a:latin typeface="Calibri"/>
              </a:rPr>
              <a:t>2017</a:t>
            </a:r>
          </a:p>
          <a:p>
            <a:pPr algn="ctr"/>
            <a:r>
              <a:rPr lang="en-US" sz="800" b="1" dirty="0">
                <a:solidFill>
                  <a:prstClr val="black"/>
                </a:solidFill>
                <a:latin typeface="Calibri"/>
              </a:rPr>
              <a:t>Taiwan</a:t>
            </a:r>
          </a:p>
        </p:txBody>
      </p:sp>
      <p:sp>
        <p:nvSpPr>
          <p:cNvPr id="31" name="Oval Callout 110">
            <a:extLst>
              <a:ext uri="{FF2B5EF4-FFF2-40B4-BE49-F238E27FC236}">
                <a16:creationId xmlns:a16="http://schemas.microsoft.com/office/drawing/2014/main" id="{7B86018B-17EA-4F22-A904-D6070BECC743}"/>
              </a:ext>
            </a:extLst>
          </p:cNvPr>
          <p:cNvSpPr/>
          <p:nvPr/>
        </p:nvSpPr>
        <p:spPr>
          <a:xfrm>
            <a:off x="6537175" y="4071629"/>
            <a:ext cx="1745391" cy="440891"/>
          </a:xfrm>
          <a:prstGeom prst="wedgeEllipseCallout">
            <a:avLst>
              <a:gd name="adj1" fmla="val -14589"/>
              <a:gd name="adj2" fmla="val 96931"/>
            </a:avLst>
          </a:prstGeom>
          <a:solidFill>
            <a:schemeClr val="bg1"/>
          </a:solid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noProof="0" dirty="0">
                <a:ln>
                  <a:noFill/>
                </a:ln>
                <a:solidFill>
                  <a:prstClr val="black"/>
                </a:solidFill>
                <a:effectLst/>
                <a:uLnTx/>
                <a:uFillTx/>
                <a:latin typeface="Calibri"/>
                <a:ea typeface="+mn-ea"/>
                <a:cs typeface="+mn-cs"/>
              </a:rPr>
              <a:t>2024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noProof="0" dirty="0">
                <a:ln>
                  <a:noFill/>
                </a:ln>
                <a:solidFill>
                  <a:prstClr val="black"/>
                </a:solidFill>
                <a:effectLst/>
                <a:uLnTx/>
                <a:uFillTx/>
                <a:latin typeface="Calibri"/>
                <a:ea typeface="+mn-ea"/>
                <a:cs typeface="+mn-cs"/>
              </a:rPr>
              <a:t>Canada, Australia, India, Italy, Vietnam</a:t>
            </a:r>
          </a:p>
        </p:txBody>
      </p:sp>
      <p:sp>
        <p:nvSpPr>
          <p:cNvPr id="32" name="자유형 45">
            <a:extLst>
              <a:ext uri="{FF2B5EF4-FFF2-40B4-BE49-F238E27FC236}">
                <a16:creationId xmlns:a16="http://schemas.microsoft.com/office/drawing/2014/main" id="{5C676424-F1C6-4493-83A2-220286474706}"/>
              </a:ext>
            </a:extLst>
          </p:cNvPr>
          <p:cNvSpPr/>
          <p:nvPr/>
        </p:nvSpPr>
        <p:spPr>
          <a:xfrm>
            <a:off x="6464707" y="856744"/>
            <a:ext cx="2928230" cy="378834"/>
          </a:xfrm>
          <a:custGeom>
            <a:avLst/>
            <a:gdLst>
              <a:gd name="connsiteX0" fmla="*/ 0 w 3762060"/>
              <a:gd name="connsiteY0" fmla="*/ 0 h 554462"/>
              <a:gd name="connsiteX1" fmla="*/ 3275154 w 3762060"/>
              <a:gd name="connsiteY1" fmla="*/ 0 h 554462"/>
              <a:gd name="connsiteX2" fmla="*/ 3275968 w 3762060"/>
              <a:gd name="connsiteY2" fmla="*/ 0 h 554462"/>
              <a:gd name="connsiteX3" fmla="*/ 3275968 w 3762060"/>
              <a:gd name="connsiteY3" fmla="*/ 927 h 554462"/>
              <a:gd name="connsiteX4" fmla="*/ 3762060 w 3762060"/>
              <a:gd name="connsiteY4" fmla="*/ 554462 h 554462"/>
              <a:gd name="connsiteX5" fmla="*/ 3275968 w 3762060"/>
              <a:gd name="connsiteY5" fmla="*/ 554462 h 554462"/>
              <a:gd name="connsiteX6" fmla="*/ 3275154 w 3762060"/>
              <a:gd name="connsiteY6" fmla="*/ 554462 h 554462"/>
              <a:gd name="connsiteX7" fmla="*/ 0 w 3762060"/>
              <a:gd name="connsiteY7" fmla="*/ 554462 h 554462"/>
              <a:gd name="connsiteX0" fmla="*/ 0 w 3762060"/>
              <a:gd name="connsiteY0" fmla="*/ 0 h 554462"/>
              <a:gd name="connsiteX1" fmla="*/ 3275154 w 3762060"/>
              <a:gd name="connsiteY1" fmla="*/ 0 h 554462"/>
              <a:gd name="connsiteX2" fmla="*/ 3275968 w 3762060"/>
              <a:gd name="connsiteY2" fmla="*/ 0 h 554462"/>
              <a:gd name="connsiteX3" fmla="*/ 3652031 w 3762060"/>
              <a:gd name="connsiteY3" fmla="*/ 926 h 554462"/>
              <a:gd name="connsiteX4" fmla="*/ 3762060 w 3762060"/>
              <a:gd name="connsiteY4" fmla="*/ 554462 h 554462"/>
              <a:gd name="connsiteX5" fmla="*/ 3275968 w 3762060"/>
              <a:gd name="connsiteY5" fmla="*/ 554462 h 554462"/>
              <a:gd name="connsiteX6" fmla="*/ 3275154 w 3762060"/>
              <a:gd name="connsiteY6" fmla="*/ 554462 h 554462"/>
              <a:gd name="connsiteX7" fmla="*/ 0 w 3762060"/>
              <a:gd name="connsiteY7" fmla="*/ 554462 h 554462"/>
              <a:gd name="connsiteX8" fmla="*/ 0 w 3762060"/>
              <a:gd name="connsiteY8" fmla="*/ 0 h 554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62060" h="554462">
                <a:moveTo>
                  <a:pt x="0" y="0"/>
                </a:moveTo>
                <a:lnTo>
                  <a:pt x="3275154" y="0"/>
                </a:lnTo>
                <a:lnTo>
                  <a:pt x="3275968" y="0"/>
                </a:lnTo>
                <a:lnTo>
                  <a:pt x="3652031" y="926"/>
                </a:lnTo>
                <a:lnTo>
                  <a:pt x="3762060" y="554462"/>
                </a:lnTo>
                <a:lnTo>
                  <a:pt x="3275968" y="554462"/>
                </a:lnTo>
                <a:lnTo>
                  <a:pt x="3275154" y="554462"/>
                </a:lnTo>
                <a:lnTo>
                  <a:pt x="0" y="554462"/>
                </a:lnTo>
                <a:lnTo>
                  <a:pt x="0" y="0"/>
                </a:lnTo>
                <a:close/>
              </a:path>
            </a:pathLst>
          </a:custGeom>
          <a:solidFill>
            <a:srgbClr val="0070C0"/>
          </a:solidFill>
          <a:ln w="9525">
            <a:noFill/>
            <a:round/>
            <a:headEnd/>
            <a:tailEnd/>
          </a:ln>
        </p:spPr>
        <p:txBody>
          <a:bodyPr lIns="36000" rIns="36000" anchor="ctr">
            <a:scene3d>
              <a:camera prst="orthographicFront"/>
              <a:lightRig rig="threePt" dir="t"/>
            </a:scene3d>
            <a:sp3d>
              <a:bevelT w="0" h="38100"/>
            </a:sp3d>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ko-KR" sz="1700" b="1" spc="-150" dirty="0">
                <a:solidFill>
                  <a:schemeClr val="bg1"/>
                </a:solidFill>
                <a:latin typeface="+mn-ea"/>
              </a:rPr>
              <a:t>Research Interests</a:t>
            </a:r>
          </a:p>
        </p:txBody>
      </p:sp>
      <p:sp>
        <p:nvSpPr>
          <p:cNvPr id="33" name="자유형 45">
            <a:extLst>
              <a:ext uri="{FF2B5EF4-FFF2-40B4-BE49-F238E27FC236}">
                <a16:creationId xmlns:a16="http://schemas.microsoft.com/office/drawing/2014/main" id="{EEA6CBAA-B6B8-4E99-969C-0DD80C10F4F0}"/>
              </a:ext>
            </a:extLst>
          </p:cNvPr>
          <p:cNvSpPr/>
          <p:nvPr/>
        </p:nvSpPr>
        <p:spPr>
          <a:xfrm>
            <a:off x="6474955" y="3668787"/>
            <a:ext cx="2926080" cy="337698"/>
          </a:xfrm>
          <a:custGeom>
            <a:avLst/>
            <a:gdLst>
              <a:gd name="connsiteX0" fmla="*/ 0 w 3762060"/>
              <a:gd name="connsiteY0" fmla="*/ 0 h 554462"/>
              <a:gd name="connsiteX1" fmla="*/ 3275154 w 3762060"/>
              <a:gd name="connsiteY1" fmla="*/ 0 h 554462"/>
              <a:gd name="connsiteX2" fmla="*/ 3275968 w 3762060"/>
              <a:gd name="connsiteY2" fmla="*/ 0 h 554462"/>
              <a:gd name="connsiteX3" fmla="*/ 3275968 w 3762060"/>
              <a:gd name="connsiteY3" fmla="*/ 927 h 554462"/>
              <a:gd name="connsiteX4" fmla="*/ 3762060 w 3762060"/>
              <a:gd name="connsiteY4" fmla="*/ 554462 h 554462"/>
              <a:gd name="connsiteX5" fmla="*/ 3275968 w 3762060"/>
              <a:gd name="connsiteY5" fmla="*/ 554462 h 554462"/>
              <a:gd name="connsiteX6" fmla="*/ 3275154 w 3762060"/>
              <a:gd name="connsiteY6" fmla="*/ 554462 h 554462"/>
              <a:gd name="connsiteX7" fmla="*/ 0 w 3762060"/>
              <a:gd name="connsiteY7" fmla="*/ 554462 h 554462"/>
              <a:gd name="connsiteX0" fmla="*/ 0 w 3762060"/>
              <a:gd name="connsiteY0" fmla="*/ 0 h 554462"/>
              <a:gd name="connsiteX1" fmla="*/ 3275154 w 3762060"/>
              <a:gd name="connsiteY1" fmla="*/ 0 h 554462"/>
              <a:gd name="connsiteX2" fmla="*/ 3275968 w 3762060"/>
              <a:gd name="connsiteY2" fmla="*/ 0 h 554462"/>
              <a:gd name="connsiteX3" fmla="*/ 3652031 w 3762060"/>
              <a:gd name="connsiteY3" fmla="*/ 926 h 554462"/>
              <a:gd name="connsiteX4" fmla="*/ 3762060 w 3762060"/>
              <a:gd name="connsiteY4" fmla="*/ 554462 h 554462"/>
              <a:gd name="connsiteX5" fmla="*/ 3275968 w 3762060"/>
              <a:gd name="connsiteY5" fmla="*/ 554462 h 554462"/>
              <a:gd name="connsiteX6" fmla="*/ 3275154 w 3762060"/>
              <a:gd name="connsiteY6" fmla="*/ 554462 h 554462"/>
              <a:gd name="connsiteX7" fmla="*/ 0 w 3762060"/>
              <a:gd name="connsiteY7" fmla="*/ 554462 h 554462"/>
              <a:gd name="connsiteX8" fmla="*/ 0 w 3762060"/>
              <a:gd name="connsiteY8" fmla="*/ 0 h 554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62060" h="554462">
                <a:moveTo>
                  <a:pt x="0" y="0"/>
                </a:moveTo>
                <a:lnTo>
                  <a:pt x="3275154" y="0"/>
                </a:lnTo>
                <a:lnTo>
                  <a:pt x="3275968" y="0"/>
                </a:lnTo>
                <a:lnTo>
                  <a:pt x="3652031" y="926"/>
                </a:lnTo>
                <a:lnTo>
                  <a:pt x="3762060" y="554462"/>
                </a:lnTo>
                <a:lnTo>
                  <a:pt x="3275968" y="554462"/>
                </a:lnTo>
                <a:lnTo>
                  <a:pt x="3275154" y="554462"/>
                </a:lnTo>
                <a:lnTo>
                  <a:pt x="0" y="554462"/>
                </a:lnTo>
                <a:lnTo>
                  <a:pt x="0" y="0"/>
                </a:lnTo>
                <a:close/>
              </a:path>
            </a:pathLst>
          </a:custGeom>
          <a:solidFill>
            <a:srgbClr val="0070C0"/>
          </a:solidFill>
          <a:ln w="9525">
            <a:noFill/>
            <a:round/>
            <a:headEnd/>
            <a:tailEnd/>
          </a:ln>
        </p:spPr>
        <p:txBody>
          <a:bodyPr lIns="36000" rIns="36000" anchor="ctr">
            <a:scene3d>
              <a:camera prst="orthographicFront"/>
              <a:lightRig rig="threePt" dir="t"/>
            </a:scene3d>
            <a:sp3d>
              <a:bevelT w="0" h="38100"/>
            </a:sp3d>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ko-KR" sz="1700" b="1" spc="-150" dirty="0">
                <a:solidFill>
                  <a:schemeClr val="bg1"/>
                </a:solidFill>
                <a:latin typeface="+mn-ea"/>
              </a:rPr>
              <a:t>Conferences and Workshops</a:t>
            </a:r>
          </a:p>
        </p:txBody>
      </p:sp>
      <p:sp>
        <p:nvSpPr>
          <p:cNvPr id="34" name="자유형 45">
            <a:extLst>
              <a:ext uri="{FF2B5EF4-FFF2-40B4-BE49-F238E27FC236}">
                <a16:creationId xmlns:a16="http://schemas.microsoft.com/office/drawing/2014/main" id="{3C743038-4F00-4B51-BE57-002AF087D958}"/>
              </a:ext>
            </a:extLst>
          </p:cNvPr>
          <p:cNvSpPr/>
          <p:nvPr/>
        </p:nvSpPr>
        <p:spPr>
          <a:xfrm>
            <a:off x="1483567" y="867635"/>
            <a:ext cx="4157386" cy="337698"/>
          </a:xfrm>
          <a:custGeom>
            <a:avLst/>
            <a:gdLst>
              <a:gd name="connsiteX0" fmla="*/ 0 w 3762060"/>
              <a:gd name="connsiteY0" fmla="*/ 0 h 554462"/>
              <a:gd name="connsiteX1" fmla="*/ 3275154 w 3762060"/>
              <a:gd name="connsiteY1" fmla="*/ 0 h 554462"/>
              <a:gd name="connsiteX2" fmla="*/ 3275968 w 3762060"/>
              <a:gd name="connsiteY2" fmla="*/ 0 h 554462"/>
              <a:gd name="connsiteX3" fmla="*/ 3275968 w 3762060"/>
              <a:gd name="connsiteY3" fmla="*/ 927 h 554462"/>
              <a:gd name="connsiteX4" fmla="*/ 3762060 w 3762060"/>
              <a:gd name="connsiteY4" fmla="*/ 554462 h 554462"/>
              <a:gd name="connsiteX5" fmla="*/ 3275968 w 3762060"/>
              <a:gd name="connsiteY5" fmla="*/ 554462 h 554462"/>
              <a:gd name="connsiteX6" fmla="*/ 3275154 w 3762060"/>
              <a:gd name="connsiteY6" fmla="*/ 554462 h 554462"/>
              <a:gd name="connsiteX7" fmla="*/ 0 w 3762060"/>
              <a:gd name="connsiteY7" fmla="*/ 554462 h 554462"/>
              <a:gd name="connsiteX0" fmla="*/ 0 w 3762060"/>
              <a:gd name="connsiteY0" fmla="*/ 0 h 554462"/>
              <a:gd name="connsiteX1" fmla="*/ 3275154 w 3762060"/>
              <a:gd name="connsiteY1" fmla="*/ 0 h 554462"/>
              <a:gd name="connsiteX2" fmla="*/ 3275968 w 3762060"/>
              <a:gd name="connsiteY2" fmla="*/ 0 h 554462"/>
              <a:gd name="connsiteX3" fmla="*/ 3652031 w 3762060"/>
              <a:gd name="connsiteY3" fmla="*/ 926 h 554462"/>
              <a:gd name="connsiteX4" fmla="*/ 3762060 w 3762060"/>
              <a:gd name="connsiteY4" fmla="*/ 554462 h 554462"/>
              <a:gd name="connsiteX5" fmla="*/ 3275968 w 3762060"/>
              <a:gd name="connsiteY5" fmla="*/ 554462 h 554462"/>
              <a:gd name="connsiteX6" fmla="*/ 3275154 w 3762060"/>
              <a:gd name="connsiteY6" fmla="*/ 554462 h 554462"/>
              <a:gd name="connsiteX7" fmla="*/ 0 w 3762060"/>
              <a:gd name="connsiteY7" fmla="*/ 554462 h 554462"/>
              <a:gd name="connsiteX8" fmla="*/ 0 w 3762060"/>
              <a:gd name="connsiteY8" fmla="*/ 0 h 554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62060" h="554462">
                <a:moveTo>
                  <a:pt x="0" y="0"/>
                </a:moveTo>
                <a:lnTo>
                  <a:pt x="3275154" y="0"/>
                </a:lnTo>
                <a:lnTo>
                  <a:pt x="3275968" y="0"/>
                </a:lnTo>
                <a:lnTo>
                  <a:pt x="3652031" y="926"/>
                </a:lnTo>
                <a:lnTo>
                  <a:pt x="3762060" y="554462"/>
                </a:lnTo>
                <a:lnTo>
                  <a:pt x="3275968" y="554462"/>
                </a:lnTo>
                <a:lnTo>
                  <a:pt x="3275154" y="554462"/>
                </a:lnTo>
                <a:lnTo>
                  <a:pt x="0" y="554462"/>
                </a:lnTo>
                <a:lnTo>
                  <a:pt x="0" y="0"/>
                </a:lnTo>
                <a:close/>
              </a:path>
            </a:pathLst>
          </a:custGeom>
          <a:solidFill>
            <a:srgbClr val="0070C0"/>
          </a:solidFill>
          <a:ln w="9525">
            <a:noFill/>
            <a:round/>
            <a:headEnd/>
            <a:tailEnd/>
          </a:ln>
        </p:spPr>
        <p:txBody>
          <a:bodyPr lIns="36000" rIns="36000" anchor="ctr">
            <a:scene3d>
              <a:camera prst="orthographicFront"/>
              <a:lightRig rig="threePt" dir="t"/>
            </a:scene3d>
            <a:sp3d>
              <a:bevelT w="0" h="38100"/>
            </a:sp3d>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ko-KR" sz="1700" b="1" spc="-150" dirty="0">
                <a:solidFill>
                  <a:schemeClr val="bg1"/>
                </a:solidFill>
                <a:latin typeface="+mn-ea"/>
              </a:rPr>
              <a:t>Khan Muhammad (Senior Member, IEEE)</a:t>
            </a:r>
          </a:p>
        </p:txBody>
      </p:sp>
      <p:sp>
        <p:nvSpPr>
          <p:cNvPr id="35" name="자유형 45">
            <a:extLst>
              <a:ext uri="{FF2B5EF4-FFF2-40B4-BE49-F238E27FC236}">
                <a16:creationId xmlns:a16="http://schemas.microsoft.com/office/drawing/2014/main" id="{387C7653-3E04-42AF-B763-DC7F2A2D2359}"/>
              </a:ext>
            </a:extLst>
          </p:cNvPr>
          <p:cNvSpPr/>
          <p:nvPr/>
        </p:nvSpPr>
        <p:spPr>
          <a:xfrm>
            <a:off x="96245" y="3630113"/>
            <a:ext cx="2631689" cy="337698"/>
          </a:xfrm>
          <a:custGeom>
            <a:avLst/>
            <a:gdLst>
              <a:gd name="connsiteX0" fmla="*/ 0 w 3762060"/>
              <a:gd name="connsiteY0" fmla="*/ 0 h 554462"/>
              <a:gd name="connsiteX1" fmla="*/ 3275154 w 3762060"/>
              <a:gd name="connsiteY1" fmla="*/ 0 h 554462"/>
              <a:gd name="connsiteX2" fmla="*/ 3275968 w 3762060"/>
              <a:gd name="connsiteY2" fmla="*/ 0 h 554462"/>
              <a:gd name="connsiteX3" fmla="*/ 3275968 w 3762060"/>
              <a:gd name="connsiteY3" fmla="*/ 927 h 554462"/>
              <a:gd name="connsiteX4" fmla="*/ 3762060 w 3762060"/>
              <a:gd name="connsiteY4" fmla="*/ 554462 h 554462"/>
              <a:gd name="connsiteX5" fmla="*/ 3275968 w 3762060"/>
              <a:gd name="connsiteY5" fmla="*/ 554462 h 554462"/>
              <a:gd name="connsiteX6" fmla="*/ 3275154 w 3762060"/>
              <a:gd name="connsiteY6" fmla="*/ 554462 h 554462"/>
              <a:gd name="connsiteX7" fmla="*/ 0 w 3762060"/>
              <a:gd name="connsiteY7" fmla="*/ 554462 h 554462"/>
              <a:gd name="connsiteX0" fmla="*/ 0 w 3762060"/>
              <a:gd name="connsiteY0" fmla="*/ 0 h 554462"/>
              <a:gd name="connsiteX1" fmla="*/ 3275154 w 3762060"/>
              <a:gd name="connsiteY1" fmla="*/ 0 h 554462"/>
              <a:gd name="connsiteX2" fmla="*/ 3275968 w 3762060"/>
              <a:gd name="connsiteY2" fmla="*/ 0 h 554462"/>
              <a:gd name="connsiteX3" fmla="*/ 3652031 w 3762060"/>
              <a:gd name="connsiteY3" fmla="*/ 926 h 554462"/>
              <a:gd name="connsiteX4" fmla="*/ 3762060 w 3762060"/>
              <a:gd name="connsiteY4" fmla="*/ 554462 h 554462"/>
              <a:gd name="connsiteX5" fmla="*/ 3275968 w 3762060"/>
              <a:gd name="connsiteY5" fmla="*/ 554462 h 554462"/>
              <a:gd name="connsiteX6" fmla="*/ 3275154 w 3762060"/>
              <a:gd name="connsiteY6" fmla="*/ 554462 h 554462"/>
              <a:gd name="connsiteX7" fmla="*/ 0 w 3762060"/>
              <a:gd name="connsiteY7" fmla="*/ 554462 h 554462"/>
              <a:gd name="connsiteX8" fmla="*/ 0 w 3762060"/>
              <a:gd name="connsiteY8" fmla="*/ 0 h 5544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62060" h="554462">
                <a:moveTo>
                  <a:pt x="0" y="0"/>
                </a:moveTo>
                <a:lnTo>
                  <a:pt x="3275154" y="0"/>
                </a:lnTo>
                <a:lnTo>
                  <a:pt x="3275968" y="0"/>
                </a:lnTo>
                <a:lnTo>
                  <a:pt x="3652031" y="926"/>
                </a:lnTo>
                <a:lnTo>
                  <a:pt x="3762060" y="554462"/>
                </a:lnTo>
                <a:lnTo>
                  <a:pt x="3275968" y="554462"/>
                </a:lnTo>
                <a:lnTo>
                  <a:pt x="3275154" y="554462"/>
                </a:lnTo>
                <a:lnTo>
                  <a:pt x="0" y="554462"/>
                </a:lnTo>
                <a:lnTo>
                  <a:pt x="0" y="0"/>
                </a:lnTo>
                <a:close/>
              </a:path>
            </a:pathLst>
          </a:custGeom>
          <a:solidFill>
            <a:srgbClr val="0070C0"/>
          </a:solidFill>
          <a:ln w="9525">
            <a:noFill/>
            <a:round/>
            <a:headEnd/>
            <a:tailEnd/>
          </a:ln>
        </p:spPr>
        <p:txBody>
          <a:bodyPr lIns="36000" rIns="36000" anchor="ctr">
            <a:scene3d>
              <a:camera prst="orthographicFront"/>
              <a:lightRig rig="threePt" dir="t"/>
            </a:scene3d>
            <a:sp3d>
              <a:bevelT w="0" h="38100"/>
            </a:sp3d>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ko-KR" sz="1700" b="1" spc="-150" dirty="0">
                <a:solidFill>
                  <a:schemeClr val="bg1"/>
                </a:solidFill>
                <a:latin typeface="+mn-ea"/>
              </a:rPr>
              <a:t>Publication Record</a:t>
            </a:r>
          </a:p>
        </p:txBody>
      </p:sp>
      <p:pic>
        <p:nvPicPr>
          <p:cNvPr id="36" name="Picture 35">
            <a:extLst>
              <a:ext uri="{FF2B5EF4-FFF2-40B4-BE49-F238E27FC236}">
                <a16:creationId xmlns:a16="http://schemas.microsoft.com/office/drawing/2014/main" id="{897B7656-9C02-48F3-9B3B-56A8617966A2}"/>
              </a:ext>
            </a:extLst>
          </p:cNvPr>
          <p:cNvPicPr/>
          <p:nvPr/>
        </p:nvPicPr>
        <p:blipFill>
          <a:blip r:embed="rId4" cstate="print">
            <a:extLst>
              <a:ext uri="{28A0092B-C50C-407E-A947-70E740481C1C}">
                <a14:useLocalDpi xmlns:a14="http://schemas.microsoft.com/office/drawing/2010/main" val="0"/>
              </a:ext>
            </a:extLst>
          </a:blip>
          <a:srcRect/>
          <a:stretch/>
        </p:blipFill>
        <p:spPr bwMode="auto">
          <a:xfrm>
            <a:off x="179218" y="1255710"/>
            <a:ext cx="1159329" cy="1367887"/>
          </a:xfrm>
          <a:prstGeom prst="rect">
            <a:avLst/>
          </a:prstGeom>
          <a:noFill/>
          <a:ln>
            <a:noFill/>
          </a:ln>
        </p:spPr>
      </p:pic>
      <p:sp>
        <p:nvSpPr>
          <p:cNvPr id="38" name="Oval Callout 78">
            <a:extLst>
              <a:ext uri="{FF2B5EF4-FFF2-40B4-BE49-F238E27FC236}">
                <a16:creationId xmlns:a16="http://schemas.microsoft.com/office/drawing/2014/main" id="{A39EBD44-E4DC-4E79-93E5-B3A6AB9B71B8}"/>
              </a:ext>
            </a:extLst>
          </p:cNvPr>
          <p:cNvSpPr/>
          <p:nvPr/>
        </p:nvSpPr>
        <p:spPr>
          <a:xfrm>
            <a:off x="6618366" y="5583696"/>
            <a:ext cx="894455" cy="440891"/>
          </a:xfrm>
          <a:prstGeom prst="wedgeEllipseCallout">
            <a:avLst>
              <a:gd name="adj1" fmla="val 63668"/>
              <a:gd name="adj2" fmla="val -33227"/>
            </a:avLst>
          </a:prstGeom>
          <a:solidFill>
            <a:schemeClr val="bg1"/>
          </a:solidFill>
          <a:ln w="1905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noProof="0" dirty="0">
                <a:ln>
                  <a:noFill/>
                </a:ln>
                <a:solidFill>
                  <a:prstClr val="black"/>
                </a:solidFill>
                <a:effectLst/>
                <a:uLnTx/>
                <a:uFillTx/>
                <a:latin typeface="Calibri"/>
              </a:rPr>
              <a:t>2019</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dirty="0">
                <a:solidFill>
                  <a:prstClr val="black"/>
                </a:solidFill>
                <a:latin typeface="Calibri"/>
              </a:rPr>
              <a:t>Thailand</a:t>
            </a:r>
            <a:endParaRPr kumimoji="0" lang="en-US" sz="800" b="1" i="0" u="none" strike="noStrike" kern="1200" cap="none" spc="0" normalizeH="0" noProof="0" dirty="0">
              <a:ln>
                <a:noFill/>
              </a:ln>
              <a:solidFill>
                <a:prstClr val="black"/>
              </a:solidFill>
              <a:effectLst/>
              <a:uLnTx/>
              <a:uFillTx/>
              <a:latin typeface="Calibri"/>
            </a:endParaRPr>
          </a:p>
        </p:txBody>
      </p:sp>
      <p:sp>
        <p:nvSpPr>
          <p:cNvPr id="39" name="Oval Callout 78">
            <a:extLst>
              <a:ext uri="{FF2B5EF4-FFF2-40B4-BE49-F238E27FC236}">
                <a16:creationId xmlns:a16="http://schemas.microsoft.com/office/drawing/2014/main" id="{AD81DDC0-F63F-4163-99BE-FA3BB5D1E587}"/>
              </a:ext>
            </a:extLst>
          </p:cNvPr>
          <p:cNvSpPr/>
          <p:nvPr/>
        </p:nvSpPr>
        <p:spPr>
          <a:xfrm>
            <a:off x="9433915" y="3801319"/>
            <a:ext cx="895206" cy="740014"/>
          </a:xfrm>
          <a:prstGeom prst="wedgeEllipseCallout">
            <a:avLst>
              <a:gd name="adj1" fmla="val 12927"/>
              <a:gd name="adj2" fmla="val 105270"/>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noProof="0" dirty="0">
                <a:ln>
                  <a:noFill/>
                </a:ln>
                <a:solidFill>
                  <a:prstClr val="black"/>
                </a:solidFill>
                <a:effectLst/>
                <a:uLnTx/>
                <a:uFillTx/>
                <a:latin typeface="Calibri"/>
              </a:rPr>
              <a:t>2020</a:t>
            </a:r>
            <a:endParaRPr lang="en-US" sz="800" b="1" dirty="0">
              <a:solidFill>
                <a:prstClr val="black"/>
              </a:solidFill>
              <a:latin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dirty="0">
                <a:solidFill>
                  <a:prstClr val="black"/>
                </a:solidFill>
                <a:latin typeface="Calibri"/>
              </a:rPr>
              <a:t>Indonesia, Singapore</a:t>
            </a:r>
            <a:endParaRPr kumimoji="0" lang="en-US" sz="800" b="1" i="0" u="none" strike="noStrike" kern="1200" cap="none" spc="0" normalizeH="0" noProof="0" dirty="0">
              <a:ln>
                <a:noFill/>
              </a:ln>
              <a:solidFill>
                <a:prstClr val="black"/>
              </a:solidFill>
              <a:effectLst/>
              <a:uLnTx/>
              <a:uFillTx/>
              <a:latin typeface="Calibri"/>
            </a:endParaRPr>
          </a:p>
        </p:txBody>
      </p:sp>
      <p:sp>
        <p:nvSpPr>
          <p:cNvPr id="40" name="Oval Callout 78">
            <a:extLst>
              <a:ext uri="{FF2B5EF4-FFF2-40B4-BE49-F238E27FC236}">
                <a16:creationId xmlns:a16="http://schemas.microsoft.com/office/drawing/2014/main" id="{EF7B0C38-0299-41B2-B6D1-709701D48FCB}"/>
              </a:ext>
            </a:extLst>
          </p:cNvPr>
          <p:cNvSpPr/>
          <p:nvPr/>
        </p:nvSpPr>
        <p:spPr>
          <a:xfrm>
            <a:off x="10636899" y="3815433"/>
            <a:ext cx="1166326" cy="775767"/>
          </a:xfrm>
          <a:prstGeom prst="wedgeEllipseCallout">
            <a:avLst>
              <a:gd name="adj1" fmla="val -20202"/>
              <a:gd name="adj2" fmla="val 83977"/>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noProof="0" dirty="0">
                <a:ln>
                  <a:noFill/>
                </a:ln>
                <a:solidFill>
                  <a:prstClr val="black"/>
                </a:solidFill>
                <a:effectLst/>
                <a:uLnTx/>
                <a:uFillTx/>
                <a:latin typeface="Calibri"/>
              </a:rPr>
              <a:t>2026</a:t>
            </a:r>
            <a:endParaRPr lang="en-US" sz="800" b="1" dirty="0">
              <a:solidFill>
                <a:prstClr val="black"/>
              </a:solidFill>
              <a:latin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dirty="0">
                <a:ln>
                  <a:noFill/>
                </a:ln>
                <a:solidFill>
                  <a:prstClr val="black"/>
                </a:solidFill>
                <a:effectLst/>
                <a:uLnTx/>
                <a:uFillTx/>
                <a:latin typeface="Calibri"/>
              </a:rPr>
              <a:t>Spain, </a:t>
            </a:r>
            <a:r>
              <a:rPr lang="en-US" sz="800" b="1" dirty="0">
                <a:solidFill>
                  <a:prstClr val="black"/>
                </a:solidFill>
                <a:latin typeface="Calibri"/>
              </a:rPr>
              <a:t>US, Finland, Brazil, Uk, Japan</a:t>
            </a:r>
            <a:endParaRPr kumimoji="0" lang="en-US" sz="800" b="1" i="0" u="none" strike="noStrike" kern="1200" cap="none" spc="0" normalizeH="0" noProof="0" dirty="0">
              <a:ln>
                <a:noFill/>
              </a:ln>
              <a:solidFill>
                <a:prstClr val="black"/>
              </a:solidFill>
              <a:effectLst/>
              <a:uLnTx/>
              <a:uFillTx/>
              <a:latin typeface="Calibri"/>
            </a:endParaRPr>
          </a:p>
        </p:txBody>
      </p:sp>
      <p:sp>
        <p:nvSpPr>
          <p:cNvPr id="41" name="Oval Callout 78">
            <a:extLst>
              <a:ext uri="{FF2B5EF4-FFF2-40B4-BE49-F238E27FC236}">
                <a16:creationId xmlns:a16="http://schemas.microsoft.com/office/drawing/2014/main" id="{E06F001E-33D2-44D7-80E4-C85616ED92AD}"/>
              </a:ext>
            </a:extLst>
          </p:cNvPr>
          <p:cNvSpPr/>
          <p:nvPr/>
        </p:nvSpPr>
        <p:spPr>
          <a:xfrm>
            <a:off x="9510173" y="5967052"/>
            <a:ext cx="1110960" cy="440891"/>
          </a:xfrm>
          <a:prstGeom prst="wedgeEllipseCallout">
            <a:avLst>
              <a:gd name="adj1" fmla="val 64889"/>
              <a:gd name="adj2" fmla="val -20878"/>
            </a:avLst>
          </a:prstGeom>
          <a:solidFill>
            <a:schemeClr val="bg1"/>
          </a:solid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noProof="0" dirty="0">
                <a:ln>
                  <a:noFill/>
                </a:ln>
                <a:solidFill>
                  <a:prstClr val="black"/>
                </a:solidFill>
                <a:effectLst/>
                <a:uLnTx/>
                <a:uFillTx/>
                <a:latin typeface="Calibri"/>
              </a:rPr>
              <a:t>2021</a:t>
            </a:r>
            <a:endParaRPr lang="en-US" sz="800" b="1" dirty="0">
              <a:solidFill>
                <a:prstClr val="black"/>
              </a:solidFill>
              <a:latin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noProof="0" dirty="0">
                <a:solidFill>
                  <a:prstClr val="black"/>
                </a:solidFill>
                <a:latin typeface="Calibri"/>
              </a:rPr>
              <a:t>China, Spain</a:t>
            </a:r>
            <a:endParaRPr kumimoji="0" lang="en-US" sz="800" b="1" i="0" u="none" strike="noStrike" kern="1200" cap="none" spc="0" normalizeH="0" noProof="0" dirty="0">
              <a:ln>
                <a:noFill/>
              </a:ln>
              <a:solidFill>
                <a:prstClr val="black"/>
              </a:solidFill>
              <a:effectLst/>
              <a:uLnTx/>
              <a:uFillTx/>
              <a:latin typeface="Calibri"/>
            </a:endParaRPr>
          </a:p>
        </p:txBody>
      </p:sp>
      <p:sp>
        <p:nvSpPr>
          <p:cNvPr id="42" name="Oval Callout 78">
            <a:extLst>
              <a:ext uri="{FF2B5EF4-FFF2-40B4-BE49-F238E27FC236}">
                <a16:creationId xmlns:a16="http://schemas.microsoft.com/office/drawing/2014/main" id="{64BD955B-D3C0-4867-A5C8-21DA7AC78F94}"/>
              </a:ext>
            </a:extLst>
          </p:cNvPr>
          <p:cNvSpPr/>
          <p:nvPr/>
        </p:nvSpPr>
        <p:spPr>
          <a:xfrm>
            <a:off x="8354608" y="6034813"/>
            <a:ext cx="894455" cy="440891"/>
          </a:xfrm>
          <a:prstGeom prst="wedgeEllipseCallout">
            <a:avLst>
              <a:gd name="adj1" fmla="val 29573"/>
              <a:gd name="adj2" fmla="val -94149"/>
            </a:avLst>
          </a:prstGeom>
          <a:solidFill>
            <a:schemeClr val="bg1"/>
          </a:solidFill>
          <a:ln w="1905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noProof="0" dirty="0">
                <a:ln>
                  <a:noFill/>
                </a:ln>
                <a:solidFill>
                  <a:prstClr val="black"/>
                </a:solidFill>
                <a:effectLst/>
                <a:uLnTx/>
                <a:uFillTx/>
                <a:latin typeface="Calibri"/>
              </a:rPr>
              <a:t>2021</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1" dirty="0">
                <a:solidFill>
                  <a:prstClr val="black"/>
                </a:solidFill>
                <a:latin typeface="Calibri"/>
              </a:rPr>
              <a:t>France</a:t>
            </a:r>
            <a:endParaRPr kumimoji="0" lang="en-US" sz="800" b="1" i="0" u="none" strike="noStrike" kern="1200" cap="none" spc="0" normalizeH="0" noProof="0" dirty="0">
              <a:ln>
                <a:noFill/>
              </a:ln>
              <a:solidFill>
                <a:prstClr val="black"/>
              </a:solidFill>
              <a:effectLst/>
              <a:uLnTx/>
              <a:uFillTx/>
              <a:latin typeface="Calibri"/>
            </a:endParaRPr>
          </a:p>
        </p:txBody>
      </p:sp>
      <p:sp>
        <p:nvSpPr>
          <p:cNvPr id="43" name="TextBox 48">
            <a:extLst>
              <a:ext uri="{FF2B5EF4-FFF2-40B4-BE49-F238E27FC236}">
                <a16:creationId xmlns:a16="http://schemas.microsoft.com/office/drawing/2014/main" id="{3AB6DE5B-1F45-489E-BD7F-15D94403BCF1}"/>
              </a:ext>
            </a:extLst>
          </p:cNvPr>
          <p:cNvSpPr txBox="1"/>
          <p:nvPr/>
        </p:nvSpPr>
        <p:spPr>
          <a:xfrm>
            <a:off x="1338548" y="1193486"/>
            <a:ext cx="4581412" cy="227228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66700" marR="0" lvl="1" indent="-171450" algn="l" defTabSz="977900" rtl="0" eaLnBrk="1" fontAlgn="auto" latinLnBrk="0" hangingPunct="1">
              <a:lnSpc>
                <a:spcPct val="114000"/>
              </a:lnSpc>
              <a:spcBef>
                <a:spcPts val="0"/>
              </a:spcBef>
              <a:spcAft>
                <a:spcPts val="100"/>
              </a:spcAft>
              <a:buClr>
                <a:srgbClr val="1589D7"/>
              </a:buClr>
              <a:buSzTx/>
              <a:buFont typeface="Arial" panose="020B0604020202020204" pitchFamily="34" charset="0"/>
              <a:buChar char="•"/>
              <a:tabLst/>
              <a:defRPr/>
            </a:pPr>
            <a:r>
              <a:rPr kumimoji="0" lang="en-US" altLang="ko-KR" sz="1500" b="0" i="0" u="none" strike="noStrike" kern="0" cap="none" spc="0" normalizeH="0" noProof="0" dirty="0">
                <a:ln>
                  <a:solidFill>
                    <a:srgbClr val="4F81BD">
                      <a:alpha val="0"/>
                    </a:srgbClr>
                  </a:solidFill>
                </a:ln>
                <a:solidFill>
                  <a:prstClr val="black">
                    <a:lumMod val="75000"/>
                    <a:lumOff val="25000"/>
                  </a:prstClr>
                </a:solidFill>
                <a:effectLst/>
                <a:uLnTx/>
                <a:uFillTx/>
                <a:latin typeface="Calibri"/>
                <a:ea typeface="Yoon 윤고딕 530_TT" panose="02090603020101020101" pitchFamily="18" charset="-127"/>
              </a:rPr>
              <a:t>Associate Professor (Tenure-Track), SKKU, Korea</a:t>
            </a:r>
          </a:p>
          <a:p>
            <a:pPr marL="266700" marR="0" lvl="1" indent="-171450" algn="l" defTabSz="977900" rtl="0" eaLnBrk="1" fontAlgn="auto" latinLnBrk="0" hangingPunct="1">
              <a:lnSpc>
                <a:spcPct val="114000"/>
              </a:lnSpc>
              <a:spcBef>
                <a:spcPts val="0"/>
              </a:spcBef>
              <a:spcAft>
                <a:spcPts val="100"/>
              </a:spcAft>
              <a:buClr>
                <a:srgbClr val="1589D7"/>
              </a:buClr>
              <a:buSzTx/>
              <a:buFont typeface="Arial" panose="020B0604020202020204" pitchFamily="34" charset="0"/>
              <a:buChar char="•"/>
              <a:tabLst/>
              <a:defRPr/>
            </a:pPr>
            <a:r>
              <a:rPr kumimoji="0" lang="en-US" altLang="ko-KR" sz="1500" b="0" i="0" u="none" strike="noStrike" kern="0" cap="none" spc="0" normalizeH="0" noProof="0" dirty="0">
                <a:ln>
                  <a:solidFill>
                    <a:srgbClr val="4F81BD">
                      <a:alpha val="0"/>
                    </a:srgbClr>
                  </a:solidFill>
                </a:ln>
                <a:solidFill>
                  <a:prstClr val="black">
                    <a:lumMod val="75000"/>
                    <a:lumOff val="25000"/>
                  </a:prstClr>
                </a:solidFill>
                <a:effectLst/>
                <a:uLnTx/>
                <a:uFillTx/>
                <a:latin typeface="Calibri"/>
                <a:ea typeface="Yoon 윤고딕 530_TT" panose="02090603020101020101" pitchFamily="18" charset="-127"/>
                <a:hlinkClick r:id="rId5"/>
              </a:rPr>
              <a:t>khanmuhammad@skku.edu</a:t>
            </a:r>
            <a:r>
              <a:rPr kumimoji="0" lang="en-US" altLang="ko-KR" sz="1500" b="0" i="0" u="none" strike="noStrike" kern="0" cap="none" spc="0" normalizeH="0" noProof="0" dirty="0">
                <a:ln>
                  <a:solidFill>
                    <a:srgbClr val="4F81BD">
                      <a:alpha val="0"/>
                    </a:srgbClr>
                  </a:solidFill>
                </a:ln>
                <a:solidFill>
                  <a:prstClr val="black">
                    <a:lumMod val="75000"/>
                    <a:lumOff val="25000"/>
                  </a:prstClr>
                </a:solidFill>
                <a:effectLst/>
                <a:uLnTx/>
                <a:uFillTx/>
                <a:latin typeface="Calibri"/>
                <a:ea typeface="Yoon 윤고딕 530_TT" panose="02090603020101020101" pitchFamily="18" charset="-127"/>
              </a:rPr>
              <a:t>  </a:t>
            </a:r>
          </a:p>
          <a:p>
            <a:pPr marL="266700" marR="0" lvl="1" indent="-171450" algn="l" defTabSz="977900" rtl="0" eaLnBrk="1" fontAlgn="auto" latinLnBrk="0" hangingPunct="1">
              <a:lnSpc>
                <a:spcPct val="114000"/>
              </a:lnSpc>
              <a:spcBef>
                <a:spcPts val="0"/>
              </a:spcBef>
              <a:spcAft>
                <a:spcPts val="100"/>
              </a:spcAft>
              <a:buClr>
                <a:srgbClr val="1589D7"/>
              </a:buClr>
              <a:buSzTx/>
              <a:buFont typeface="Arial" panose="020B0604020202020204" pitchFamily="34" charset="0"/>
              <a:buChar char="•"/>
              <a:tabLst/>
              <a:defRPr/>
            </a:pPr>
            <a:r>
              <a:rPr kumimoji="0" lang="en-US" altLang="ko-KR" sz="1500" b="0" i="0" u="none" strike="noStrike" kern="0" cap="none" spc="0" normalizeH="0" noProof="0" dirty="0">
                <a:ln>
                  <a:solidFill>
                    <a:srgbClr val="4F81BD">
                      <a:alpha val="0"/>
                    </a:srgbClr>
                  </a:solidFill>
                </a:ln>
                <a:solidFill>
                  <a:prstClr val="black">
                    <a:lumMod val="75000"/>
                    <a:lumOff val="25000"/>
                  </a:prstClr>
                </a:solidFill>
                <a:effectLst/>
                <a:uLnTx/>
                <a:uFillTx/>
                <a:latin typeface="Calibri"/>
                <a:ea typeface="Yoon 윤고딕 530_TT" panose="02090603020101020101" pitchFamily="18" charset="-127"/>
              </a:rPr>
              <a:t>+82-10-4831-2104</a:t>
            </a:r>
          </a:p>
          <a:p>
            <a:pPr marL="266700" lvl="1" indent="-171450" defTabSz="977900" latinLnBrk="0">
              <a:lnSpc>
                <a:spcPct val="114000"/>
              </a:lnSpc>
              <a:spcAft>
                <a:spcPts val="100"/>
              </a:spcAft>
              <a:buClr>
                <a:srgbClr val="1589D7"/>
              </a:buClr>
              <a:buFont typeface="Arial" panose="020B0604020202020204" pitchFamily="34" charset="0"/>
              <a:buChar char="•"/>
              <a:defRPr/>
            </a:pPr>
            <a:r>
              <a:rPr lang="en-US" altLang="ko-KR" sz="1500" kern="0" dirty="0">
                <a:ln>
                  <a:solidFill>
                    <a:srgbClr val="4F81BD">
                      <a:alpha val="0"/>
                    </a:srgbClr>
                  </a:solidFill>
                </a:ln>
                <a:solidFill>
                  <a:prstClr val="black">
                    <a:lumMod val="75000"/>
                    <a:lumOff val="25000"/>
                  </a:prstClr>
                </a:solidFill>
                <a:latin typeface="Calibri"/>
                <a:ea typeface="Yoon 윤고딕 530_TT" panose="02090603020101020101" pitchFamily="18" charset="-127"/>
              </a:rPr>
              <a:t>Editorial Board Member, 7 Journals</a:t>
            </a:r>
          </a:p>
          <a:p>
            <a:pPr marL="266700" lvl="1" indent="-171450" defTabSz="977900" latinLnBrk="0">
              <a:lnSpc>
                <a:spcPct val="114000"/>
              </a:lnSpc>
              <a:spcAft>
                <a:spcPts val="100"/>
              </a:spcAft>
              <a:buClr>
                <a:srgbClr val="1589D7"/>
              </a:buClr>
              <a:buFont typeface="Arial" panose="020B0604020202020204" pitchFamily="34" charset="0"/>
              <a:buChar char="•"/>
              <a:defRPr/>
            </a:pPr>
            <a:r>
              <a:rPr lang="en-US" altLang="ko-KR" sz="1500" kern="0" dirty="0">
                <a:ln>
                  <a:solidFill>
                    <a:srgbClr val="4F81BD">
                      <a:alpha val="0"/>
                    </a:srgbClr>
                  </a:solidFill>
                </a:ln>
                <a:solidFill>
                  <a:prstClr val="black">
                    <a:lumMod val="75000"/>
                    <a:lumOff val="25000"/>
                  </a:prstClr>
                </a:solidFill>
                <a:latin typeface="Calibri"/>
                <a:ea typeface="Yoon 윤고딕 530_TT" panose="02090603020101020101" pitchFamily="18" charset="-127"/>
              </a:rPr>
              <a:t>Area/Associate Editor, 7 Journals</a:t>
            </a:r>
          </a:p>
          <a:p>
            <a:pPr marL="266700" lvl="1" indent="-171450" defTabSz="977900" latinLnBrk="0">
              <a:lnSpc>
                <a:spcPct val="114000"/>
              </a:lnSpc>
              <a:spcAft>
                <a:spcPts val="100"/>
              </a:spcAft>
              <a:buClr>
                <a:srgbClr val="1589D7"/>
              </a:buClr>
              <a:buFont typeface="Arial" panose="020B0604020202020204" pitchFamily="34" charset="0"/>
              <a:buChar char="•"/>
              <a:defRPr/>
            </a:pPr>
            <a:r>
              <a:rPr lang="en-US" altLang="ko-KR" sz="1500" kern="0" dirty="0">
                <a:ln>
                  <a:solidFill>
                    <a:srgbClr val="4F81BD">
                      <a:alpha val="0"/>
                    </a:srgbClr>
                  </a:solidFill>
                </a:ln>
                <a:solidFill>
                  <a:prstClr val="black">
                    <a:lumMod val="75000"/>
                    <a:lumOff val="25000"/>
                  </a:prstClr>
                </a:solidFill>
                <a:latin typeface="Calibri"/>
                <a:ea typeface="Yoon 윤고딕 530_TT" panose="02090603020101020101" pitchFamily="18" charset="-127"/>
              </a:rPr>
              <a:t>Top 2% Researcher (Stanford Uni. List), 2020-present</a:t>
            </a:r>
          </a:p>
          <a:p>
            <a:pPr marL="266700" lvl="1" indent="-171450" defTabSz="977900" latinLnBrk="0">
              <a:lnSpc>
                <a:spcPct val="114000"/>
              </a:lnSpc>
              <a:spcAft>
                <a:spcPts val="100"/>
              </a:spcAft>
              <a:buClr>
                <a:srgbClr val="1589D7"/>
              </a:buClr>
              <a:buFont typeface="Arial" panose="020B0604020202020204" pitchFamily="34" charset="0"/>
              <a:buChar char="•"/>
              <a:defRPr/>
            </a:pPr>
            <a:r>
              <a:rPr lang="en-US" altLang="ko-KR" sz="1500" kern="0" dirty="0">
                <a:ln>
                  <a:solidFill>
                    <a:srgbClr val="4F81BD">
                      <a:alpha val="0"/>
                    </a:srgbClr>
                  </a:solidFill>
                </a:ln>
                <a:solidFill>
                  <a:prstClr val="black">
                    <a:lumMod val="75000"/>
                    <a:lumOff val="25000"/>
                  </a:prstClr>
                </a:solidFill>
                <a:latin typeface="Calibri"/>
                <a:ea typeface="Yoon 윤고딕 530_TT" panose="02090603020101020101" pitchFamily="18" charset="-127"/>
                <a:hlinkClick r:id="rId6"/>
              </a:rPr>
              <a:t>#2</a:t>
            </a:r>
            <a:r>
              <a:rPr lang="en-US" altLang="ko-KR" sz="1500" kern="0" dirty="0">
                <a:ln>
                  <a:solidFill>
                    <a:srgbClr val="4F81BD">
                      <a:alpha val="0"/>
                    </a:srgbClr>
                  </a:solidFill>
                </a:ln>
                <a:solidFill>
                  <a:prstClr val="black">
                    <a:lumMod val="75000"/>
                    <a:lumOff val="25000"/>
                  </a:prstClr>
                </a:solidFill>
                <a:latin typeface="Calibri"/>
                <a:ea typeface="Yoon 윤고딕 530_TT" panose="02090603020101020101" pitchFamily="18" charset="-127"/>
              </a:rPr>
              <a:t> in Korea (Best CS Scientists 2026, Research.com)</a:t>
            </a:r>
          </a:p>
          <a:p>
            <a:pPr marL="266700" lvl="1" indent="-171450" defTabSz="977900" latinLnBrk="0">
              <a:lnSpc>
                <a:spcPct val="114000"/>
              </a:lnSpc>
              <a:spcAft>
                <a:spcPts val="100"/>
              </a:spcAft>
              <a:buClr>
                <a:srgbClr val="1589D7"/>
              </a:buClr>
              <a:buFont typeface="Arial" panose="020B0604020202020204" pitchFamily="34" charset="0"/>
              <a:buChar char="•"/>
              <a:defRPr/>
            </a:pPr>
            <a:r>
              <a:rPr lang="en-US" altLang="ko-KR" sz="1500" kern="0" dirty="0">
                <a:ln>
                  <a:solidFill>
                    <a:srgbClr val="4F81BD">
                      <a:alpha val="0"/>
                    </a:srgbClr>
                  </a:solidFill>
                </a:ln>
                <a:solidFill>
                  <a:prstClr val="black">
                    <a:lumMod val="75000"/>
                    <a:lumOff val="25000"/>
                  </a:prstClr>
                </a:solidFill>
                <a:latin typeface="Calibri"/>
                <a:ea typeface="Yoon 윤고딕 530_TT" panose="02090603020101020101" pitchFamily="18" charset="-127"/>
              </a:rPr>
              <a:t>HCR (top 1%), 2021-2024</a:t>
            </a:r>
          </a:p>
        </p:txBody>
      </p:sp>
      <p:sp>
        <p:nvSpPr>
          <p:cNvPr id="44" name="Oval Callout 78">
            <a:extLst>
              <a:ext uri="{FF2B5EF4-FFF2-40B4-BE49-F238E27FC236}">
                <a16:creationId xmlns:a16="http://schemas.microsoft.com/office/drawing/2014/main" id="{B08325F1-9FF8-4FFA-AF37-73A34393E395}"/>
              </a:ext>
            </a:extLst>
          </p:cNvPr>
          <p:cNvSpPr/>
          <p:nvPr/>
        </p:nvSpPr>
        <p:spPr>
          <a:xfrm>
            <a:off x="8368949" y="4338168"/>
            <a:ext cx="738010" cy="838892"/>
          </a:xfrm>
          <a:prstGeom prst="wedgeEllipseCallout">
            <a:avLst>
              <a:gd name="adj1" fmla="val 47756"/>
              <a:gd name="adj2" fmla="val 58167"/>
            </a:avLst>
          </a:prstGeom>
          <a:solidFill>
            <a:schemeClr val="bg1"/>
          </a:solid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noProof="0" dirty="0">
                <a:ln>
                  <a:noFill/>
                </a:ln>
                <a:solidFill>
                  <a:prstClr val="black"/>
                </a:solidFill>
                <a:effectLst/>
                <a:uLnTx/>
                <a:uFillTx/>
                <a:latin typeface="Calibri"/>
              </a:rPr>
              <a:t>2022</a:t>
            </a:r>
            <a:endParaRPr lang="en-US" sz="800" b="1" dirty="0">
              <a:solidFill>
                <a:prstClr val="black"/>
              </a:solidFill>
              <a:latin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noProof="0" dirty="0">
                <a:ln>
                  <a:noFill/>
                </a:ln>
                <a:solidFill>
                  <a:prstClr val="black"/>
                </a:solidFill>
                <a:effectLst/>
                <a:uLnTx/>
                <a:uFillTx/>
                <a:latin typeface="Calibri"/>
              </a:rPr>
              <a:t>USA</a:t>
            </a:r>
          </a:p>
        </p:txBody>
      </p:sp>
    </p:spTree>
    <p:extLst>
      <p:ext uri="{BB962C8B-B14F-4D97-AF65-F5344CB8AC3E}">
        <p14:creationId xmlns:p14="http://schemas.microsoft.com/office/powerpoint/2010/main" val="3718304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6A43D0-E781-CE4D-CD92-2ED94E8DBA9B}"/>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48D24A1-A3AC-D446-889F-480EA9E2E314}"/>
              </a:ext>
            </a:extLst>
          </p:cNvPr>
          <p:cNvSpPr/>
          <p:nvPr/>
        </p:nvSpPr>
        <p:spPr>
          <a:xfrm>
            <a:off x="0" y="0"/>
            <a:ext cx="12192000" cy="87376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GB" sz="4000" b="1" dirty="0">
                <a:latin typeface="Centary school"/>
              </a:rPr>
              <a:t>6. Research Team (Major Collaborations)</a:t>
            </a:r>
            <a:endParaRPr lang="en-PK" sz="4000" b="1" dirty="0">
              <a:latin typeface="Centary school"/>
            </a:endParaRPr>
          </a:p>
        </p:txBody>
      </p:sp>
      <p:sp>
        <p:nvSpPr>
          <p:cNvPr id="7" name="Rectangle 4">
            <a:extLst>
              <a:ext uri="{FF2B5EF4-FFF2-40B4-BE49-F238E27FC236}">
                <a16:creationId xmlns:a16="http://schemas.microsoft.com/office/drawing/2014/main" id="{78DC74F0-39FD-7832-784B-C72331BBE8BF}"/>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9</a:t>
            </a:r>
            <a:endParaRPr lang="en-PK" sz="4400" dirty="0">
              <a:latin typeface="Centary school"/>
            </a:endParaRPr>
          </a:p>
        </p:txBody>
      </p:sp>
      <p:sp>
        <p:nvSpPr>
          <p:cNvPr id="2" name="Hexagon 1">
            <a:extLst>
              <a:ext uri="{FF2B5EF4-FFF2-40B4-BE49-F238E27FC236}">
                <a16:creationId xmlns:a16="http://schemas.microsoft.com/office/drawing/2014/main" id="{4D13B59D-3D3D-4252-AF52-019495AAA1E2}"/>
              </a:ext>
            </a:extLst>
          </p:cNvPr>
          <p:cNvSpPr/>
          <p:nvPr/>
        </p:nvSpPr>
        <p:spPr>
          <a:xfrm>
            <a:off x="4428089" y="2926948"/>
            <a:ext cx="874585" cy="753571"/>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 name="Hexagon 2">
            <a:extLst>
              <a:ext uri="{FF2B5EF4-FFF2-40B4-BE49-F238E27FC236}">
                <a16:creationId xmlns:a16="http://schemas.microsoft.com/office/drawing/2014/main" id="{8D1FAAB6-EEEB-44AF-B942-ABCF87FBF302}"/>
              </a:ext>
            </a:extLst>
          </p:cNvPr>
          <p:cNvSpPr/>
          <p:nvPr/>
        </p:nvSpPr>
        <p:spPr>
          <a:xfrm>
            <a:off x="4375955" y="3891836"/>
            <a:ext cx="874585" cy="753571"/>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4" name="Hexagon 3">
            <a:extLst>
              <a:ext uri="{FF2B5EF4-FFF2-40B4-BE49-F238E27FC236}">
                <a16:creationId xmlns:a16="http://schemas.microsoft.com/office/drawing/2014/main" id="{E45C8727-8F75-4039-8C95-DA75AEAE311E}"/>
              </a:ext>
            </a:extLst>
          </p:cNvPr>
          <p:cNvSpPr/>
          <p:nvPr/>
        </p:nvSpPr>
        <p:spPr>
          <a:xfrm>
            <a:off x="5255688" y="4281357"/>
            <a:ext cx="874585" cy="753571"/>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 name="Hexagon 5">
            <a:extLst>
              <a:ext uri="{FF2B5EF4-FFF2-40B4-BE49-F238E27FC236}">
                <a16:creationId xmlns:a16="http://schemas.microsoft.com/office/drawing/2014/main" id="{98D35978-DBEF-443E-B305-417C7C12288A}"/>
              </a:ext>
            </a:extLst>
          </p:cNvPr>
          <p:cNvSpPr/>
          <p:nvPr/>
        </p:nvSpPr>
        <p:spPr>
          <a:xfrm>
            <a:off x="6066148" y="3837062"/>
            <a:ext cx="874585" cy="753571"/>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 name="Hexagon 7">
            <a:extLst>
              <a:ext uri="{FF2B5EF4-FFF2-40B4-BE49-F238E27FC236}">
                <a16:creationId xmlns:a16="http://schemas.microsoft.com/office/drawing/2014/main" id="{958FF08B-3782-4C34-8ADC-ACDEACE23373}"/>
              </a:ext>
            </a:extLst>
          </p:cNvPr>
          <p:cNvSpPr/>
          <p:nvPr/>
        </p:nvSpPr>
        <p:spPr>
          <a:xfrm>
            <a:off x="6066148" y="2909148"/>
            <a:ext cx="874585" cy="753571"/>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 name="Hexagon 9">
            <a:extLst>
              <a:ext uri="{FF2B5EF4-FFF2-40B4-BE49-F238E27FC236}">
                <a16:creationId xmlns:a16="http://schemas.microsoft.com/office/drawing/2014/main" id="{4C973FE5-3383-4B90-B326-3C6726960B40}"/>
              </a:ext>
            </a:extLst>
          </p:cNvPr>
          <p:cNvSpPr/>
          <p:nvPr/>
        </p:nvSpPr>
        <p:spPr>
          <a:xfrm>
            <a:off x="4172243" y="2011144"/>
            <a:ext cx="874585" cy="753571"/>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 name="Freeform 40">
            <a:extLst>
              <a:ext uri="{FF2B5EF4-FFF2-40B4-BE49-F238E27FC236}">
                <a16:creationId xmlns:a16="http://schemas.microsoft.com/office/drawing/2014/main" id="{CCF5B909-8E16-4631-9B33-0A75C74DA36E}"/>
              </a:ext>
            </a:extLst>
          </p:cNvPr>
          <p:cNvSpPr/>
          <p:nvPr/>
        </p:nvSpPr>
        <p:spPr>
          <a:xfrm>
            <a:off x="4512170" y="2754746"/>
            <a:ext cx="2318030" cy="2005190"/>
          </a:xfrm>
          <a:custGeom>
            <a:avLst/>
            <a:gdLst>
              <a:gd name="connsiteX0" fmla="*/ 0 w 2318030"/>
              <a:gd name="connsiteY0" fmla="*/ 1002595 h 2005190"/>
              <a:gd name="connsiteX1" fmla="*/ 572883 w 2318030"/>
              <a:gd name="connsiteY1" fmla="*/ 0 h 2005190"/>
              <a:gd name="connsiteX2" fmla="*/ 1745147 w 2318030"/>
              <a:gd name="connsiteY2" fmla="*/ 0 h 2005190"/>
              <a:gd name="connsiteX3" fmla="*/ 2318030 w 2318030"/>
              <a:gd name="connsiteY3" fmla="*/ 1002595 h 2005190"/>
              <a:gd name="connsiteX4" fmla="*/ 1745147 w 2318030"/>
              <a:gd name="connsiteY4" fmla="*/ 2005190 h 2005190"/>
              <a:gd name="connsiteX5" fmla="*/ 572883 w 2318030"/>
              <a:gd name="connsiteY5" fmla="*/ 2005190 h 2005190"/>
              <a:gd name="connsiteX6" fmla="*/ 0 w 2318030"/>
              <a:gd name="connsiteY6" fmla="*/ 1002595 h 2005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18030" h="2005190">
                <a:moveTo>
                  <a:pt x="0" y="1002595"/>
                </a:moveTo>
                <a:lnTo>
                  <a:pt x="572883" y="0"/>
                </a:lnTo>
                <a:lnTo>
                  <a:pt x="1745147" y="0"/>
                </a:lnTo>
                <a:lnTo>
                  <a:pt x="2318030" y="1002595"/>
                </a:lnTo>
                <a:lnTo>
                  <a:pt x="1745147" y="2005190"/>
                </a:lnTo>
                <a:lnTo>
                  <a:pt x="572883" y="2005190"/>
                </a:lnTo>
                <a:lnTo>
                  <a:pt x="0" y="1002595"/>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404450" tIns="352608" rIns="404450" bIns="352608"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1200" eaLnBrk="1" fontAlgn="auto" latinLnBrk="0" hangingPunct="1">
              <a:lnSpc>
                <a:spcPct val="90000"/>
              </a:lnSpc>
              <a:spcBef>
                <a:spcPct val="0"/>
              </a:spcBef>
              <a:spcAft>
                <a:spcPct val="3500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Calibri"/>
                <a:ea typeface="+mn-ea"/>
                <a:cs typeface="+mn-cs"/>
              </a:rPr>
              <a:t>VIS2KNOW Laboratory</a:t>
            </a:r>
            <a:r>
              <a:rPr lang="en-US" sz="1600" b="1" kern="0" dirty="0">
                <a:solidFill>
                  <a:prstClr val="white"/>
                </a:solidFill>
                <a:latin typeface="Calibri"/>
              </a:rPr>
              <a:t>, SKKU</a:t>
            </a:r>
            <a:endParaRPr kumimoji="0" lang="en-US" sz="1600" b="1" i="0" u="none" strike="noStrike" kern="0" cap="none" spc="0" normalizeH="0" baseline="0" noProof="0" dirty="0">
              <a:ln>
                <a:noFill/>
              </a:ln>
              <a:solidFill>
                <a:prstClr val="white"/>
              </a:solidFill>
              <a:effectLst/>
              <a:uLnTx/>
              <a:uFillTx/>
              <a:latin typeface="Calibri"/>
              <a:ea typeface="+mn-ea"/>
              <a:cs typeface="+mn-cs"/>
            </a:endParaRPr>
          </a:p>
        </p:txBody>
      </p:sp>
      <p:sp>
        <p:nvSpPr>
          <p:cNvPr id="12" name="Hexagon 11">
            <a:extLst>
              <a:ext uri="{FF2B5EF4-FFF2-40B4-BE49-F238E27FC236}">
                <a16:creationId xmlns:a16="http://schemas.microsoft.com/office/drawing/2014/main" id="{EC8782CB-D571-4AC2-8734-074E017ADADD}"/>
              </a:ext>
            </a:extLst>
          </p:cNvPr>
          <p:cNvSpPr/>
          <p:nvPr/>
        </p:nvSpPr>
        <p:spPr>
          <a:xfrm>
            <a:off x="5963703" y="1795398"/>
            <a:ext cx="874585" cy="753571"/>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 name="Freeform 42">
            <a:extLst>
              <a:ext uri="{FF2B5EF4-FFF2-40B4-BE49-F238E27FC236}">
                <a16:creationId xmlns:a16="http://schemas.microsoft.com/office/drawing/2014/main" id="{B4395283-22D3-4A9E-A547-C9E062F4FDC8}"/>
              </a:ext>
            </a:extLst>
          </p:cNvPr>
          <p:cNvSpPr/>
          <p:nvPr/>
        </p:nvSpPr>
        <p:spPr>
          <a:xfrm>
            <a:off x="4725694" y="905146"/>
            <a:ext cx="1899609" cy="1643385"/>
          </a:xfrm>
          <a:custGeom>
            <a:avLst/>
            <a:gdLst>
              <a:gd name="connsiteX0" fmla="*/ 0 w 1899609"/>
              <a:gd name="connsiteY0" fmla="*/ 821693 h 1643385"/>
              <a:gd name="connsiteX1" fmla="*/ 469515 w 1899609"/>
              <a:gd name="connsiteY1" fmla="*/ 0 h 1643385"/>
              <a:gd name="connsiteX2" fmla="*/ 1430094 w 1899609"/>
              <a:gd name="connsiteY2" fmla="*/ 0 h 1643385"/>
              <a:gd name="connsiteX3" fmla="*/ 1899609 w 1899609"/>
              <a:gd name="connsiteY3" fmla="*/ 821693 h 1643385"/>
              <a:gd name="connsiteX4" fmla="*/ 1430094 w 1899609"/>
              <a:gd name="connsiteY4" fmla="*/ 1643385 h 1643385"/>
              <a:gd name="connsiteX5" fmla="*/ 469515 w 1899609"/>
              <a:gd name="connsiteY5" fmla="*/ 1643385 h 1643385"/>
              <a:gd name="connsiteX6" fmla="*/ 0 w 1899609"/>
              <a:gd name="connsiteY6" fmla="*/ 821693 h 164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9609" h="1643385">
                <a:moveTo>
                  <a:pt x="0" y="821693"/>
                </a:moveTo>
                <a:lnTo>
                  <a:pt x="469515" y="0"/>
                </a:lnTo>
                <a:lnTo>
                  <a:pt x="1430094" y="0"/>
                </a:lnTo>
                <a:lnTo>
                  <a:pt x="1899609" y="821693"/>
                </a:lnTo>
                <a:lnTo>
                  <a:pt x="1430094" y="1643385"/>
                </a:lnTo>
                <a:lnTo>
                  <a:pt x="469515" y="1643385"/>
                </a:lnTo>
                <a:lnTo>
                  <a:pt x="0" y="821693"/>
                </a:lnTo>
                <a:close/>
              </a:path>
            </a:pathLst>
          </a:custGeom>
          <a:solidFill>
            <a:srgbClr val="EEECE1">
              <a:lumMod val="50000"/>
            </a:srgbClr>
          </a:solidFill>
          <a:ln w="25400" cap="flat" cmpd="sng" algn="ctr">
            <a:solidFill>
              <a:sysClr val="window" lastClr="FFFFFF">
                <a:hueOff val="0"/>
                <a:satOff val="0"/>
                <a:lumOff val="0"/>
                <a:alphaOff val="0"/>
              </a:sysClr>
            </a:solidFill>
            <a:prstDash val="solid"/>
          </a:ln>
          <a:effectLst/>
        </p:spPr>
        <p:txBody>
          <a:bodyPr spcFirstLastPara="0" vert="horz" wrap="square" lIns="333856" tIns="291394" rIns="333856" bIns="291394"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0" eaLnBrk="1" fontAlgn="auto" latinLnBrk="0" hangingPunct="1">
              <a:lnSpc>
                <a:spcPct val="90000"/>
              </a:lnSpc>
              <a:spcBef>
                <a:spcPct val="0"/>
              </a:spcBef>
              <a:spcAft>
                <a:spcPct val="35000"/>
              </a:spcAft>
              <a:buClrTx/>
              <a:buSzTx/>
              <a:buFontTx/>
              <a:buNone/>
              <a:tabLst/>
              <a:defRPr/>
            </a:pPr>
            <a:r>
              <a:rPr kumimoji="0" lang="en-US" sz="1500" b="0" i="0" u="none" strike="noStrike" kern="0" cap="none" spc="0" normalizeH="0" baseline="0" noProof="0" dirty="0">
                <a:ln>
                  <a:noFill/>
                </a:ln>
                <a:solidFill>
                  <a:prstClr val="white"/>
                </a:solidFill>
                <a:effectLst/>
                <a:uLnTx/>
                <a:uFillTx/>
                <a:latin typeface="Calibri"/>
                <a:ea typeface="+mn-ea"/>
                <a:cs typeface="+mn-cs"/>
              </a:rPr>
              <a:t>Wuhan Textile University, Hunan Normal University, China</a:t>
            </a:r>
          </a:p>
        </p:txBody>
      </p:sp>
      <p:sp>
        <p:nvSpPr>
          <p:cNvPr id="14" name="Hexagon 13">
            <a:extLst>
              <a:ext uri="{FF2B5EF4-FFF2-40B4-BE49-F238E27FC236}">
                <a16:creationId xmlns:a16="http://schemas.microsoft.com/office/drawing/2014/main" id="{6734B820-6C24-4121-8E8C-D34589D85E9D}"/>
              </a:ext>
            </a:extLst>
          </p:cNvPr>
          <p:cNvSpPr/>
          <p:nvPr/>
        </p:nvSpPr>
        <p:spPr>
          <a:xfrm>
            <a:off x="6984412" y="3204175"/>
            <a:ext cx="1147416" cy="753571"/>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 name="Freeform 44">
            <a:extLst>
              <a:ext uri="{FF2B5EF4-FFF2-40B4-BE49-F238E27FC236}">
                <a16:creationId xmlns:a16="http://schemas.microsoft.com/office/drawing/2014/main" id="{A7D99DD9-4B00-4D06-AB02-20E483C82C17}"/>
              </a:ext>
            </a:extLst>
          </p:cNvPr>
          <p:cNvSpPr/>
          <p:nvPr/>
        </p:nvSpPr>
        <p:spPr>
          <a:xfrm>
            <a:off x="6467857" y="1941816"/>
            <a:ext cx="2208057" cy="1643385"/>
          </a:xfrm>
          <a:custGeom>
            <a:avLst/>
            <a:gdLst>
              <a:gd name="connsiteX0" fmla="*/ 0 w 1899609"/>
              <a:gd name="connsiteY0" fmla="*/ 821693 h 1643385"/>
              <a:gd name="connsiteX1" fmla="*/ 469515 w 1899609"/>
              <a:gd name="connsiteY1" fmla="*/ 0 h 1643385"/>
              <a:gd name="connsiteX2" fmla="*/ 1430094 w 1899609"/>
              <a:gd name="connsiteY2" fmla="*/ 0 h 1643385"/>
              <a:gd name="connsiteX3" fmla="*/ 1899609 w 1899609"/>
              <a:gd name="connsiteY3" fmla="*/ 821693 h 1643385"/>
              <a:gd name="connsiteX4" fmla="*/ 1430094 w 1899609"/>
              <a:gd name="connsiteY4" fmla="*/ 1643385 h 1643385"/>
              <a:gd name="connsiteX5" fmla="*/ 469515 w 1899609"/>
              <a:gd name="connsiteY5" fmla="*/ 1643385 h 1643385"/>
              <a:gd name="connsiteX6" fmla="*/ 0 w 1899609"/>
              <a:gd name="connsiteY6" fmla="*/ 821693 h 164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9609" h="1643385">
                <a:moveTo>
                  <a:pt x="0" y="821693"/>
                </a:moveTo>
                <a:lnTo>
                  <a:pt x="469515" y="0"/>
                </a:lnTo>
                <a:lnTo>
                  <a:pt x="1430094" y="0"/>
                </a:lnTo>
                <a:lnTo>
                  <a:pt x="1899609" y="821693"/>
                </a:lnTo>
                <a:lnTo>
                  <a:pt x="1430094" y="1643385"/>
                </a:lnTo>
                <a:lnTo>
                  <a:pt x="469515" y="1643385"/>
                </a:lnTo>
                <a:lnTo>
                  <a:pt x="0" y="821693"/>
                </a:lnTo>
                <a:close/>
              </a:path>
            </a:pathLst>
          </a:custGeom>
          <a:solidFill>
            <a:srgbClr val="8064A2">
              <a:lumMod val="75000"/>
            </a:srgbClr>
          </a:solidFill>
          <a:ln w="25400" cap="flat" cmpd="sng" algn="ctr">
            <a:solidFill>
              <a:sysClr val="window" lastClr="FFFFFF">
                <a:hueOff val="0"/>
                <a:satOff val="0"/>
                <a:lumOff val="0"/>
                <a:alphaOff val="0"/>
              </a:sysClr>
            </a:solidFill>
            <a:prstDash val="solid"/>
          </a:ln>
          <a:effectLst/>
        </p:spPr>
        <p:txBody>
          <a:bodyPr spcFirstLastPara="0" vert="horz" wrap="square" lIns="333856" tIns="291394" rIns="333856" bIns="291394"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0" eaLnBrk="1" fontAlgn="auto" latinLnBrk="0" hangingPunct="1">
              <a:lnSpc>
                <a:spcPct val="90000"/>
              </a:lnSpc>
              <a:spcBef>
                <a:spcPct val="0"/>
              </a:spcBef>
              <a:spcAft>
                <a:spcPct val="35000"/>
              </a:spcAft>
              <a:buClrTx/>
              <a:buSzTx/>
              <a:buFontTx/>
              <a:buNone/>
              <a:tabLst/>
              <a:defRPr/>
            </a:pPr>
            <a:r>
              <a:rPr kumimoji="0" lang="en-US" sz="1500" b="0" i="0" u="none" strike="noStrike" kern="0" cap="none" spc="0" normalizeH="0" baseline="0" noProof="0" dirty="0">
                <a:ln>
                  <a:noFill/>
                </a:ln>
                <a:solidFill>
                  <a:prstClr val="white"/>
                </a:solidFill>
                <a:effectLst/>
                <a:uLnTx/>
                <a:uFillTx/>
                <a:latin typeface="Calibri"/>
                <a:ea typeface="+mn-ea"/>
                <a:cs typeface="+mn-cs"/>
              </a:rPr>
              <a:t>Visual Surveillance Lab, NIT, India</a:t>
            </a:r>
          </a:p>
        </p:txBody>
      </p:sp>
      <p:sp>
        <p:nvSpPr>
          <p:cNvPr id="16" name="Hexagon 15">
            <a:extLst>
              <a:ext uri="{FF2B5EF4-FFF2-40B4-BE49-F238E27FC236}">
                <a16:creationId xmlns:a16="http://schemas.microsoft.com/office/drawing/2014/main" id="{BCF95813-3E60-45EF-A253-6D5E839280BB}"/>
              </a:ext>
            </a:extLst>
          </p:cNvPr>
          <p:cNvSpPr/>
          <p:nvPr/>
        </p:nvSpPr>
        <p:spPr>
          <a:xfrm>
            <a:off x="6275361" y="4794420"/>
            <a:ext cx="874585" cy="869733"/>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 name="Freeform 46">
            <a:extLst>
              <a:ext uri="{FF2B5EF4-FFF2-40B4-BE49-F238E27FC236}">
                <a16:creationId xmlns:a16="http://schemas.microsoft.com/office/drawing/2014/main" id="{EAB0B55D-7AA4-42EE-B685-D5751CC509E8}"/>
              </a:ext>
            </a:extLst>
          </p:cNvPr>
          <p:cNvSpPr/>
          <p:nvPr/>
        </p:nvSpPr>
        <p:spPr>
          <a:xfrm>
            <a:off x="6467857" y="3928915"/>
            <a:ext cx="2026854" cy="1643385"/>
          </a:xfrm>
          <a:custGeom>
            <a:avLst/>
            <a:gdLst>
              <a:gd name="connsiteX0" fmla="*/ 0 w 1899609"/>
              <a:gd name="connsiteY0" fmla="*/ 821693 h 1643385"/>
              <a:gd name="connsiteX1" fmla="*/ 469515 w 1899609"/>
              <a:gd name="connsiteY1" fmla="*/ 0 h 1643385"/>
              <a:gd name="connsiteX2" fmla="*/ 1430094 w 1899609"/>
              <a:gd name="connsiteY2" fmla="*/ 0 h 1643385"/>
              <a:gd name="connsiteX3" fmla="*/ 1899609 w 1899609"/>
              <a:gd name="connsiteY3" fmla="*/ 821693 h 1643385"/>
              <a:gd name="connsiteX4" fmla="*/ 1430094 w 1899609"/>
              <a:gd name="connsiteY4" fmla="*/ 1643385 h 1643385"/>
              <a:gd name="connsiteX5" fmla="*/ 469515 w 1899609"/>
              <a:gd name="connsiteY5" fmla="*/ 1643385 h 1643385"/>
              <a:gd name="connsiteX6" fmla="*/ 0 w 1899609"/>
              <a:gd name="connsiteY6" fmla="*/ 821693 h 164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9609" h="1643385">
                <a:moveTo>
                  <a:pt x="0" y="821693"/>
                </a:moveTo>
                <a:lnTo>
                  <a:pt x="469515" y="0"/>
                </a:lnTo>
                <a:lnTo>
                  <a:pt x="1430094" y="0"/>
                </a:lnTo>
                <a:lnTo>
                  <a:pt x="1899609" y="821693"/>
                </a:lnTo>
                <a:lnTo>
                  <a:pt x="1430094" y="1643385"/>
                </a:lnTo>
                <a:lnTo>
                  <a:pt x="469515" y="1643385"/>
                </a:lnTo>
                <a:lnTo>
                  <a:pt x="0" y="821693"/>
                </a:lnTo>
                <a:close/>
              </a:path>
            </a:pathLst>
          </a:custGeom>
          <a:solidFill>
            <a:srgbClr val="9BBB59">
              <a:lumMod val="75000"/>
            </a:srgbClr>
          </a:solidFill>
          <a:ln w="25400" cap="flat" cmpd="sng" algn="ctr">
            <a:solidFill>
              <a:sysClr val="window" lastClr="FFFFFF">
                <a:hueOff val="0"/>
                <a:satOff val="0"/>
                <a:lumOff val="0"/>
                <a:alphaOff val="0"/>
              </a:sysClr>
            </a:solidFill>
            <a:prstDash val="solid"/>
          </a:ln>
          <a:effectLst/>
        </p:spPr>
        <p:txBody>
          <a:bodyPr spcFirstLastPara="0" vert="horz" wrap="square" lIns="333856" tIns="291394" rIns="333856" bIns="291394"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0" eaLnBrk="1" fontAlgn="auto" latinLnBrk="0" hangingPunct="1">
              <a:lnSpc>
                <a:spcPct val="90000"/>
              </a:lnSpc>
              <a:spcBef>
                <a:spcPct val="0"/>
              </a:spcBef>
              <a:spcAft>
                <a:spcPct val="35000"/>
              </a:spcAft>
              <a:buClrTx/>
              <a:buSzTx/>
              <a:buFontTx/>
              <a:buNone/>
              <a:tabLst/>
              <a:defRPr/>
            </a:pPr>
            <a:r>
              <a:rPr kumimoji="0" lang="en-US" sz="1500" b="0" i="0" u="none" strike="noStrike" kern="0" cap="none" spc="0" normalizeH="0" baseline="0" noProof="0" dirty="0">
                <a:ln>
                  <a:noFill/>
                </a:ln>
                <a:solidFill>
                  <a:prstClr val="white"/>
                </a:solidFill>
                <a:effectLst/>
                <a:uLnTx/>
                <a:uFillTx/>
                <a:latin typeface="Calibri"/>
                <a:ea typeface="+mn-ea"/>
                <a:cs typeface="+mn-cs"/>
              </a:rPr>
              <a:t>ANU</a:t>
            </a:r>
            <a:r>
              <a:rPr lang="en-US" sz="1500" kern="0" dirty="0">
                <a:solidFill>
                  <a:prstClr val="white"/>
                </a:solidFill>
                <a:latin typeface="Calibri"/>
              </a:rPr>
              <a:t>/UWA</a:t>
            </a:r>
            <a:r>
              <a:rPr kumimoji="0" lang="en-US" sz="1500" b="0" i="0" u="none" strike="noStrike" kern="0" cap="none" spc="0" normalizeH="0" baseline="0" noProof="0" dirty="0">
                <a:ln>
                  <a:noFill/>
                </a:ln>
                <a:solidFill>
                  <a:prstClr val="white"/>
                </a:solidFill>
                <a:effectLst/>
                <a:uLnTx/>
                <a:uFillTx/>
                <a:latin typeface="Calibri"/>
                <a:ea typeface="+mn-ea"/>
                <a:cs typeface="+mn-cs"/>
              </a:rPr>
              <a:t>, Australia</a:t>
            </a:r>
          </a:p>
        </p:txBody>
      </p:sp>
      <p:sp>
        <p:nvSpPr>
          <p:cNvPr id="18" name="Hexagon 17">
            <a:extLst>
              <a:ext uri="{FF2B5EF4-FFF2-40B4-BE49-F238E27FC236}">
                <a16:creationId xmlns:a16="http://schemas.microsoft.com/office/drawing/2014/main" id="{8E5D0C09-3A61-4E47-AA55-169BA0EE25A2}"/>
              </a:ext>
            </a:extLst>
          </p:cNvPr>
          <p:cNvSpPr/>
          <p:nvPr/>
        </p:nvSpPr>
        <p:spPr>
          <a:xfrm>
            <a:off x="4516484" y="4959494"/>
            <a:ext cx="874585" cy="753571"/>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Freeform 48">
            <a:extLst>
              <a:ext uri="{FF2B5EF4-FFF2-40B4-BE49-F238E27FC236}">
                <a16:creationId xmlns:a16="http://schemas.microsoft.com/office/drawing/2014/main" id="{62D17FAD-00BC-46AA-ADCA-31EE96D279F8}"/>
              </a:ext>
            </a:extLst>
          </p:cNvPr>
          <p:cNvSpPr/>
          <p:nvPr/>
        </p:nvSpPr>
        <p:spPr>
          <a:xfrm>
            <a:off x="4721648" y="4940838"/>
            <a:ext cx="1899609" cy="1559989"/>
          </a:xfrm>
          <a:custGeom>
            <a:avLst/>
            <a:gdLst>
              <a:gd name="connsiteX0" fmla="*/ 0 w 1899609"/>
              <a:gd name="connsiteY0" fmla="*/ 821693 h 1643385"/>
              <a:gd name="connsiteX1" fmla="*/ 469515 w 1899609"/>
              <a:gd name="connsiteY1" fmla="*/ 0 h 1643385"/>
              <a:gd name="connsiteX2" fmla="*/ 1430094 w 1899609"/>
              <a:gd name="connsiteY2" fmla="*/ 0 h 1643385"/>
              <a:gd name="connsiteX3" fmla="*/ 1899609 w 1899609"/>
              <a:gd name="connsiteY3" fmla="*/ 821693 h 1643385"/>
              <a:gd name="connsiteX4" fmla="*/ 1430094 w 1899609"/>
              <a:gd name="connsiteY4" fmla="*/ 1643385 h 1643385"/>
              <a:gd name="connsiteX5" fmla="*/ 469515 w 1899609"/>
              <a:gd name="connsiteY5" fmla="*/ 1643385 h 1643385"/>
              <a:gd name="connsiteX6" fmla="*/ 0 w 1899609"/>
              <a:gd name="connsiteY6" fmla="*/ 821693 h 164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9609" h="1643385">
                <a:moveTo>
                  <a:pt x="0" y="821693"/>
                </a:moveTo>
                <a:lnTo>
                  <a:pt x="469515" y="0"/>
                </a:lnTo>
                <a:lnTo>
                  <a:pt x="1430094" y="0"/>
                </a:lnTo>
                <a:lnTo>
                  <a:pt x="1899609" y="821693"/>
                </a:lnTo>
                <a:lnTo>
                  <a:pt x="1430094" y="1643385"/>
                </a:lnTo>
                <a:lnTo>
                  <a:pt x="469515" y="1643385"/>
                </a:lnTo>
                <a:lnTo>
                  <a:pt x="0" y="821693"/>
                </a:lnTo>
                <a:close/>
              </a:path>
            </a:pathLst>
          </a:custGeom>
          <a:solidFill>
            <a:srgbClr val="EEECE1">
              <a:lumMod val="50000"/>
            </a:srgbClr>
          </a:solidFill>
          <a:ln w="25400" cap="flat" cmpd="sng" algn="ctr">
            <a:solidFill>
              <a:sysClr val="window" lastClr="FFFFFF">
                <a:hueOff val="0"/>
                <a:satOff val="0"/>
                <a:lumOff val="0"/>
                <a:alphaOff val="0"/>
              </a:sysClr>
            </a:solidFill>
            <a:prstDash val="solid"/>
          </a:ln>
          <a:effectLst/>
        </p:spPr>
        <p:txBody>
          <a:bodyPr spcFirstLastPara="0" vert="horz" wrap="square" lIns="333856" tIns="291394" rIns="333856" bIns="291394"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0" eaLnBrk="1" fontAlgn="auto" latinLnBrk="0" hangingPunct="1">
              <a:lnSpc>
                <a:spcPct val="90000"/>
              </a:lnSpc>
              <a:spcBef>
                <a:spcPct val="0"/>
              </a:spcBef>
              <a:spcAft>
                <a:spcPct val="35000"/>
              </a:spcAft>
              <a:buClrTx/>
              <a:buSzTx/>
              <a:buFontTx/>
              <a:buNone/>
              <a:tabLst/>
              <a:defRPr/>
            </a:pPr>
            <a:r>
              <a:rPr kumimoji="0" lang="en-US" sz="1500" b="0" i="0" u="none" strike="noStrike" kern="0" cap="none" spc="0" normalizeH="0" baseline="0" noProof="0" dirty="0">
                <a:ln>
                  <a:noFill/>
                </a:ln>
                <a:solidFill>
                  <a:prstClr val="white"/>
                </a:solidFill>
                <a:effectLst/>
                <a:uLnTx/>
                <a:uFillTx/>
                <a:latin typeface="Calibri"/>
                <a:ea typeface="+mn-ea"/>
                <a:cs typeface="+mn-cs"/>
              </a:rPr>
              <a:t>TECNALIA, Spain</a:t>
            </a:r>
          </a:p>
        </p:txBody>
      </p:sp>
      <p:sp>
        <p:nvSpPr>
          <p:cNvPr id="20" name="Hexagon 19">
            <a:extLst>
              <a:ext uri="{FF2B5EF4-FFF2-40B4-BE49-F238E27FC236}">
                <a16:creationId xmlns:a16="http://schemas.microsoft.com/office/drawing/2014/main" id="{FB4A3347-D839-4F56-A2F9-6F4654C4D7D9}"/>
              </a:ext>
            </a:extLst>
          </p:cNvPr>
          <p:cNvSpPr/>
          <p:nvPr/>
        </p:nvSpPr>
        <p:spPr>
          <a:xfrm>
            <a:off x="3479059" y="3551282"/>
            <a:ext cx="874585" cy="753571"/>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Freeform 50">
            <a:extLst>
              <a:ext uri="{FF2B5EF4-FFF2-40B4-BE49-F238E27FC236}">
                <a16:creationId xmlns:a16="http://schemas.microsoft.com/office/drawing/2014/main" id="{E02263CD-C9B1-4E93-A0F1-14BED1A6BB98}"/>
              </a:ext>
            </a:extLst>
          </p:cNvPr>
          <p:cNvSpPr/>
          <p:nvPr/>
        </p:nvSpPr>
        <p:spPr>
          <a:xfrm>
            <a:off x="2975444" y="3930046"/>
            <a:ext cx="1899609" cy="1643385"/>
          </a:xfrm>
          <a:custGeom>
            <a:avLst/>
            <a:gdLst>
              <a:gd name="connsiteX0" fmla="*/ 0 w 1899609"/>
              <a:gd name="connsiteY0" fmla="*/ 821693 h 1643385"/>
              <a:gd name="connsiteX1" fmla="*/ 469515 w 1899609"/>
              <a:gd name="connsiteY1" fmla="*/ 0 h 1643385"/>
              <a:gd name="connsiteX2" fmla="*/ 1430094 w 1899609"/>
              <a:gd name="connsiteY2" fmla="*/ 0 h 1643385"/>
              <a:gd name="connsiteX3" fmla="*/ 1899609 w 1899609"/>
              <a:gd name="connsiteY3" fmla="*/ 821693 h 1643385"/>
              <a:gd name="connsiteX4" fmla="*/ 1430094 w 1899609"/>
              <a:gd name="connsiteY4" fmla="*/ 1643385 h 1643385"/>
              <a:gd name="connsiteX5" fmla="*/ 469515 w 1899609"/>
              <a:gd name="connsiteY5" fmla="*/ 1643385 h 1643385"/>
              <a:gd name="connsiteX6" fmla="*/ 0 w 1899609"/>
              <a:gd name="connsiteY6" fmla="*/ 821693 h 164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9609" h="1643385">
                <a:moveTo>
                  <a:pt x="0" y="821693"/>
                </a:moveTo>
                <a:lnTo>
                  <a:pt x="469515" y="0"/>
                </a:lnTo>
                <a:lnTo>
                  <a:pt x="1430094" y="0"/>
                </a:lnTo>
                <a:lnTo>
                  <a:pt x="1899609" y="821693"/>
                </a:lnTo>
                <a:lnTo>
                  <a:pt x="1430094" y="1643385"/>
                </a:lnTo>
                <a:lnTo>
                  <a:pt x="469515" y="1643385"/>
                </a:lnTo>
                <a:lnTo>
                  <a:pt x="0" y="821693"/>
                </a:lnTo>
                <a:close/>
              </a:path>
            </a:pathLst>
          </a:custGeom>
          <a:solidFill>
            <a:srgbClr val="8064A2">
              <a:lumMod val="75000"/>
            </a:srgbClr>
          </a:solidFill>
          <a:ln w="25400" cap="flat" cmpd="sng" algn="ctr">
            <a:solidFill>
              <a:sysClr val="window" lastClr="FFFFFF">
                <a:hueOff val="0"/>
                <a:satOff val="0"/>
                <a:lumOff val="0"/>
                <a:alphaOff val="0"/>
              </a:sysClr>
            </a:solidFill>
            <a:prstDash val="solid"/>
          </a:ln>
          <a:effectLst/>
        </p:spPr>
        <p:txBody>
          <a:bodyPr spcFirstLastPara="0" vert="horz" wrap="square" lIns="333856" tIns="291394" rIns="333856" bIns="291394"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0" eaLnBrk="1" fontAlgn="auto" latinLnBrk="0" hangingPunct="1">
              <a:lnSpc>
                <a:spcPct val="90000"/>
              </a:lnSpc>
              <a:spcBef>
                <a:spcPct val="0"/>
              </a:spcBef>
              <a:spcAft>
                <a:spcPct val="35000"/>
              </a:spcAft>
              <a:buClrTx/>
              <a:buSzTx/>
              <a:buFontTx/>
              <a:buNone/>
              <a:tabLst/>
              <a:defRPr/>
            </a:pPr>
            <a:r>
              <a:rPr kumimoji="0" lang="en-US" sz="1500" b="0" i="0" u="none" strike="noStrike" kern="0" cap="none" spc="0" normalizeH="0" baseline="0" noProof="0" dirty="0">
                <a:ln>
                  <a:noFill/>
                </a:ln>
                <a:solidFill>
                  <a:prstClr val="white"/>
                </a:solidFill>
                <a:effectLst/>
                <a:uLnTx/>
                <a:uFillTx/>
                <a:latin typeface="Calibri"/>
                <a:ea typeface="+mn-ea"/>
                <a:cs typeface="+mn-cs"/>
              </a:rPr>
              <a:t>DIP Lab, ICP, Pakistan</a:t>
            </a:r>
          </a:p>
        </p:txBody>
      </p:sp>
      <p:sp>
        <p:nvSpPr>
          <p:cNvPr id="22" name="Freeform 51">
            <a:extLst>
              <a:ext uri="{FF2B5EF4-FFF2-40B4-BE49-F238E27FC236}">
                <a16:creationId xmlns:a16="http://schemas.microsoft.com/office/drawing/2014/main" id="{97E5DA70-0DCA-4277-8F0A-E67B300A2B43}"/>
              </a:ext>
            </a:extLst>
          </p:cNvPr>
          <p:cNvSpPr/>
          <p:nvPr/>
        </p:nvSpPr>
        <p:spPr>
          <a:xfrm>
            <a:off x="2975444" y="1939554"/>
            <a:ext cx="1899609" cy="1643385"/>
          </a:xfrm>
          <a:custGeom>
            <a:avLst/>
            <a:gdLst>
              <a:gd name="connsiteX0" fmla="*/ 0 w 1899609"/>
              <a:gd name="connsiteY0" fmla="*/ 821693 h 1643385"/>
              <a:gd name="connsiteX1" fmla="*/ 469515 w 1899609"/>
              <a:gd name="connsiteY1" fmla="*/ 0 h 1643385"/>
              <a:gd name="connsiteX2" fmla="*/ 1430094 w 1899609"/>
              <a:gd name="connsiteY2" fmla="*/ 0 h 1643385"/>
              <a:gd name="connsiteX3" fmla="*/ 1899609 w 1899609"/>
              <a:gd name="connsiteY3" fmla="*/ 821693 h 1643385"/>
              <a:gd name="connsiteX4" fmla="*/ 1430094 w 1899609"/>
              <a:gd name="connsiteY4" fmla="*/ 1643385 h 1643385"/>
              <a:gd name="connsiteX5" fmla="*/ 469515 w 1899609"/>
              <a:gd name="connsiteY5" fmla="*/ 1643385 h 1643385"/>
              <a:gd name="connsiteX6" fmla="*/ 0 w 1899609"/>
              <a:gd name="connsiteY6" fmla="*/ 821693 h 164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9609" h="1643385">
                <a:moveTo>
                  <a:pt x="0" y="821693"/>
                </a:moveTo>
                <a:lnTo>
                  <a:pt x="469515" y="0"/>
                </a:lnTo>
                <a:lnTo>
                  <a:pt x="1430094" y="0"/>
                </a:lnTo>
                <a:lnTo>
                  <a:pt x="1899609" y="821693"/>
                </a:lnTo>
                <a:lnTo>
                  <a:pt x="1430094" y="1643385"/>
                </a:lnTo>
                <a:lnTo>
                  <a:pt x="469515" y="1643385"/>
                </a:lnTo>
                <a:lnTo>
                  <a:pt x="0" y="821693"/>
                </a:lnTo>
                <a:close/>
              </a:path>
            </a:pathLst>
          </a:custGeom>
          <a:solidFill>
            <a:srgbClr val="9BBB59">
              <a:lumMod val="75000"/>
            </a:srgbClr>
          </a:solidFill>
          <a:ln w="25400" cap="flat" cmpd="sng" algn="ctr">
            <a:solidFill>
              <a:sysClr val="window" lastClr="FFFFFF">
                <a:hueOff val="0"/>
                <a:satOff val="0"/>
                <a:lumOff val="0"/>
                <a:alphaOff val="0"/>
              </a:sysClr>
            </a:solidFill>
            <a:prstDash val="solid"/>
          </a:ln>
          <a:effectLst/>
        </p:spPr>
        <p:txBody>
          <a:bodyPr spcFirstLastPara="0" vert="horz" wrap="square" lIns="333856" tIns="291394" rIns="333856" bIns="291394"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0" eaLnBrk="1" fontAlgn="auto" latinLnBrk="0" hangingPunct="1">
              <a:lnSpc>
                <a:spcPct val="90000"/>
              </a:lnSpc>
              <a:spcBef>
                <a:spcPct val="0"/>
              </a:spcBef>
              <a:spcAft>
                <a:spcPct val="35000"/>
              </a:spcAft>
              <a:buClrTx/>
              <a:buSzTx/>
              <a:buFontTx/>
              <a:buNone/>
              <a:tabLst/>
              <a:defRPr/>
            </a:pPr>
            <a:r>
              <a:rPr kumimoji="0" lang="en-US" sz="1500" b="0" i="0" u="none" strike="noStrike" kern="0" cap="none" spc="0" normalizeH="0" baseline="0" noProof="0" dirty="0">
                <a:ln>
                  <a:noFill/>
                </a:ln>
                <a:solidFill>
                  <a:prstClr val="white"/>
                </a:solidFill>
                <a:effectLst/>
                <a:uLnTx/>
                <a:uFillTx/>
                <a:latin typeface="Calibri"/>
                <a:ea typeface="+mn-ea"/>
                <a:cs typeface="+mn-cs"/>
              </a:rPr>
              <a:t>Brain AI Lab, </a:t>
            </a:r>
          </a:p>
          <a:p>
            <a:pPr marL="0" marR="0" lvl="0" indent="0" algn="ctr" defTabSz="666750" eaLnBrk="1" fontAlgn="auto" latinLnBrk="0" hangingPunct="1">
              <a:lnSpc>
                <a:spcPct val="90000"/>
              </a:lnSpc>
              <a:spcBef>
                <a:spcPct val="0"/>
              </a:spcBef>
              <a:spcAft>
                <a:spcPct val="35000"/>
              </a:spcAft>
              <a:buClrTx/>
              <a:buSzTx/>
              <a:buFontTx/>
              <a:buNone/>
              <a:tabLst/>
              <a:defRPr/>
            </a:pPr>
            <a:r>
              <a:rPr kumimoji="0" lang="en-US" sz="1500" b="0" i="0" u="none" strike="noStrike" kern="0" cap="none" spc="0" normalizeH="0" baseline="0" noProof="0" dirty="0">
                <a:ln>
                  <a:noFill/>
                </a:ln>
                <a:solidFill>
                  <a:prstClr val="white"/>
                </a:solidFill>
                <a:effectLst/>
                <a:uLnTx/>
                <a:uFillTx/>
                <a:latin typeface="Calibri"/>
                <a:ea typeface="+mn-ea"/>
                <a:cs typeface="+mn-cs"/>
              </a:rPr>
              <a:t>KNU, Korea</a:t>
            </a:r>
          </a:p>
        </p:txBody>
      </p:sp>
    </p:spTree>
    <p:extLst>
      <p:ext uri="{BB962C8B-B14F-4D97-AF65-F5344CB8AC3E}">
        <p14:creationId xmlns:p14="http://schemas.microsoft.com/office/powerpoint/2010/main" val="10129571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CAECB-6F9A-B55E-7C19-E649FD1958F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7495441-C118-0D20-BA01-2134D909ED95}"/>
              </a:ext>
            </a:extLst>
          </p:cNvPr>
          <p:cNvSpPr/>
          <p:nvPr/>
        </p:nvSpPr>
        <p:spPr>
          <a:xfrm>
            <a:off x="0" y="0"/>
            <a:ext cx="12192000" cy="87376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GB" sz="4000" b="1" dirty="0">
                <a:latin typeface="Centary school"/>
              </a:rPr>
              <a:t>6. Research Team</a:t>
            </a:r>
            <a:endParaRPr lang="en-PK" sz="4000" b="1" dirty="0">
              <a:latin typeface="Centary school"/>
            </a:endParaRPr>
          </a:p>
        </p:txBody>
      </p:sp>
      <p:sp>
        <p:nvSpPr>
          <p:cNvPr id="7" name="Rectangle 4">
            <a:extLst>
              <a:ext uri="{FF2B5EF4-FFF2-40B4-BE49-F238E27FC236}">
                <a16:creationId xmlns:a16="http://schemas.microsoft.com/office/drawing/2014/main" id="{5E9AA93F-39C3-BCFE-A970-410C562D8F66}"/>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10</a:t>
            </a:r>
            <a:endParaRPr lang="en-PK" sz="4400" dirty="0">
              <a:latin typeface="Centary school"/>
            </a:endParaRPr>
          </a:p>
        </p:txBody>
      </p:sp>
      <p:sp>
        <p:nvSpPr>
          <p:cNvPr id="2" name="Rectangle 1">
            <a:extLst>
              <a:ext uri="{FF2B5EF4-FFF2-40B4-BE49-F238E27FC236}">
                <a16:creationId xmlns:a16="http://schemas.microsoft.com/office/drawing/2014/main" id="{92D3A2F8-5E94-436F-A045-D76DF6118A75}"/>
              </a:ext>
            </a:extLst>
          </p:cNvPr>
          <p:cNvSpPr/>
          <p:nvPr/>
        </p:nvSpPr>
        <p:spPr>
          <a:xfrm>
            <a:off x="415572" y="2984286"/>
            <a:ext cx="2234194" cy="553998"/>
          </a:xfrm>
          <a:prstGeom prst="rect">
            <a:avLst/>
          </a:prstGeom>
        </p:spPr>
        <p:txBody>
          <a:bodyPr wrap="square"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Prof. </a:t>
            </a:r>
            <a:r>
              <a:rPr kumimoji="0" lang="en-US" sz="1000" b="1" i="0" u="none" strike="noStrike" kern="1200" cap="none" spc="0" normalizeH="0" baseline="0" noProof="0" dirty="0">
                <a:ln>
                  <a:noFill/>
                </a:ln>
                <a:solidFill>
                  <a:srgbClr val="515151"/>
                </a:solidFill>
                <a:effectLst/>
                <a:uLnTx/>
                <a:uFillTx/>
                <a:latin typeface="PT Sans"/>
                <a:ea typeface="+mn-ea"/>
                <a:cs typeface="+mn-cs"/>
                <a:hlinkClick r:id="rId2"/>
              </a:rPr>
              <a:t>Sung </a:t>
            </a:r>
            <a:r>
              <a:rPr kumimoji="0" lang="en-US" sz="1000" b="1" i="0" u="none" strike="noStrike" kern="1200" cap="none" spc="0" normalizeH="0" baseline="0" noProof="0" dirty="0" err="1">
                <a:ln>
                  <a:noFill/>
                </a:ln>
                <a:solidFill>
                  <a:srgbClr val="515151"/>
                </a:solidFill>
                <a:effectLst/>
                <a:uLnTx/>
                <a:uFillTx/>
                <a:latin typeface="PT Sans"/>
                <a:ea typeface="+mn-ea"/>
                <a:cs typeface="+mn-cs"/>
                <a:hlinkClick r:id="rId2"/>
              </a:rPr>
              <a:t>Wook</a:t>
            </a:r>
            <a:r>
              <a:rPr kumimoji="0" lang="en-US" sz="1000" b="1" i="0" u="none" strike="noStrike" kern="1200" cap="none" spc="0" normalizeH="0" baseline="0" noProof="0" dirty="0">
                <a:ln>
                  <a:noFill/>
                </a:ln>
                <a:solidFill>
                  <a:srgbClr val="515151"/>
                </a:solidFill>
                <a:effectLst/>
                <a:uLnTx/>
                <a:uFillTx/>
                <a:latin typeface="PT Sans"/>
                <a:ea typeface="+mn-ea"/>
                <a:cs typeface="+mn-cs"/>
                <a:hlinkClick r:id="rId2"/>
              </a:rPr>
              <a:t> </a:t>
            </a:r>
            <a:r>
              <a:rPr kumimoji="0" lang="en-US" sz="1000" b="1" i="0" u="none" strike="noStrike" kern="1200" cap="none" spc="0" normalizeH="0" baseline="0" noProof="0" dirty="0" err="1">
                <a:ln>
                  <a:noFill/>
                </a:ln>
                <a:solidFill>
                  <a:srgbClr val="515151"/>
                </a:solidFill>
                <a:effectLst/>
                <a:uLnTx/>
                <a:uFillTx/>
                <a:latin typeface="PT Sans"/>
                <a:ea typeface="+mn-ea"/>
                <a:cs typeface="+mn-cs"/>
                <a:hlinkClick r:id="rId2"/>
              </a:rPr>
              <a:t>Baik</a:t>
            </a:r>
            <a:endParaRPr kumimoji="0" lang="en-US" sz="1000" b="1" i="0" u="none" strike="noStrike" kern="1200" cap="none" spc="0" normalizeH="0" baseline="0" noProof="0" dirty="0">
              <a:ln>
                <a:noFill/>
              </a:ln>
              <a:solidFill>
                <a:srgbClr val="515151"/>
              </a:solidFill>
              <a:effectLst/>
              <a:uLnTx/>
              <a:uFillTx/>
              <a:latin typeface="PT Sans"/>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(Supervisor, Sejong University, South Korea) </a:t>
            </a:r>
            <a:r>
              <a:rPr lang="en-US" sz="1000" b="1" dirty="0">
                <a:solidFill>
                  <a:srgbClr val="515151"/>
                </a:solidFill>
                <a:latin typeface="PT Sans"/>
              </a:rPr>
              <a:t>[March 2015-Feb. 2019]</a:t>
            </a:r>
            <a:endParaRPr kumimoji="0" lang="en-US" sz="1000" b="1" i="0" u="none" strike="noStrike" kern="1200" cap="none" spc="0" normalizeH="0" baseline="0" noProof="0" dirty="0">
              <a:ln>
                <a:noFill/>
              </a:ln>
              <a:solidFill>
                <a:srgbClr val="515151"/>
              </a:solidFill>
              <a:effectLst/>
              <a:uLnTx/>
              <a:uFillTx/>
              <a:latin typeface="PT Sans"/>
              <a:ea typeface="+mn-ea"/>
              <a:cs typeface="+mn-cs"/>
            </a:endParaRPr>
          </a:p>
        </p:txBody>
      </p:sp>
      <p:sp>
        <p:nvSpPr>
          <p:cNvPr id="3" name="Rectangle 2">
            <a:extLst>
              <a:ext uri="{FF2B5EF4-FFF2-40B4-BE49-F238E27FC236}">
                <a16:creationId xmlns:a16="http://schemas.microsoft.com/office/drawing/2014/main" id="{082CB62C-AE77-45D8-87C4-0D590B4A791D}"/>
              </a:ext>
            </a:extLst>
          </p:cNvPr>
          <p:cNvSpPr/>
          <p:nvPr/>
        </p:nvSpPr>
        <p:spPr>
          <a:xfrm>
            <a:off x="3656074" y="2990928"/>
            <a:ext cx="2623703" cy="400110"/>
          </a:xfrm>
          <a:prstGeom prst="rect">
            <a:avLst/>
          </a:prstGeom>
        </p:spPr>
        <p:txBody>
          <a:bodyPr wrap="square"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Prof. </a:t>
            </a:r>
            <a:r>
              <a:rPr kumimoji="0" lang="en-US" sz="1000" b="1" i="0" u="none" strike="noStrike" kern="1200" cap="none" spc="0" normalizeH="0" baseline="0" noProof="0" dirty="0">
                <a:ln>
                  <a:noFill/>
                </a:ln>
                <a:solidFill>
                  <a:srgbClr val="515151"/>
                </a:solidFill>
                <a:effectLst/>
                <a:uLnTx/>
                <a:uFillTx/>
                <a:latin typeface="PT Sans"/>
                <a:ea typeface="+mn-ea"/>
                <a:cs typeface="+mn-cs"/>
                <a:hlinkClick r:id="rId3"/>
              </a:rPr>
              <a:t>Muhammad Sajjad </a:t>
            </a:r>
            <a:r>
              <a:rPr kumimoji="0" lang="en-US" sz="1000" b="1" i="0" u="none" strike="noStrike" kern="1200" cap="none" spc="0" normalizeH="0" baseline="0" noProof="0" dirty="0">
                <a:ln>
                  <a:noFill/>
                </a:ln>
                <a:solidFill>
                  <a:srgbClr val="515151"/>
                </a:solidFill>
                <a:effectLst/>
                <a:uLnTx/>
                <a:uFillTx/>
                <a:latin typeface="PT Sans"/>
                <a:ea typeface="+mn-ea"/>
                <a:cs typeface="+mn-cs"/>
              </a:rPr>
              <a:t>(Academic Mentor)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NTNU, Norway and ICP, Pakistan)</a:t>
            </a:r>
          </a:p>
        </p:txBody>
      </p:sp>
      <p:sp>
        <p:nvSpPr>
          <p:cNvPr id="4" name="Rectangle 3">
            <a:extLst>
              <a:ext uri="{FF2B5EF4-FFF2-40B4-BE49-F238E27FC236}">
                <a16:creationId xmlns:a16="http://schemas.microsoft.com/office/drawing/2014/main" id="{FEDCA142-31E3-442F-AC59-AFE8645877A7}"/>
              </a:ext>
            </a:extLst>
          </p:cNvPr>
          <p:cNvSpPr/>
          <p:nvPr/>
        </p:nvSpPr>
        <p:spPr>
          <a:xfrm>
            <a:off x="1225753" y="6095428"/>
            <a:ext cx="3268766" cy="40011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Abdul Malik Badshah </a:t>
            </a:r>
            <a:r>
              <a:rPr kumimoji="0" lang="en-US" sz="1000" b="1" i="0" u="none" strike="noStrike" kern="1200" cap="none" spc="0" normalizeH="0" baseline="0" noProof="0" dirty="0">
                <a:ln>
                  <a:noFill/>
                </a:ln>
                <a:solidFill>
                  <a:srgbClr val="515151"/>
                </a:solidFill>
                <a:effectLst/>
                <a:uLnTx/>
                <a:uFillTx/>
                <a:latin typeface="PT Sans"/>
                <a:ea typeface="+mn-ea"/>
                <a:cs typeface="+mn-cs"/>
              </a:rPr>
              <a:t>(Master) [Industry]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PhD Fellow, University of Missouri–Kansas City,  USA</a:t>
            </a:r>
            <a:endParaRPr kumimoji="0" lang="en-US" sz="1000" b="1" i="0" u="none" strike="noStrike" kern="1200" cap="none" spc="0" normalizeH="0" baseline="0" noProof="0" dirty="0">
              <a:ln>
                <a:noFill/>
              </a:ln>
              <a:solidFill>
                <a:srgbClr val="515151"/>
              </a:solidFill>
              <a:effectLst/>
              <a:uLnTx/>
              <a:uFillTx/>
              <a:latin typeface="PT Sans"/>
              <a:ea typeface="+mn-ea"/>
              <a:cs typeface="+mn-cs"/>
            </a:endParaRPr>
          </a:p>
        </p:txBody>
      </p:sp>
      <p:sp>
        <p:nvSpPr>
          <p:cNvPr id="6" name="Rectangle 5">
            <a:extLst>
              <a:ext uri="{FF2B5EF4-FFF2-40B4-BE49-F238E27FC236}">
                <a16:creationId xmlns:a16="http://schemas.microsoft.com/office/drawing/2014/main" id="{60305A0B-6966-4817-9112-7DAE808DB6EF}"/>
              </a:ext>
            </a:extLst>
          </p:cNvPr>
          <p:cNvSpPr/>
          <p:nvPr/>
        </p:nvSpPr>
        <p:spPr>
          <a:xfrm>
            <a:off x="7101757" y="3012211"/>
            <a:ext cx="2107557" cy="400110"/>
          </a:xfrm>
          <a:prstGeom prst="rect">
            <a:avLst/>
          </a:prstGeom>
        </p:spPr>
        <p:txBody>
          <a:bodyPr wrap="square"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Prof. </a:t>
            </a:r>
            <a:r>
              <a:rPr kumimoji="0" lang="en-US" sz="1000" b="1" i="0" u="none" strike="noStrike" kern="1200" cap="none" spc="0" normalizeH="0" baseline="0" noProof="0" dirty="0">
                <a:ln>
                  <a:noFill/>
                </a:ln>
                <a:solidFill>
                  <a:srgbClr val="515151"/>
                </a:solidFill>
                <a:effectLst/>
                <a:uLnTx/>
                <a:uFillTx/>
                <a:latin typeface="PT Sans"/>
                <a:ea typeface="+mn-ea"/>
                <a:cs typeface="+mn-cs"/>
                <a:hlinkClick r:id="rId4"/>
              </a:rPr>
              <a:t>Irfan Mehmood </a:t>
            </a:r>
            <a:r>
              <a:rPr kumimoji="0" lang="en-US" sz="1000" b="1" i="0" u="none" strike="noStrike" kern="1200" cap="none" spc="0" normalizeH="0" baseline="0" noProof="0" dirty="0">
                <a:ln>
                  <a:noFill/>
                </a:ln>
                <a:solidFill>
                  <a:srgbClr val="515151"/>
                </a:solidFill>
                <a:effectLst/>
                <a:uLnTx/>
                <a:uFillTx/>
                <a:latin typeface="PT Sans"/>
                <a:ea typeface="+mn-ea"/>
                <a:cs typeface="+mn-cs"/>
              </a:rPr>
              <a:t>(Collaborator)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University of Bradford, UK)</a:t>
            </a:r>
          </a:p>
        </p:txBody>
      </p:sp>
      <p:sp>
        <p:nvSpPr>
          <p:cNvPr id="8" name="Rectangle 7">
            <a:extLst>
              <a:ext uri="{FF2B5EF4-FFF2-40B4-BE49-F238E27FC236}">
                <a16:creationId xmlns:a16="http://schemas.microsoft.com/office/drawing/2014/main" id="{57713FFD-2B57-4460-B639-C8A5A9CC6FB5}"/>
              </a:ext>
            </a:extLst>
          </p:cNvPr>
          <p:cNvSpPr/>
          <p:nvPr/>
        </p:nvSpPr>
        <p:spPr>
          <a:xfrm>
            <a:off x="9342731" y="3041862"/>
            <a:ext cx="2954409" cy="553998"/>
          </a:xfrm>
          <a:prstGeom prst="rect">
            <a:avLst/>
          </a:prstGeom>
        </p:spPr>
        <p:txBody>
          <a:bodyPr wrap="square" anchor="b">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Prof. </a:t>
            </a:r>
            <a:r>
              <a:rPr kumimoji="0" lang="en-US" sz="1000" b="1" i="0" u="none" strike="noStrike" kern="1200" cap="none" spc="0" normalizeH="0" baseline="0" noProof="0" dirty="0">
                <a:ln>
                  <a:noFill/>
                </a:ln>
                <a:solidFill>
                  <a:srgbClr val="515151"/>
                </a:solidFill>
                <a:effectLst/>
                <a:uLnTx/>
                <a:uFillTx/>
                <a:latin typeface="PT Sans"/>
                <a:ea typeface="+mn-ea"/>
                <a:cs typeface="+mn-cs"/>
                <a:hlinkClick r:id="rId5"/>
              </a:rPr>
              <a:t>Jamil Ahmad </a:t>
            </a:r>
            <a:r>
              <a:rPr kumimoji="0" lang="en-US" sz="1000" b="1" i="0" u="none" strike="noStrike" kern="1200" cap="none" spc="0" normalizeH="0" baseline="0" noProof="0" dirty="0">
                <a:ln>
                  <a:noFill/>
                </a:ln>
                <a:solidFill>
                  <a:srgbClr val="515151"/>
                </a:solidFill>
                <a:effectLst/>
                <a:uLnTx/>
                <a:uFillTx/>
                <a:latin typeface="PT Sans"/>
                <a:ea typeface="+mn-ea"/>
                <a:cs typeface="+mn-cs"/>
              </a:rPr>
              <a:t>(</a:t>
            </a:r>
            <a:r>
              <a:rPr lang="en-US" sz="1000" b="1" dirty="0">
                <a:solidFill>
                  <a:srgbClr val="515151"/>
                </a:solidFill>
                <a:latin typeface="PT Sans"/>
              </a:rPr>
              <a:t>BS Supervisor &amp; </a:t>
            </a:r>
            <a:r>
              <a:rPr kumimoji="0" lang="en-US" sz="1000" b="1" i="0" u="none" strike="noStrike" kern="1200" cap="none" spc="0" normalizeH="0" baseline="0" noProof="0" dirty="0">
                <a:ln>
                  <a:noFill/>
                </a:ln>
                <a:solidFill>
                  <a:srgbClr val="515151"/>
                </a:solidFill>
                <a:effectLst/>
                <a:uLnTx/>
                <a:uFillTx/>
                <a:latin typeface="PT Sans"/>
                <a:ea typeface="+mn-ea"/>
                <a:cs typeface="+mn-cs"/>
              </a:rPr>
              <a:t>Collaborator)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Islamia College Peshawar, Pakistan)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MBZUAI, UAE</a:t>
            </a:r>
            <a:endParaRPr kumimoji="0" lang="en-US" sz="1000" b="1" i="0" u="none" strike="noStrike" kern="1200" cap="none" spc="0" normalizeH="0" baseline="0" noProof="0" dirty="0">
              <a:ln>
                <a:noFill/>
              </a:ln>
              <a:solidFill>
                <a:srgbClr val="515151"/>
              </a:solidFill>
              <a:effectLst/>
              <a:uLnTx/>
              <a:uFillTx/>
              <a:latin typeface="PT Sans"/>
              <a:ea typeface="+mn-ea"/>
              <a:cs typeface="+mn-cs"/>
            </a:endParaRPr>
          </a:p>
        </p:txBody>
      </p:sp>
      <p:pic>
        <p:nvPicPr>
          <p:cNvPr id="10" name="Picture 9">
            <a:extLst>
              <a:ext uri="{FF2B5EF4-FFF2-40B4-BE49-F238E27FC236}">
                <a16:creationId xmlns:a16="http://schemas.microsoft.com/office/drawing/2014/main" id="{39559219-FEF6-4DF0-AD90-006D7EA04512}"/>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b="12107"/>
          <a:stretch>
            <a:fillRect/>
          </a:stretch>
        </p:blipFill>
        <p:spPr bwMode="auto">
          <a:xfrm>
            <a:off x="9796296" y="946509"/>
            <a:ext cx="1849531" cy="207314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A7A5DC54-9723-48A2-A1D6-7EBE4CAFFDA9}"/>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b="16150"/>
          <a:stretch>
            <a:fillRect/>
          </a:stretch>
        </p:blipFill>
        <p:spPr bwMode="auto">
          <a:xfrm>
            <a:off x="1908842" y="3772494"/>
            <a:ext cx="1902588" cy="228877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DBC9F6F5-AE71-4EBF-B7AD-74FC04164C41}"/>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b="17833"/>
          <a:stretch>
            <a:fillRect/>
          </a:stretch>
        </p:blipFill>
        <p:spPr bwMode="auto">
          <a:xfrm>
            <a:off x="5145620" y="3747234"/>
            <a:ext cx="2268314" cy="237193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770AFEAF-480F-47C7-8296-7EF5E1660DAE}"/>
              </a:ext>
            </a:extLst>
          </p:cNvPr>
          <p:cNvSpPr/>
          <p:nvPr/>
        </p:nvSpPr>
        <p:spPr>
          <a:xfrm>
            <a:off x="5063246" y="6162684"/>
            <a:ext cx="2799407" cy="246221"/>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Noor Ullah </a:t>
            </a:r>
            <a:r>
              <a:rPr kumimoji="0" lang="en-US" sz="1000" b="1" i="0" u="none" strike="noStrike" kern="1200" cap="none" spc="0" normalizeH="0" baseline="0" noProof="0" dirty="0">
                <a:ln>
                  <a:noFill/>
                </a:ln>
                <a:solidFill>
                  <a:srgbClr val="515151"/>
                </a:solidFill>
                <a:effectLst/>
                <a:uLnTx/>
                <a:uFillTx/>
                <a:latin typeface="PT Sans"/>
                <a:ea typeface="+mn-ea"/>
                <a:cs typeface="+mn-cs"/>
              </a:rPr>
              <a:t>(Master) [Industry-</a:t>
            </a:r>
            <a:r>
              <a:rPr kumimoji="0" lang="en-US" sz="1000" b="1" i="0" u="none" strike="noStrike" kern="1200" cap="none" spc="0" normalizeH="0" baseline="0" noProof="0" dirty="0" err="1">
                <a:ln>
                  <a:noFill/>
                </a:ln>
                <a:solidFill>
                  <a:srgbClr val="515151"/>
                </a:solidFill>
                <a:effectLst/>
                <a:uLnTx/>
                <a:uFillTx/>
                <a:latin typeface="PT Sans"/>
                <a:ea typeface="+mn-ea"/>
                <a:cs typeface="+mn-cs"/>
              </a:rPr>
              <a:t>Dabeeo</a:t>
            </a:r>
            <a:r>
              <a:rPr kumimoji="0" lang="en-US" sz="1000" b="1" i="0" u="none" strike="noStrike" kern="1200" cap="none" spc="0" normalizeH="0" baseline="0" noProof="0" dirty="0">
                <a:ln>
                  <a:noFill/>
                </a:ln>
                <a:solidFill>
                  <a:srgbClr val="515151"/>
                </a:solidFill>
                <a:effectLst/>
                <a:uLnTx/>
                <a:uFillTx/>
                <a:latin typeface="PT Sans"/>
                <a:ea typeface="+mn-ea"/>
                <a:cs typeface="+mn-cs"/>
              </a:rPr>
              <a:t>, Korea]</a:t>
            </a:r>
          </a:p>
        </p:txBody>
      </p:sp>
      <p:pic>
        <p:nvPicPr>
          <p:cNvPr id="14" name="Picture 13">
            <a:extLst>
              <a:ext uri="{FF2B5EF4-FFF2-40B4-BE49-F238E27FC236}">
                <a16:creationId xmlns:a16="http://schemas.microsoft.com/office/drawing/2014/main" id="{C79C390F-B4DB-46F8-96F1-3236255EC59B}"/>
              </a:ext>
            </a:extLst>
          </p:cNvPr>
          <p:cNvPicPr>
            <a:picLocks noChangeAspect="1"/>
          </p:cNvPicPr>
          <p:nvPr/>
        </p:nvPicPr>
        <p:blipFill>
          <a:blip r:embed="rId9"/>
          <a:srcRect b="21436"/>
          <a:stretch>
            <a:fillRect/>
          </a:stretch>
        </p:blipFill>
        <p:spPr>
          <a:xfrm>
            <a:off x="8489096" y="3794718"/>
            <a:ext cx="1991373" cy="2276962"/>
          </a:xfrm>
          <a:prstGeom prst="rect">
            <a:avLst/>
          </a:prstGeom>
        </p:spPr>
      </p:pic>
      <p:sp>
        <p:nvSpPr>
          <p:cNvPr id="15" name="Rectangle 14">
            <a:extLst>
              <a:ext uri="{FF2B5EF4-FFF2-40B4-BE49-F238E27FC236}">
                <a16:creationId xmlns:a16="http://schemas.microsoft.com/office/drawing/2014/main" id="{A34551BB-4493-47D7-86C3-1AFB4AE504D9}"/>
              </a:ext>
            </a:extLst>
          </p:cNvPr>
          <p:cNvSpPr/>
          <p:nvPr/>
        </p:nvSpPr>
        <p:spPr>
          <a:xfrm>
            <a:off x="8431381" y="6095428"/>
            <a:ext cx="2534866" cy="40011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Nasir Rahim </a:t>
            </a:r>
            <a:r>
              <a:rPr kumimoji="0" lang="en-US" sz="1000" b="1" i="0" u="none" strike="noStrike" kern="1200" cap="none" spc="0" normalizeH="0" baseline="0" noProof="0" dirty="0">
                <a:ln>
                  <a:noFill/>
                </a:ln>
                <a:solidFill>
                  <a:srgbClr val="515151"/>
                </a:solidFill>
                <a:effectLst/>
                <a:uLnTx/>
                <a:uFillTx/>
                <a:latin typeface="PT Sans"/>
                <a:ea typeface="+mn-ea"/>
                <a:cs typeface="+mn-cs"/>
              </a:rPr>
              <a:t>(Master) [Industry + SKKU]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PDF at University of Michigan, USA</a:t>
            </a:r>
            <a:endParaRPr kumimoji="0" lang="en-US" sz="1000" b="1" i="0" u="none" strike="noStrike" kern="1200" cap="none" spc="0" normalizeH="0" baseline="0" noProof="0" dirty="0">
              <a:ln>
                <a:noFill/>
              </a:ln>
              <a:solidFill>
                <a:srgbClr val="515151"/>
              </a:solidFill>
              <a:effectLst/>
              <a:uLnTx/>
              <a:uFillTx/>
              <a:latin typeface="PT Sans"/>
              <a:ea typeface="+mn-ea"/>
              <a:cs typeface="+mn-cs"/>
            </a:endParaRPr>
          </a:p>
        </p:txBody>
      </p:sp>
      <p:pic>
        <p:nvPicPr>
          <p:cNvPr id="16" name="Picture 15" descr="Dr. Irfan Mehmood">
            <a:extLst>
              <a:ext uri="{FF2B5EF4-FFF2-40B4-BE49-F238E27FC236}">
                <a16:creationId xmlns:a16="http://schemas.microsoft.com/office/drawing/2014/main" id="{6B28A7E6-EB2F-4D15-E860-F4587ECC0ED5}"/>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058427" y="945408"/>
            <a:ext cx="1974674" cy="207314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a:extLst>
              <a:ext uri="{FF2B5EF4-FFF2-40B4-BE49-F238E27FC236}">
                <a16:creationId xmlns:a16="http://schemas.microsoft.com/office/drawing/2014/main" id="{242D7DB8-ABC8-6C72-1D85-1A24391B1013}"/>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12505"/>
          <a:stretch>
            <a:fillRect/>
          </a:stretch>
        </p:blipFill>
        <p:spPr bwMode="auto">
          <a:xfrm>
            <a:off x="546173" y="946509"/>
            <a:ext cx="1750996" cy="2072048"/>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View qazimsajjad's full-sized avatar">
            <a:extLst>
              <a:ext uri="{FF2B5EF4-FFF2-40B4-BE49-F238E27FC236}">
                <a16:creationId xmlns:a16="http://schemas.microsoft.com/office/drawing/2014/main" id="{CB7D8F9D-6812-24C7-94AE-9B59DFE1E80F}"/>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870097" y="918912"/>
            <a:ext cx="2034736" cy="20347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593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D3770-F30C-EA75-66AD-F3DCBB83A33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8521158-2382-7410-56CD-C9A28E777881}"/>
              </a:ext>
            </a:extLst>
          </p:cNvPr>
          <p:cNvSpPr/>
          <p:nvPr/>
        </p:nvSpPr>
        <p:spPr>
          <a:xfrm>
            <a:off x="0" y="0"/>
            <a:ext cx="12192000" cy="861774"/>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GB" sz="4000" b="1" dirty="0">
                <a:latin typeface="Centary school"/>
              </a:rPr>
              <a:t>6. Research Team (Alumni)</a:t>
            </a:r>
            <a:endParaRPr lang="en-PK" sz="4000" b="1" dirty="0">
              <a:latin typeface="Centary school"/>
            </a:endParaRPr>
          </a:p>
        </p:txBody>
      </p:sp>
      <p:sp>
        <p:nvSpPr>
          <p:cNvPr id="7" name="Rectangle 4">
            <a:extLst>
              <a:ext uri="{FF2B5EF4-FFF2-40B4-BE49-F238E27FC236}">
                <a16:creationId xmlns:a16="http://schemas.microsoft.com/office/drawing/2014/main" id="{0BD41D33-739E-8967-A27A-932096E448C7}"/>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11</a:t>
            </a:r>
            <a:endParaRPr lang="en-PK" sz="4400" dirty="0">
              <a:latin typeface="Centary school"/>
            </a:endParaRPr>
          </a:p>
        </p:txBody>
      </p:sp>
      <p:sp>
        <p:nvSpPr>
          <p:cNvPr id="2" name="Rectangle 1">
            <a:extLst>
              <a:ext uri="{FF2B5EF4-FFF2-40B4-BE49-F238E27FC236}">
                <a16:creationId xmlns:a16="http://schemas.microsoft.com/office/drawing/2014/main" id="{92D3A2F8-5E94-436F-A045-D76DF6118A75}"/>
              </a:ext>
            </a:extLst>
          </p:cNvPr>
          <p:cNvSpPr/>
          <p:nvPr/>
        </p:nvSpPr>
        <p:spPr>
          <a:xfrm>
            <a:off x="1586493" y="2776357"/>
            <a:ext cx="3154252" cy="861774"/>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Dr. </a:t>
            </a:r>
            <a:r>
              <a:rPr lang="en-US" sz="1000" b="1" dirty="0">
                <a:solidFill>
                  <a:srgbClr val="515151"/>
                </a:solidFill>
                <a:latin typeface="PT Sans"/>
              </a:rPr>
              <a:t>Amin Ullah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a:t>
            </a:r>
            <a:r>
              <a:rPr kumimoji="0" lang="en-US" sz="1000" b="1" i="0" u="none" strike="noStrike" kern="1200" cap="none" spc="0" normalizeH="0" baseline="0" noProof="0" dirty="0">
                <a:ln>
                  <a:noFill/>
                </a:ln>
                <a:solidFill>
                  <a:srgbClr val="515151"/>
                </a:solidFill>
                <a:effectLst/>
                <a:uLnTx/>
                <a:uFillTx/>
                <a:latin typeface="PT Sans"/>
                <a:ea typeface="+mn-ea"/>
                <a:cs typeface="+mn-cs"/>
              </a:rPr>
              <a:t>Joint Master &amp; </a:t>
            </a:r>
            <a:r>
              <a:rPr kumimoji="0" lang="en-US" sz="1000" b="1" i="0" u="none" strike="noStrike" kern="1200" cap="none" spc="0" normalizeH="0" baseline="0" noProof="0" dirty="0" err="1">
                <a:ln>
                  <a:noFill/>
                </a:ln>
                <a:solidFill>
                  <a:srgbClr val="515151"/>
                </a:solidFill>
                <a:effectLst/>
                <a:uLnTx/>
                <a:uFillTx/>
                <a:latin typeface="PT Sans"/>
                <a:ea typeface="+mn-ea"/>
                <a:cs typeface="+mn-cs"/>
              </a:rPr>
              <a:t>Ph.D</a:t>
            </a:r>
            <a:r>
              <a:rPr kumimoji="0" lang="en-US" sz="1000" b="1" i="0" u="none" strike="noStrike" kern="1200" cap="none" spc="0" normalizeH="0" baseline="0" noProof="0" dirty="0">
                <a:ln>
                  <a:noFill/>
                </a:ln>
                <a:solidFill>
                  <a:srgbClr val="515151"/>
                </a:solidFill>
                <a:effectLst/>
                <a:uLnTx/>
                <a:uFillTx/>
                <a:latin typeface="PT Sans"/>
                <a:ea typeface="+mn-ea"/>
                <a:cs typeface="+mn-cs"/>
              </a:rPr>
              <a:t>, SJU, South Korea)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[PDF at Oregon State University, USA]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[Senior AI/ML Engineer at  Boeing Research &amp; Technology Software, USA]</a:t>
            </a:r>
          </a:p>
        </p:txBody>
      </p:sp>
      <p:sp>
        <p:nvSpPr>
          <p:cNvPr id="3" name="Rectangle 2">
            <a:extLst>
              <a:ext uri="{FF2B5EF4-FFF2-40B4-BE49-F238E27FC236}">
                <a16:creationId xmlns:a16="http://schemas.microsoft.com/office/drawing/2014/main" id="{082CB62C-AE77-45D8-87C4-0D590B4A791D}"/>
              </a:ext>
            </a:extLst>
          </p:cNvPr>
          <p:cNvSpPr/>
          <p:nvPr/>
        </p:nvSpPr>
        <p:spPr>
          <a:xfrm>
            <a:off x="7910862" y="2815108"/>
            <a:ext cx="2694645" cy="707886"/>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Dr. Tanveer Hussain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(Joint Master &amp; Ph.D.) (2017-2022), SJU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[PDF at University of Leeds, UK]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Lecturer at </a:t>
            </a:r>
            <a:r>
              <a:rPr kumimoji="0" lang="en-US" sz="1000" b="1" i="0" u="none" strike="noStrike" kern="1200" cap="none" spc="0" normalizeH="0" baseline="0" noProof="0" dirty="0" err="1">
                <a:ln>
                  <a:noFill/>
                </a:ln>
                <a:solidFill>
                  <a:srgbClr val="515151"/>
                </a:solidFill>
                <a:effectLst/>
                <a:uLnTx/>
                <a:uFillTx/>
                <a:latin typeface="PT Sans"/>
                <a:ea typeface="+mn-ea"/>
                <a:cs typeface="+mn-cs"/>
              </a:rPr>
              <a:t>Edg</a:t>
            </a:r>
            <a:r>
              <a:rPr lang="en-US" sz="1000" b="1" dirty="0">
                <a:solidFill>
                  <a:srgbClr val="515151"/>
                </a:solidFill>
                <a:latin typeface="PT Sans"/>
              </a:rPr>
              <a:t>e Hill University, UK]</a:t>
            </a:r>
            <a:endParaRPr kumimoji="0" lang="en-US" sz="1000" b="1" i="0" u="none" strike="noStrike" kern="1200" cap="none" spc="0" normalizeH="0" baseline="0" noProof="0" dirty="0">
              <a:ln>
                <a:noFill/>
              </a:ln>
              <a:solidFill>
                <a:srgbClr val="515151"/>
              </a:solidFill>
              <a:effectLst/>
              <a:uLnTx/>
              <a:uFillTx/>
              <a:latin typeface="PT Sans"/>
              <a:ea typeface="+mn-ea"/>
              <a:cs typeface="+mn-cs"/>
            </a:endParaRPr>
          </a:p>
        </p:txBody>
      </p:sp>
      <p:sp>
        <p:nvSpPr>
          <p:cNvPr id="4" name="Rectangle 3">
            <a:extLst>
              <a:ext uri="{FF2B5EF4-FFF2-40B4-BE49-F238E27FC236}">
                <a16:creationId xmlns:a16="http://schemas.microsoft.com/office/drawing/2014/main" id="{0EA9047D-B76F-4FC1-A690-C16BF4DDC8C6}"/>
              </a:ext>
            </a:extLst>
          </p:cNvPr>
          <p:cNvSpPr/>
          <p:nvPr/>
        </p:nvSpPr>
        <p:spPr>
          <a:xfrm>
            <a:off x="4679982" y="5837830"/>
            <a:ext cx="2984010" cy="707886"/>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Dr. </a:t>
            </a:r>
            <a:r>
              <a:rPr kumimoji="0" lang="en-US" sz="1000" b="1" i="0" u="none" strike="noStrike" kern="1200" cap="none" spc="0" normalizeH="0" baseline="0" noProof="0" dirty="0" err="1">
                <a:ln>
                  <a:noFill/>
                </a:ln>
                <a:solidFill>
                  <a:srgbClr val="515151"/>
                </a:solidFill>
                <a:effectLst/>
                <a:uLnTx/>
                <a:uFillTx/>
                <a:latin typeface="PT Sans"/>
                <a:ea typeface="+mn-ea"/>
                <a:cs typeface="+mn-cs"/>
              </a:rPr>
              <a:t>Fath</a:t>
            </a:r>
            <a:r>
              <a:rPr kumimoji="0" lang="en-US" sz="1000" b="1" i="0" u="none" strike="noStrike" kern="1200" cap="none" spc="0" normalizeH="0" baseline="0" noProof="0" dirty="0">
                <a:ln>
                  <a:noFill/>
                </a:ln>
                <a:solidFill>
                  <a:srgbClr val="515151"/>
                </a:solidFill>
                <a:effectLst/>
                <a:uLnTx/>
                <a:uFillTx/>
                <a:latin typeface="PT Sans"/>
                <a:ea typeface="+mn-ea"/>
                <a:cs typeface="+mn-cs"/>
              </a:rPr>
              <a:t> U Min Ullah (Joint Master &amp; Ph.D.)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(2017-2023), SJU, South Korea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[PDF at University of Sheffield, UK]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Lecturer, University of Central Lancashire, UK</a:t>
            </a:r>
          </a:p>
        </p:txBody>
      </p:sp>
      <p:sp>
        <p:nvSpPr>
          <p:cNvPr id="6" name="Rectangle 5">
            <a:extLst>
              <a:ext uri="{FF2B5EF4-FFF2-40B4-BE49-F238E27FC236}">
                <a16:creationId xmlns:a16="http://schemas.microsoft.com/office/drawing/2014/main" id="{923FB07E-A095-75C5-496D-487E1F7BC3D5}"/>
              </a:ext>
            </a:extLst>
          </p:cNvPr>
          <p:cNvSpPr/>
          <p:nvPr/>
        </p:nvSpPr>
        <p:spPr>
          <a:xfrm>
            <a:off x="4861150" y="2743507"/>
            <a:ext cx="2610269" cy="553998"/>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Dr. Ijaz </a:t>
            </a:r>
            <a:r>
              <a:rPr kumimoji="0" lang="en-US" sz="1000" b="1" i="0" u="none" strike="noStrike" kern="1200" cap="none" spc="0" normalizeH="0" baseline="0" noProof="0" dirty="0" err="1">
                <a:ln>
                  <a:noFill/>
                </a:ln>
                <a:solidFill>
                  <a:srgbClr val="515151"/>
                </a:solidFill>
                <a:effectLst/>
                <a:uLnTx/>
                <a:uFillTx/>
                <a:latin typeface="PT Sans"/>
                <a:ea typeface="+mn-ea"/>
                <a:cs typeface="+mn-cs"/>
              </a:rPr>
              <a:t>Ul</a:t>
            </a:r>
            <a:r>
              <a:rPr kumimoji="0" lang="en-US" sz="1000" b="1" i="0" u="none" strike="noStrike" kern="1200" cap="none" spc="0" normalizeH="0" baseline="0" noProof="0" dirty="0">
                <a:ln>
                  <a:noFill/>
                </a:ln>
                <a:solidFill>
                  <a:srgbClr val="515151"/>
                </a:solidFill>
                <a:effectLst/>
                <a:uLnTx/>
                <a:uFillTx/>
                <a:latin typeface="PT Sans"/>
                <a:ea typeface="+mn-ea"/>
                <a:cs typeface="+mn-cs"/>
              </a:rPr>
              <a:t> Haq</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(Joint Master &amp; Ph.D.) (2017-2022), SJU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[PDF at Oakland/Michigan University, USA]</a:t>
            </a:r>
            <a:endParaRPr kumimoji="0" lang="en-US" sz="1000" b="1" i="0" u="none" strike="noStrike" kern="1200" cap="none" spc="0" normalizeH="0" baseline="0" noProof="0" dirty="0">
              <a:ln>
                <a:noFill/>
              </a:ln>
              <a:solidFill>
                <a:srgbClr val="515151"/>
              </a:solidFill>
              <a:effectLst/>
              <a:uLnTx/>
              <a:uFillTx/>
              <a:latin typeface="PT Sans"/>
              <a:ea typeface="+mn-ea"/>
              <a:cs typeface="+mn-cs"/>
            </a:endParaRPr>
          </a:p>
        </p:txBody>
      </p:sp>
      <p:pic>
        <p:nvPicPr>
          <p:cNvPr id="8" name="Picture 7">
            <a:extLst>
              <a:ext uri="{FF2B5EF4-FFF2-40B4-BE49-F238E27FC236}">
                <a16:creationId xmlns:a16="http://schemas.microsoft.com/office/drawing/2014/main" id="{3B1A3076-94D3-4738-07B4-029F94611663}"/>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0624"/>
          <a:stretch>
            <a:fillRect/>
          </a:stretch>
        </p:blipFill>
        <p:spPr bwMode="auto">
          <a:xfrm>
            <a:off x="1670370" y="889638"/>
            <a:ext cx="1500260" cy="187583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A picture containing table, bird, person, plate&#10;&#10;Description automatically generated">
            <a:extLst>
              <a:ext uri="{FF2B5EF4-FFF2-40B4-BE49-F238E27FC236}">
                <a16:creationId xmlns:a16="http://schemas.microsoft.com/office/drawing/2014/main" id="{FEE392E6-17A4-C216-36DF-B960DDC082C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384" r="48102" b="13937"/>
          <a:stretch>
            <a:fillRect/>
          </a:stretch>
        </p:blipFill>
        <p:spPr>
          <a:xfrm rot="5400000">
            <a:off x="4882852" y="928091"/>
            <a:ext cx="1875833" cy="1797852"/>
          </a:xfrm>
          <a:prstGeom prst="rect">
            <a:avLst/>
          </a:prstGeom>
        </p:spPr>
      </p:pic>
      <p:pic>
        <p:nvPicPr>
          <p:cNvPr id="11" name="Picture 10">
            <a:extLst>
              <a:ext uri="{FF2B5EF4-FFF2-40B4-BE49-F238E27FC236}">
                <a16:creationId xmlns:a16="http://schemas.microsoft.com/office/drawing/2014/main" id="{6EE17D47-CED4-8025-51A7-3D5FE8ECC513}"/>
              </a:ext>
            </a:extLst>
          </p:cNvPr>
          <p:cNvPicPr>
            <a:picLocks noChangeAspect="1"/>
          </p:cNvPicPr>
          <p:nvPr/>
        </p:nvPicPr>
        <p:blipFill rotWithShape="1">
          <a:blip r:embed="rId4"/>
          <a:srcRect l="-1131" t="3694" r="4079" b="4455"/>
          <a:stretch/>
        </p:blipFill>
        <p:spPr>
          <a:xfrm>
            <a:off x="7935675" y="903521"/>
            <a:ext cx="1797854" cy="1911587"/>
          </a:xfrm>
          <a:prstGeom prst="rect">
            <a:avLst/>
          </a:prstGeom>
        </p:spPr>
      </p:pic>
      <p:pic>
        <p:nvPicPr>
          <p:cNvPr id="12" name="Picture 11" descr="A person smiling for the camera&#10;&#10;Description automatically generated">
            <a:extLst>
              <a:ext uri="{FF2B5EF4-FFF2-40B4-BE49-F238E27FC236}">
                <a16:creationId xmlns:a16="http://schemas.microsoft.com/office/drawing/2014/main" id="{B483F5B6-357B-D54E-F65A-652C677C49A8}"/>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3959" b="15009"/>
          <a:stretch>
            <a:fillRect/>
          </a:stretch>
        </p:blipFill>
        <p:spPr>
          <a:xfrm>
            <a:off x="1676154" y="3846017"/>
            <a:ext cx="1781475" cy="2004635"/>
          </a:xfrm>
          <a:prstGeom prst="rect">
            <a:avLst/>
          </a:prstGeom>
        </p:spPr>
      </p:pic>
      <p:sp>
        <p:nvSpPr>
          <p:cNvPr id="13" name="Rectangle 12">
            <a:extLst>
              <a:ext uri="{FF2B5EF4-FFF2-40B4-BE49-F238E27FC236}">
                <a16:creationId xmlns:a16="http://schemas.microsoft.com/office/drawing/2014/main" id="{C2077743-96D3-7D69-3046-0955DD5B71C8}"/>
              </a:ext>
            </a:extLst>
          </p:cNvPr>
          <p:cNvSpPr/>
          <p:nvPr/>
        </p:nvSpPr>
        <p:spPr>
          <a:xfrm>
            <a:off x="1598187" y="5850651"/>
            <a:ext cx="3631909" cy="707886"/>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Dr. Salman Khan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(Master, SJU, South Korea, PhD, Orford-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 Brookes University, UK)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[PDF at Oxford Brookes University, UK]</a:t>
            </a:r>
            <a:endParaRPr kumimoji="0" lang="en-US" sz="1000" b="1" i="0" u="none" strike="noStrike" kern="1200" cap="none" spc="0" normalizeH="0" baseline="0" noProof="0" dirty="0">
              <a:ln>
                <a:noFill/>
              </a:ln>
              <a:solidFill>
                <a:srgbClr val="515151"/>
              </a:solidFill>
              <a:effectLst/>
              <a:uLnTx/>
              <a:uFillTx/>
              <a:latin typeface="PT Sans"/>
              <a:ea typeface="+mn-ea"/>
              <a:cs typeface="+mn-cs"/>
            </a:endParaRPr>
          </a:p>
        </p:txBody>
      </p:sp>
      <p:pic>
        <p:nvPicPr>
          <p:cNvPr id="14" name="Picture 13">
            <a:extLst>
              <a:ext uri="{FF2B5EF4-FFF2-40B4-BE49-F238E27FC236}">
                <a16:creationId xmlns:a16="http://schemas.microsoft.com/office/drawing/2014/main" id="{C907F8D3-15A7-9AE9-8208-F005F7A81BF3}"/>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b="4709"/>
          <a:stretch>
            <a:fillRect/>
          </a:stretch>
        </p:blipFill>
        <p:spPr bwMode="auto">
          <a:xfrm>
            <a:off x="4994037" y="3846016"/>
            <a:ext cx="1725658" cy="200463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93DC82C8-1D19-B6DF-9AA2-54EEF2C3F436}"/>
              </a:ext>
            </a:extLst>
          </p:cNvPr>
          <p:cNvPicPr>
            <a:picLocks noChangeAspect="1"/>
          </p:cNvPicPr>
          <p:nvPr/>
        </p:nvPicPr>
        <p:blipFill>
          <a:blip r:embed="rId7"/>
          <a:srcRect b="9680"/>
          <a:stretch>
            <a:fillRect/>
          </a:stretch>
        </p:blipFill>
        <p:spPr>
          <a:xfrm>
            <a:off x="7952054" y="3846016"/>
            <a:ext cx="1781475" cy="2004635"/>
          </a:xfrm>
          <a:prstGeom prst="rect">
            <a:avLst/>
          </a:prstGeom>
        </p:spPr>
      </p:pic>
      <p:sp>
        <p:nvSpPr>
          <p:cNvPr id="16" name="Rectangle 15">
            <a:extLst>
              <a:ext uri="{FF2B5EF4-FFF2-40B4-BE49-F238E27FC236}">
                <a16:creationId xmlns:a16="http://schemas.microsoft.com/office/drawing/2014/main" id="{2AA339FD-6EC0-1880-BE7D-A8FE12946A2B}"/>
              </a:ext>
            </a:extLst>
          </p:cNvPr>
          <p:cNvSpPr/>
          <p:nvPr/>
        </p:nvSpPr>
        <p:spPr>
          <a:xfrm>
            <a:off x="7910862" y="5850651"/>
            <a:ext cx="2534866" cy="553998"/>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Dr. Nasir Rahim </a:t>
            </a:r>
            <a:r>
              <a:rPr kumimoji="0" lang="en-US" sz="1000" b="1" i="0" u="none" strike="noStrike" kern="1200" cap="none" spc="0" normalizeH="0" baseline="0" noProof="0" dirty="0">
                <a:ln>
                  <a:noFill/>
                </a:ln>
                <a:solidFill>
                  <a:srgbClr val="515151"/>
                </a:solidFill>
                <a:effectLst/>
                <a:uLnTx/>
                <a:uFillTx/>
                <a:latin typeface="PT Sans"/>
                <a:ea typeface="+mn-ea"/>
                <a:cs typeface="+mn-cs"/>
              </a:rPr>
              <a:t>(Master, SJU)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[Industry + SKKU (PhD)]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PDF, University of Michigan, USA</a:t>
            </a:r>
          </a:p>
        </p:txBody>
      </p:sp>
    </p:spTree>
    <p:extLst>
      <p:ext uri="{BB962C8B-B14F-4D97-AF65-F5344CB8AC3E}">
        <p14:creationId xmlns:p14="http://schemas.microsoft.com/office/powerpoint/2010/main" val="3290732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C131C-DF10-0489-BAFD-63DB2DF1D91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878D29A-3343-958E-650F-84D0D4DE718D}"/>
              </a:ext>
            </a:extLst>
          </p:cNvPr>
          <p:cNvSpPr/>
          <p:nvPr/>
        </p:nvSpPr>
        <p:spPr>
          <a:xfrm>
            <a:off x="0" y="0"/>
            <a:ext cx="12192000" cy="87376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GB" sz="4000" b="1" dirty="0">
                <a:latin typeface="Centary school"/>
              </a:rPr>
              <a:t>6. Research Team (Mix)</a:t>
            </a:r>
            <a:endParaRPr lang="en-PK" sz="4000" b="1" dirty="0">
              <a:latin typeface="Centary school"/>
            </a:endParaRPr>
          </a:p>
        </p:txBody>
      </p:sp>
      <p:sp>
        <p:nvSpPr>
          <p:cNvPr id="7" name="Rectangle 4">
            <a:extLst>
              <a:ext uri="{FF2B5EF4-FFF2-40B4-BE49-F238E27FC236}">
                <a16:creationId xmlns:a16="http://schemas.microsoft.com/office/drawing/2014/main" id="{79F2E6C5-D57D-D1A6-5B9A-CF1A12FAB4DE}"/>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12</a:t>
            </a:r>
            <a:endParaRPr lang="en-PK" sz="4400" dirty="0">
              <a:latin typeface="Centary school"/>
            </a:endParaRPr>
          </a:p>
        </p:txBody>
      </p:sp>
      <p:sp>
        <p:nvSpPr>
          <p:cNvPr id="2" name="Rectangle 1">
            <a:extLst>
              <a:ext uri="{FF2B5EF4-FFF2-40B4-BE49-F238E27FC236}">
                <a16:creationId xmlns:a16="http://schemas.microsoft.com/office/drawing/2014/main" id="{A40F63E3-191F-4B3B-AE2C-C4B4B17134D1}"/>
              </a:ext>
            </a:extLst>
          </p:cNvPr>
          <p:cNvSpPr/>
          <p:nvPr/>
        </p:nvSpPr>
        <p:spPr>
          <a:xfrm>
            <a:off x="1756960" y="2879900"/>
            <a:ext cx="1616479" cy="553998"/>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Dr. Waseem Ullah (PhD, 2019-2024, SJU)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PDF, MBZUAI, UAE</a:t>
            </a:r>
            <a:endParaRPr kumimoji="0" lang="en-US" sz="1000" b="1" i="0" u="none" strike="noStrike" kern="1200" cap="none" spc="0" normalizeH="0" baseline="0" noProof="0" dirty="0">
              <a:ln>
                <a:noFill/>
              </a:ln>
              <a:solidFill>
                <a:srgbClr val="515151"/>
              </a:solidFill>
              <a:effectLst/>
              <a:uLnTx/>
              <a:uFillTx/>
              <a:latin typeface="PT Sans"/>
              <a:ea typeface="+mn-ea"/>
              <a:cs typeface="+mn-cs"/>
            </a:endParaRPr>
          </a:p>
        </p:txBody>
      </p:sp>
      <p:pic>
        <p:nvPicPr>
          <p:cNvPr id="3" name="Picture 2">
            <a:extLst>
              <a:ext uri="{FF2B5EF4-FFF2-40B4-BE49-F238E27FC236}">
                <a16:creationId xmlns:a16="http://schemas.microsoft.com/office/drawing/2014/main" id="{2CFDB0D8-5083-42BD-A2CB-A9FA2E7840D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1724131" y="1094366"/>
            <a:ext cx="1314147" cy="17470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EDCA142-31E3-442F-AC59-AFE8645877A7}"/>
              </a:ext>
            </a:extLst>
          </p:cNvPr>
          <p:cNvSpPr/>
          <p:nvPr/>
        </p:nvSpPr>
        <p:spPr>
          <a:xfrm>
            <a:off x="6211231" y="2848215"/>
            <a:ext cx="1485908" cy="707886"/>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Zulfiqar Ahmad Khan (Joint Master </a:t>
            </a:r>
            <a:r>
              <a:rPr lang="en-US" sz="1000" b="1" dirty="0">
                <a:solidFill>
                  <a:srgbClr val="515151"/>
                </a:solidFill>
                <a:latin typeface="PT Sans"/>
              </a:rPr>
              <a:t>&amp; </a:t>
            </a:r>
            <a:r>
              <a:rPr kumimoji="0" lang="en-US" sz="1000" b="1" i="0" u="none" strike="noStrike" kern="1200" cap="none" spc="0" normalizeH="0" baseline="0" noProof="0" dirty="0">
                <a:ln>
                  <a:noFill/>
                </a:ln>
                <a:solidFill>
                  <a:srgbClr val="515151"/>
                </a:solidFill>
                <a:effectLst/>
                <a:uLnTx/>
                <a:uFillTx/>
                <a:latin typeface="PT Sans"/>
                <a:ea typeface="+mn-ea"/>
                <a:cs typeface="+mn-cs"/>
              </a:rPr>
              <a:t>PhD)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(Feb 2019-Feb 2026)</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PDF, Umea Uni. Sweden</a:t>
            </a:r>
            <a:endParaRPr kumimoji="0" lang="en-US" sz="1000" b="1" i="0" u="none" strike="noStrike" kern="1200" cap="none" spc="0" normalizeH="0" baseline="0" noProof="0" dirty="0">
              <a:ln>
                <a:noFill/>
              </a:ln>
              <a:solidFill>
                <a:srgbClr val="515151"/>
              </a:solidFill>
              <a:effectLst/>
              <a:uLnTx/>
              <a:uFillTx/>
              <a:latin typeface="PT Sans"/>
              <a:ea typeface="+mn-ea"/>
              <a:cs typeface="+mn-cs"/>
            </a:endParaRPr>
          </a:p>
        </p:txBody>
      </p:sp>
      <p:pic>
        <p:nvPicPr>
          <p:cNvPr id="6" name="Picture 5">
            <a:extLst>
              <a:ext uri="{FF2B5EF4-FFF2-40B4-BE49-F238E27FC236}">
                <a16:creationId xmlns:a16="http://schemas.microsoft.com/office/drawing/2014/main" id="{E6C51FB5-F4BD-4198-90D4-A4F3BA32420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6199055" y="1096639"/>
            <a:ext cx="1479127" cy="17470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E1C1A612-8BF3-30D6-EC0B-66AEC7CFC474}"/>
              </a:ext>
            </a:extLst>
          </p:cNvPr>
          <p:cNvSpPr/>
          <p:nvPr/>
        </p:nvSpPr>
        <p:spPr>
          <a:xfrm>
            <a:off x="8350539" y="2936462"/>
            <a:ext cx="2044316" cy="461665"/>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15151"/>
                </a:solidFill>
                <a:effectLst/>
                <a:uLnTx/>
                <a:uFillTx/>
                <a:latin typeface="PT Sans"/>
                <a:ea typeface="+mn-ea"/>
                <a:cs typeface="+mn-cs"/>
              </a:rPr>
              <a:t>Siraj</a:t>
            </a:r>
            <a:r>
              <a:rPr lang="en-US" sz="1200" b="1" dirty="0">
                <a:solidFill>
                  <a:srgbClr val="515151"/>
                </a:solidFill>
                <a:latin typeface="PT Sans"/>
              </a:rPr>
              <a:t>, </a:t>
            </a:r>
            <a:r>
              <a:rPr kumimoji="0" lang="en-US" sz="1200" b="1" i="0" u="none" strike="noStrike" kern="1200" cap="none" spc="0" normalizeH="0" baseline="0" noProof="0" dirty="0">
                <a:ln>
                  <a:noFill/>
                </a:ln>
                <a:solidFill>
                  <a:srgbClr val="515151"/>
                </a:solidFill>
                <a:effectLst/>
                <a:uLnTx/>
                <a:uFillTx/>
                <a:latin typeface="PT Sans"/>
                <a:ea typeface="+mn-ea"/>
                <a:cs typeface="+mn-cs"/>
              </a:rPr>
              <a:t>(Ph.D.)</a:t>
            </a:r>
            <a:endParaRPr lang="en-US" sz="1200" b="1" dirty="0">
              <a:solidFill>
                <a:srgbClr val="515151"/>
              </a:solidFill>
              <a:latin typeface="PT San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515151"/>
                </a:solidFill>
                <a:effectLst/>
                <a:uLnTx/>
                <a:uFillTx/>
                <a:latin typeface="PT Sans"/>
                <a:ea typeface="+mn-ea"/>
                <a:cs typeface="+mn-cs"/>
              </a:rPr>
              <a:t>ICP, Paki</a:t>
            </a:r>
            <a:r>
              <a:rPr lang="en-US" sz="1200" b="1" dirty="0">
                <a:solidFill>
                  <a:srgbClr val="515151"/>
                </a:solidFill>
                <a:latin typeface="PT Sans"/>
              </a:rPr>
              <a:t>stan</a:t>
            </a:r>
            <a:endParaRPr kumimoji="0" lang="en-US" sz="1200" b="1" i="0" u="none" strike="noStrike" kern="1200" cap="none" spc="0" normalizeH="0" baseline="0" noProof="0" dirty="0">
              <a:ln>
                <a:noFill/>
              </a:ln>
              <a:solidFill>
                <a:srgbClr val="515151"/>
              </a:solidFill>
              <a:effectLst/>
              <a:uLnTx/>
              <a:uFillTx/>
              <a:latin typeface="PT Sans"/>
              <a:ea typeface="+mn-ea"/>
              <a:cs typeface="+mn-cs"/>
            </a:endParaRPr>
          </a:p>
        </p:txBody>
      </p:sp>
      <p:pic>
        <p:nvPicPr>
          <p:cNvPr id="10" name="Picture 9" descr="Screen Clipping">
            <a:extLst>
              <a:ext uri="{FF2B5EF4-FFF2-40B4-BE49-F238E27FC236}">
                <a16:creationId xmlns:a16="http://schemas.microsoft.com/office/drawing/2014/main" id="{50585AD4-9C06-FCE3-5360-9E53A8CB9D6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r="4410"/>
          <a:stretch/>
        </p:blipFill>
        <p:spPr>
          <a:xfrm>
            <a:off x="8589695" y="1060688"/>
            <a:ext cx="1878174" cy="1878174"/>
          </a:xfrm>
          <a:prstGeom prst="rect">
            <a:avLst/>
          </a:prstGeom>
        </p:spPr>
      </p:pic>
      <p:sp>
        <p:nvSpPr>
          <p:cNvPr id="11" name="Rectangle 10">
            <a:extLst>
              <a:ext uri="{FF2B5EF4-FFF2-40B4-BE49-F238E27FC236}">
                <a16:creationId xmlns:a16="http://schemas.microsoft.com/office/drawing/2014/main" id="{843945DE-EBFA-4DBE-AE22-F15B6D596E88}"/>
              </a:ext>
            </a:extLst>
          </p:cNvPr>
          <p:cNvSpPr/>
          <p:nvPr/>
        </p:nvSpPr>
        <p:spPr>
          <a:xfrm>
            <a:off x="3547706" y="2879900"/>
            <a:ext cx="2364121" cy="707886"/>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Dr. Samee Ullah (Ph.D.) (2019-2023)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SJU, South Korea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[PDF, Khalifa Uni. of Science and Technology, UAE</a:t>
            </a:r>
          </a:p>
        </p:txBody>
      </p:sp>
      <p:pic>
        <p:nvPicPr>
          <p:cNvPr id="12" name="Picture 11">
            <a:extLst>
              <a:ext uri="{FF2B5EF4-FFF2-40B4-BE49-F238E27FC236}">
                <a16:creationId xmlns:a16="http://schemas.microsoft.com/office/drawing/2014/main" id="{E5EDFA11-E93E-88F8-E265-F88E3F256060}"/>
              </a:ext>
            </a:extLst>
          </p:cNvPr>
          <p:cNvPicPr>
            <a:picLocks noChangeAspect="1"/>
          </p:cNvPicPr>
          <p:nvPr/>
        </p:nvPicPr>
        <p:blipFill>
          <a:blip r:embed="rId5"/>
          <a:stretch>
            <a:fillRect/>
          </a:stretch>
        </p:blipFill>
        <p:spPr>
          <a:xfrm>
            <a:off x="3930834" y="1104215"/>
            <a:ext cx="1314147" cy="1698717"/>
          </a:xfrm>
          <a:prstGeom prst="rect">
            <a:avLst/>
          </a:prstGeom>
        </p:spPr>
      </p:pic>
      <p:pic>
        <p:nvPicPr>
          <p:cNvPr id="13" name="Picture 12">
            <a:extLst>
              <a:ext uri="{FF2B5EF4-FFF2-40B4-BE49-F238E27FC236}">
                <a16:creationId xmlns:a16="http://schemas.microsoft.com/office/drawing/2014/main" id="{80D055C8-8B4C-40BE-850A-8B8674D420CE}"/>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3021" t="5772" r="9616" b="10314"/>
          <a:stretch/>
        </p:blipFill>
        <p:spPr>
          <a:xfrm>
            <a:off x="3009471" y="3939069"/>
            <a:ext cx="1540889" cy="2106998"/>
          </a:xfrm>
          <a:prstGeom prst="rect">
            <a:avLst/>
          </a:prstGeom>
        </p:spPr>
      </p:pic>
      <p:sp>
        <p:nvSpPr>
          <p:cNvPr id="14" name="Rectangle 13">
            <a:extLst>
              <a:ext uri="{FF2B5EF4-FFF2-40B4-BE49-F238E27FC236}">
                <a16:creationId xmlns:a16="http://schemas.microsoft.com/office/drawing/2014/main" id="{A4662C96-C7CC-6F5E-D2F3-9C3A639E0AB7}"/>
              </a:ext>
            </a:extLst>
          </p:cNvPr>
          <p:cNvSpPr/>
          <p:nvPr/>
        </p:nvSpPr>
        <p:spPr>
          <a:xfrm>
            <a:off x="2888560" y="6103922"/>
            <a:ext cx="1951642" cy="40011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Muhammad Irfan, MS, SJU </a:t>
            </a:r>
            <a:r>
              <a:rPr lang="en-US" sz="1000" b="1" dirty="0">
                <a:solidFill>
                  <a:srgbClr val="515151"/>
                </a:solidFill>
                <a:latin typeface="PT Sans"/>
              </a:rPr>
              <a:t>PhD, Oakland Uni. USA</a:t>
            </a:r>
            <a:endParaRPr kumimoji="0" lang="en-US" sz="1000" b="1" i="0" u="none" strike="noStrike" kern="1200" cap="none" spc="0" normalizeH="0" baseline="0" noProof="0" dirty="0">
              <a:ln>
                <a:noFill/>
              </a:ln>
              <a:solidFill>
                <a:srgbClr val="515151"/>
              </a:solidFill>
              <a:effectLst/>
              <a:uLnTx/>
              <a:uFillTx/>
              <a:latin typeface="PT Sans"/>
              <a:ea typeface="+mn-ea"/>
              <a:cs typeface="+mn-cs"/>
            </a:endParaRPr>
          </a:p>
        </p:txBody>
      </p:sp>
      <p:sp>
        <p:nvSpPr>
          <p:cNvPr id="15" name="Rectangle 14">
            <a:extLst>
              <a:ext uri="{FF2B5EF4-FFF2-40B4-BE49-F238E27FC236}">
                <a16:creationId xmlns:a16="http://schemas.microsoft.com/office/drawing/2014/main" id="{6E3BBDCC-6A95-59EA-281E-9FFE98213098}"/>
              </a:ext>
            </a:extLst>
          </p:cNvPr>
          <p:cNvSpPr/>
          <p:nvPr/>
        </p:nvSpPr>
        <p:spPr>
          <a:xfrm>
            <a:off x="5052472" y="6103922"/>
            <a:ext cx="1951643" cy="40011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Hayat Ullah, MS, SJU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PhD, Kansas State Uni. USA</a:t>
            </a:r>
            <a:endParaRPr kumimoji="0" lang="en-US" sz="1000" b="1" i="0" u="none" strike="noStrike" kern="1200" cap="none" spc="0" normalizeH="0" baseline="0" noProof="0" dirty="0">
              <a:ln>
                <a:noFill/>
              </a:ln>
              <a:solidFill>
                <a:srgbClr val="515151"/>
              </a:solidFill>
              <a:effectLst/>
              <a:uLnTx/>
              <a:uFillTx/>
              <a:latin typeface="PT Sans"/>
              <a:ea typeface="+mn-ea"/>
              <a:cs typeface="+mn-cs"/>
            </a:endParaRPr>
          </a:p>
        </p:txBody>
      </p:sp>
      <p:pic>
        <p:nvPicPr>
          <p:cNvPr id="16" name="Picture 15" descr="A person posing for the camera&#10;&#10;Description automatically generated">
            <a:extLst>
              <a:ext uri="{FF2B5EF4-FFF2-40B4-BE49-F238E27FC236}">
                <a16:creationId xmlns:a16="http://schemas.microsoft.com/office/drawing/2014/main" id="{27CA5CFC-3BD8-E8F2-1B2F-E2ADBA1FDE8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flipH="1">
            <a:off x="5110791" y="3891961"/>
            <a:ext cx="1540889" cy="2155847"/>
          </a:xfrm>
          <a:prstGeom prst="rect">
            <a:avLst/>
          </a:prstGeom>
        </p:spPr>
      </p:pic>
      <p:pic>
        <p:nvPicPr>
          <p:cNvPr id="17" name="Picture 16">
            <a:extLst>
              <a:ext uri="{FF2B5EF4-FFF2-40B4-BE49-F238E27FC236}">
                <a16:creationId xmlns:a16="http://schemas.microsoft.com/office/drawing/2014/main" id="{66661D59-4ECC-F038-5648-2F3D491E8CA3}"/>
              </a:ext>
            </a:extLst>
          </p:cNvPr>
          <p:cNvPicPr>
            <a:picLocks noChangeAspect="1"/>
          </p:cNvPicPr>
          <p:nvPr/>
        </p:nvPicPr>
        <p:blipFill>
          <a:blip r:embed="rId8"/>
          <a:stretch>
            <a:fillRect/>
          </a:stretch>
        </p:blipFill>
        <p:spPr>
          <a:xfrm>
            <a:off x="7275607" y="3891961"/>
            <a:ext cx="2030526" cy="2124726"/>
          </a:xfrm>
          <a:prstGeom prst="rect">
            <a:avLst/>
          </a:prstGeom>
          <a:ln>
            <a:noFill/>
          </a:ln>
          <a:effectLst>
            <a:outerShdw blurRad="292100" dist="139700" dir="2700000" algn="tl" rotWithShape="0">
              <a:srgbClr val="333333">
                <a:alpha val="65000"/>
              </a:srgbClr>
            </a:outerShdw>
          </a:effectLst>
        </p:spPr>
      </p:pic>
      <p:sp>
        <p:nvSpPr>
          <p:cNvPr id="18" name="Rectangle 17">
            <a:extLst>
              <a:ext uri="{FF2B5EF4-FFF2-40B4-BE49-F238E27FC236}">
                <a16:creationId xmlns:a16="http://schemas.microsoft.com/office/drawing/2014/main" id="{F4DC3F40-1048-9749-3A61-4E741526E797}"/>
              </a:ext>
            </a:extLst>
          </p:cNvPr>
          <p:cNvSpPr/>
          <p:nvPr/>
        </p:nvSpPr>
        <p:spPr>
          <a:xfrm>
            <a:off x="7216386" y="6137430"/>
            <a:ext cx="2415884" cy="40011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Umair Haroon (M</a:t>
            </a:r>
            <a:r>
              <a:rPr lang="en-US" sz="1000" b="1" dirty="0">
                <a:solidFill>
                  <a:srgbClr val="515151"/>
                </a:solidFill>
                <a:latin typeface="PT Sans"/>
              </a:rPr>
              <a:t>S, SJU, </a:t>
            </a:r>
            <a:r>
              <a:rPr kumimoji="0" lang="en-US" sz="1000" b="1" i="0" u="none" strike="noStrike" kern="1200" cap="none" spc="0" normalizeH="0" baseline="0" noProof="0" dirty="0">
                <a:ln>
                  <a:noFill/>
                </a:ln>
                <a:solidFill>
                  <a:srgbClr val="515151"/>
                </a:solidFill>
                <a:effectLst/>
                <a:uLnTx/>
                <a:uFillTx/>
                <a:latin typeface="PT Sans"/>
                <a:ea typeface="+mn-ea"/>
                <a:cs typeface="+mn-cs"/>
              </a:rPr>
              <a:t>2020-2021)</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PhD, University of Barcelona, Spain</a:t>
            </a:r>
            <a:endParaRPr kumimoji="0" lang="en-US" sz="1000" b="1" i="0" u="none" strike="noStrike" kern="1200" cap="none" spc="0" normalizeH="0" baseline="0" noProof="0" dirty="0">
              <a:ln>
                <a:noFill/>
              </a:ln>
              <a:solidFill>
                <a:srgbClr val="515151"/>
              </a:solidFill>
              <a:effectLst/>
              <a:uLnTx/>
              <a:uFillTx/>
              <a:latin typeface="PT Sans"/>
              <a:ea typeface="+mn-ea"/>
              <a:cs typeface="+mn-cs"/>
            </a:endParaRPr>
          </a:p>
        </p:txBody>
      </p:sp>
    </p:spTree>
    <p:extLst>
      <p:ext uri="{BB962C8B-B14F-4D97-AF65-F5344CB8AC3E}">
        <p14:creationId xmlns:p14="http://schemas.microsoft.com/office/powerpoint/2010/main" val="1109888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50515-5D3A-4936-2F11-453E3B78FE98}"/>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8CCFC7E-3CE1-4F17-9D43-CA119EE0E8EA}"/>
              </a:ext>
            </a:extLst>
          </p:cNvPr>
          <p:cNvSpPr/>
          <p:nvPr/>
        </p:nvSpPr>
        <p:spPr>
          <a:xfrm>
            <a:off x="0" y="0"/>
            <a:ext cx="12192000" cy="76200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GB" sz="4000" b="1" dirty="0">
                <a:latin typeface="Centary school"/>
              </a:rPr>
              <a:t>6. Research Team (VIS2KNOW Lab)</a:t>
            </a:r>
            <a:endParaRPr lang="en-PK" sz="4000" b="1" dirty="0">
              <a:latin typeface="Centary school"/>
            </a:endParaRPr>
          </a:p>
        </p:txBody>
      </p:sp>
      <p:sp>
        <p:nvSpPr>
          <p:cNvPr id="7" name="Rectangle 4">
            <a:extLst>
              <a:ext uri="{FF2B5EF4-FFF2-40B4-BE49-F238E27FC236}">
                <a16:creationId xmlns:a16="http://schemas.microsoft.com/office/drawing/2014/main" id="{B7BDD6B0-4D20-B914-AF92-41896ABF4AAF}"/>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13</a:t>
            </a:r>
            <a:endParaRPr lang="en-PK" sz="4400" dirty="0">
              <a:latin typeface="Centary school"/>
            </a:endParaRPr>
          </a:p>
        </p:txBody>
      </p:sp>
      <p:sp>
        <p:nvSpPr>
          <p:cNvPr id="2" name="Rectangle 1">
            <a:extLst>
              <a:ext uri="{FF2B5EF4-FFF2-40B4-BE49-F238E27FC236}">
                <a16:creationId xmlns:a16="http://schemas.microsoft.com/office/drawing/2014/main" id="{5A7536B1-E12B-026D-09E8-BAE45B54E11E}"/>
              </a:ext>
            </a:extLst>
          </p:cNvPr>
          <p:cNvSpPr/>
          <p:nvPr/>
        </p:nvSpPr>
        <p:spPr>
          <a:xfrm>
            <a:off x="-83792" y="2181886"/>
            <a:ext cx="2322776" cy="40011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Farhan Ahmed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(PhD Fellow, SKKU) (March 2021-now)</a:t>
            </a:r>
          </a:p>
        </p:txBody>
      </p:sp>
      <p:sp>
        <p:nvSpPr>
          <p:cNvPr id="3" name="Rectangle 2">
            <a:extLst>
              <a:ext uri="{FF2B5EF4-FFF2-40B4-BE49-F238E27FC236}">
                <a16:creationId xmlns:a16="http://schemas.microsoft.com/office/drawing/2014/main" id="{778BEBEF-C2AF-E4BA-7732-9496DC65579F}"/>
              </a:ext>
            </a:extLst>
          </p:cNvPr>
          <p:cNvSpPr/>
          <p:nvPr/>
        </p:nvSpPr>
        <p:spPr>
          <a:xfrm>
            <a:off x="10200113" y="2086791"/>
            <a:ext cx="2176433" cy="553998"/>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MD Tanvir Islam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(Master, SKKU)</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(Feb 2023-Aug 2025), PhD, KNU</a:t>
            </a:r>
          </a:p>
        </p:txBody>
      </p:sp>
      <p:sp>
        <p:nvSpPr>
          <p:cNvPr id="4" name="Rectangle 3">
            <a:extLst>
              <a:ext uri="{FF2B5EF4-FFF2-40B4-BE49-F238E27FC236}">
                <a16:creationId xmlns:a16="http://schemas.microsoft.com/office/drawing/2014/main" id="{2F237C8A-00E4-EDC6-0F37-6E632BD66F9B}"/>
              </a:ext>
            </a:extLst>
          </p:cNvPr>
          <p:cNvSpPr/>
          <p:nvPr/>
        </p:nvSpPr>
        <p:spPr>
          <a:xfrm>
            <a:off x="2423263" y="2190038"/>
            <a:ext cx="2204721" cy="40011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Fatma Eid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(PhD Fellow, SKKU), (Fall 2023-now)</a:t>
            </a:r>
          </a:p>
        </p:txBody>
      </p:sp>
      <p:sp>
        <p:nvSpPr>
          <p:cNvPr id="6" name="Rectangle 5">
            <a:extLst>
              <a:ext uri="{FF2B5EF4-FFF2-40B4-BE49-F238E27FC236}">
                <a16:creationId xmlns:a16="http://schemas.microsoft.com/office/drawing/2014/main" id="{59DE8AC6-31D4-E217-EF5D-49D3ED31FE79}"/>
              </a:ext>
            </a:extLst>
          </p:cNvPr>
          <p:cNvSpPr/>
          <p:nvPr/>
        </p:nvSpPr>
        <p:spPr>
          <a:xfrm>
            <a:off x="4769681" y="2167470"/>
            <a:ext cx="2322776" cy="40011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err="1">
                <a:solidFill>
                  <a:srgbClr val="515151"/>
                </a:solidFill>
                <a:latin typeface="PT Sans"/>
              </a:rPr>
              <a:t>Zubayda</a:t>
            </a:r>
            <a:endParaRPr lang="en-US" sz="1000" b="1" dirty="0">
              <a:solidFill>
                <a:srgbClr val="515151"/>
              </a:solidFill>
              <a:latin typeface="PT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(PhD Fellow, SKKU), (Spring 2024-now</a:t>
            </a:r>
          </a:p>
        </p:txBody>
      </p:sp>
      <p:pic>
        <p:nvPicPr>
          <p:cNvPr id="8" name="Picture 7">
            <a:extLst>
              <a:ext uri="{FF2B5EF4-FFF2-40B4-BE49-F238E27FC236}">
                <a16:creationId xmlns:a16="http://schemas.microsoft.com/office/drawing/2014/main" id="{23316CCF-C2DD-BFFA-1F67-63C4FC8E492A}"/>
              </a:ext>
            </a:extLst>
          </p:cNvPr>
          <p:cNvPicPr>
            <a:picLocks noChangeAspect="1"/>
          </p:cNvPicPr>
          <p:nvPr/>
        </p:nvPicPr>
        <p:blipFill>
          <a:blip r:embed="rId2"/>
          <a:srcRect b="11624"/>
          <a:stretch>
            <a:fillRect/>
          </a:stretch>
        </p:blipFill>
        <p:spPr>
          <a:xfrm>
            <a:off x="10460079" y="849620"/>
            <a:ext cx="1372117" cy="1255491"/>
          </a:xfrm>
          <a:prstGeom prst="rect">
            <a:avLst/>
          </a:prstGeom>
        </p:spPr>
      </p:pic>
      <p:pic>
        <p:nvPicPr>
          <p:cNvPr id="10" name="Picture 9">
            <a:extLst>
              <a:ext uri="{FF2B5EF4-FFF2-40B4-BE49-F238E27FC236}">
                <a16:creationId xmlns:a16="http://schemas.microsoft.com/office/drawing/2014/main" id="{1E07DA4E-BDE1-3102-BD6D-667412FCF952}"/>
              </a:ext>
            </a:extLst>
          </p:cNvPr>
          <p:cNvPicPr>
            <a:picLocks noChangeAspect="1"/>
          </p:cNvPicPr>
          <p:nvPr/>
        </p:nvPicPr>
        <p:blipFill rotWithShape="1">
          <a:blip r:embed="rId3"/>
          <a:srcRect l="22140" t="18200" r="21298" b="12716"/>
          <a:stretch>
            <a:fillRect/>
          </a:stretch>
        </p:blipFill>
        <p:spPr>
          <a:xfrm>
            <a:off x="409182" y="845292"/>
            <a:ext cx="1252843" cy="1328442"/>
          </a:xfrm>
          <a:prstGeom prst="rect">
            <a:avLst/>
          </a:prstGeom>
        </p:spPr>
      </p:pic>
      <p:pic>
        <p:nvPicPr>
          <p:cNvPr id="11" name="Picture 10">
            <a:extLst>
              <a:ext uri="{FF2B5EF4-FFF2-40B4-BE49-F238E27FC236}">
                <a16:creationId xmlns:a16="http://schemas.microsoft.com/office/drawing/2014/main" id="{CD076F0D-C42E-2E06-133E-E4E528D8E913}"/>
              </a:ext>
            </a:extLst>
          </p:cNvPr>
          <p:cNvPicPr>
            <a:picLocks noChangeAspect="1"/>
          </p:cNvPicPr>
          <p:nvPr/>
        </p:nvPicPr>
        <p:blipFill>
          <a:blip r:embed="rId4"/>
          <a:srcRect t="10018"/>
          <a:stretch>
            <a:fillRect/>
          </a:stretch>
        </p:blipFill>
        <p:spPr>
          <a:xfrm>
            <a:off x="7661261" y="864007"/>
            <a:ext cx="1103777" cy="1241499"/>
          </a:xfrm>
          <a:prstGeom prst="rect">
            <a:avLst/>
          </a:prstGeom>
        </p:spPr>
      </p:pic>
      <p:sp>
        <p:nvSpPr>
          <p:cNvPr id="12" name="Rectangle 11">
            <a:extLst>
              <a:ext uri="{FF2B5EF4-FFF2-40B4-BE49-F238E27FC236}">
                <a16:creationId xmlns:a16="http://schemas.microsoft.com/office/drawing/2014/main" id="{0DC53F71-F8BB-0330-EE86-2519437864E6}"/>
              </a:ext>
            </a:extLst>
          </p:cNvPr>
          <p:cNvSpPr/>
          <p:nvPr/>
        </p:nvSpPr>
        <p:spPr>
          <a:xfrm>
            <a:off x="7077374" y="2114893"/>
            <a:ext cx="2462230" cy="40011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Shehzad Ali</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(Master-PhD, SKKU), (</a:t>
            </a:r>
            <a:r>
              <a:rPr lang="en-US" sz="1000" b="1" dirty="0">
                <a:solidFill>
                  <a:srgbClr val="515151"/>
                </a:solidFill>
                <a:latin typeface="PT Sans"/>
              </a:rPr>
              <a:t>Spring</a:t>
            </a:r>
            <a:r>
              <a:rPr kumimoji="0" lang="en-US" sz="1000" b="1" i="0" u="none" strike="noStrike" kern="1200" cap="none" spc="0" normalizeH="0" baseline="0" noProof="0" dirty="0">
                <a:ln>
                  <a:noFill/>
                </a:ln>
                <a:solidFill>
                  <a:srgbClr val="515151"/>
                </a:solidFill>
                <a:effectLst/>
                <a:uLnTx/>
                <a:uFillTx/>
                <a:latin typeface="PT Sans"/>
                <a:ea typeface="+mn-ea"/>
                <a:cs typeface="+mn-cs"/>
              </a:rPr>
              <a:t> 2024-now)</a:t>
            </a:r>
          </a:p>
        </p:txBody>
      </p:sp>
      <p:pic>
        <p:nvPicPr>
          <p:cNvPr id="13" name="Picture 12">
            <a:extLst>
              <a:ext uri="{FF2B5EF4-FFF2-40B4-BE49-F238E27FC236}">
                <a16:creationId xmlns:a16="http://schemas.microsoft.com/office/drawing/2014/main" id="{02B7F0E8-619B-6372-3E6B-4CCE7813A4EC}"/>
              </a:ext>
            </a:extLst>
          </p:cNvPr>
          <p:cNvPicPr>
            <a:picLocks noChangeAspect="1"/>
          </p:cNvPicPr>
          <p:nvPr/>
        </p:nvPicPr>
        <p:blipFill>
          <a:blip r:embed="rId5"/>
          <a:stretch>
            <a:fillRect/>
          </a:stretch>
        </p:blipFill>
        <p:spPr>
          <a:xfrm>
            <a:off x="5268590" y="800472"/>
            <a:ext cx="1251018" cy="1348225"/>
          </a:xfrm>
          <a:prstGeom prst="rect">
            <a:avLst/>
          </a:prstGeom>
        </p:spPr>
      </p:pic>
      <p:pic>
        <p:nvPicPr>
          <p:cNvPr id="14" name="Picture 13">
            <a:extLst>
              <a:ext uri="{FF2B5EF4-FFF2-40B4-BE49-F238E27FC236}">
                <a16:creationId xmlns:a16="http://schemas.microsoft.com/office/drawing/2014/main" id="{C7FF49B5-DB08-FB4F-1F2D-CDF39E0FF136}"/>
              </a:ext>
            </a:extLst>
          </p:cNvPr>
          <p:cNvPicPr>
            <a:picLocks noChangeAspect="1"/>
          </p:cNvPicPr>
          <p:nvPr/>
        </p:nvPicPr>
        <p:blipFill>
          <a:blip r:embed="rId6"/>
          <a:stretch>
            <a:fillRect/>
          </a:stretch>
        </p:blipFill>
        <p:spPr>
          <a:xfrm>
            <a:off x="2866414" y="804598"/>
            <a:ext cx="1374613" cy="1374613"/>
          </a:xfrm>
          <a:prstGeom prst="rect">
            <a:avLst/>
          </a:prstGeom>
        </p:spPr>
      </p:pic>
      <p:pic>
        <p:nvPicPr>
          <p:cNvPr id="15" name="Picture 14">
            <a:extLst>
              <a:ext uri="{FF2B5EF4-FFF2-40B4-BE49-F238E27FC236}">
                <a16:creationId xmlns:a16="http://schemas.microsoft.com/office/drawing/2014/main" id="{AB3F089F-8095-ACE7-251C-3499BD2167A3}"/>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b="12557"/>
          <a:stretch>
            <a:fillRect/>
          </a:stretch>
        </p:blipFill>
        <p:spPr bwMode="auto">
          <a:xfrm>
            <a:off x="409182" y="2749505"/>
            <a:ext cx="1203380" cy="1403026"/>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a:extLst>
              <a:ext uri="{FF2B5EF4-FFF2-40B4-BE49-F238E27FC236}">
                <a16:creationId xmlns:a16="http://schemas.microsoft.com/office/drawing/2014/main" id="{5758A5D5-642D-6BAF-F4C7-67FE1C4245E8}"/>
              </a:ext>
            </a:extLst>
          </p:cNvPr>
          <p:cNvSpPr/>
          <p:nvPr/>
        </p:nvSpPr>
        <p:spPr>
          <a:xfrm>
            <a:off x="353538" y="4148213"/>
            <a:ext cx="1483768" cy="553998"/>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Bilol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(Master, SKKU)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(Sept 2025-Aug 2027)</a:t>
            </a:r>
          </a:p>
        </p:txBody>
      </p:sp>
      <p:sp>
        <p:nvSpPr>
          <p:cNvPr id="17" name="Rectangle 16">
            <a:extLst>
              <a:ext uri="{FF2B5EF4-FFF2-40B4-BE49-F238E27FC236}">
                <a16:creationId xmlns:a16="http://schemas.microsoft.com/office/drawing/2014/main" id="{55E2C494-347D-5C97-D542-8EAD99B3697D}"/>
              </a:ext>
            </a:extLst>
          </p:cNvPr>
          <p:cNvSpPr/>
          <p:nvPr/>
        </p:nvSpPr>
        <p:spPr>
          <a:xfrm>
            <a:off x="6816106" y="4285626"/>
            <a:ext cx="1483768" cy="40011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solidFill>
                  <a:srgbClr val="515151"/>
                </a:solidFill>
                <a:latin typeface="PT Sans"/>
              </a:rPr>
              <a:t>JeasonHan</a:t>
            </a:r>
            <a:endParaRPr lang="en-US" sz="1000" b="1" dirty="0">
              <a:solidFill>
                <a:srgbClr val="515151"/>
              </a:solidFill>
              <a:latin typeface="PT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(Master, SKKU)</a:t>
            </a:r>
          </a:p>
        </p:txBody>
      </p:sp>
      <p:sp>
        <p:nvSpPr>
          <p:cNvPr id="18" name="Rectangle 17">
            <a:extLst>
              <a:ext uri="{FF2B5EF4-FFF2-40B4-BE49-F238E27FC236}">
                <a16:creationId xmlns:a16="http://schemas.microsoft.com/office/drawing/2014/main" id="{FE4D828D-6D1E-5856-9A5C-00FE78E9C5F9}"/>
              </a:ext>
            </a:extLst>
          </p:cNvPr>
          <p:cNvSpPr/>
          <p:nvPr/>
        </p:nvSpPr>
        <p:spPr>
          <a:xfrm>
            <a:off x="4426082" y="4215163"/>
            <a:ext cx="1634606" cy="553998"/>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Glody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(Master, SKKU)</a:t>
            </a:r>
          </a:p>
          <a:p>
            <a:pPr lvl="0">
              <a:defRPr/>
            </a:pPr>
            <a:r>
              <a:rPr lang="en-US" sz="1000" b="1" dirty="0">
                <a:solidFill>
                  <a:srgbClr val="515151"/>
                </a:solidFill>
                <a:latin typeface="PT Sans"/>
              </a:rPr>
              <a:t>(March 2026-Feb 2028)</a:t>
            </a:r>
          </a:p>
        </p:txBody>
      </p:sp>
      <p:sp>
        <p:nvSpPr>
          <p:cNvPr id="19" name="Rectangle 18">
            <a:extLst>
              <a:ext uri="{FF2B5EF4-FFF2-40B4-BE49-F238E27FC236}">
                <a16:creationId xmlns:a16="http://schemas.microsoft.com/office/drawing/2014/main" id="{C60F55C5-5FFA-F835-12A9-A02356B3257F}"/>
              </a:ext>
            </a:extLst>
          </p:cNvPr>
          <p:cNvSpPr/>
          <p:nvPr/>
        </p:nvSpPr>
        <p:spPr>
          <a:xfrm>
            <a:off x="2376509" y="4185428"/>
            <a:ext cx="1676400" cy="553998"/>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sz="1000" b="1" dirty="0">
                <a:solidFill>
                  <a:srgbClr val="515151"/>
                </a:solidFill>
                <a:latin typeface="PT Sans"/>
              </a:rPr>
              <a:t>Wajahat (</a:t>
            </a:r>
            <a:r>
              <a:rPr lang="en-US" sz="1000" b="1" dirty="0">
                <a:solidFill>
                  <a:srgbClr val="0000FF"/>
                </a:solidFill>
                <a:latin typeface="PT Sans"/>
              </a:rPr>
              <a:t>TA</a:t>
            </a:r>
            <a:r>
              <a:rPr lang="en-US" sz="1000" b="1" dirty="0">
                <a:solidFill>
                  <a:srgbClr val="515151"/>
                </a:solidFill>
                <a:latin typeface="PT San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(Master, SKKU)</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(March</a:t>
            </a:r>
            <a:r>
              <a:rPr lang="en-US" sz="1000" b="1" dirty="0">
                <a:solidFill>
                  <a:srgbClr val="515151"/>
                </a:solidFill>
                <a:latin typeface="PT Sans"/>
              </a:rPr>
              <a:t> </a:t>
            </a:r>
            <a:r>
              <a:rPr kumimoji="0" lang="en-US" sz="1000" b="1" i="0" u="none" strike="noStrike" kern="1200" cap="none" spc="0" normalizeH="0" baseline="0" noProof="0" dirty="0">
                <a:ln>
                  <a:noFill/>
                </a:ln>
                <a:solidFill>
                  <a:srgbClr val="515151"/>
                </a:solidFill>
                <a:effectLst/>
                <a:uLnTx/>
                <a:uFillTx/>
                <a:latin typeface="PT Sans"/>
                <a:ea typeface="+mn-ea"/>
                <a:cs typeface="+mn-cs"/>
              </a:rPr>
              <a:t>202</a:t>
            </a:r>
            <a:r>
              <a:rPr lang="en-US" sz="1000" b="1" dirty="0">
                <a:solidFill>
                  <a:srgbClr val="515151"/>
                </a:solidFill>
                <a:latin typeface="PT Sans"/>
              </a:rPr>
              <a:t>6</a:t>
            </a:r>
            <a:r>
              <a:rPr kumimoji="0" lang="en-US" sz="1000" b="1" i="0" u="none" strike="noStrike" kern="1200" cap="none" spc="0" normalizeH="0" baseline="0" noProof="0" dirty="0">
                <a:ln>
                  <a:noFill/>
                </a:ln>
                <a:solidFill>
                  <a:srgbClr val="515151"/>
                </a:solidFill>
                <a:effectLst/>
                <a:uLnTx/>
                <a:uFillTx/>
                <a:latin typeface="PT Sans"/>
                <a:ea typeface="+mn-ea"/>
                <a:cs typeface="+mn-cs"/>
              </a:rPr>
              <a:t>-Feb 202</a:t>
            </a:r>
            <a:r>
              <a:rPr lang="en-US" sz="1000" b="1" dirty="0">
                <a:solidFill>
                  <a:srgbClr val="515151"/>
                </a:solidFill>
                <a:latin typeface="PT Sans"/>
              </a:rPr>
              <a:t>8</a:t>
            </a:r>
            <a:r>
              <a:rPr kumimoji="0" lang="en-US" sz="1000" b="1" i="0" u="none" strike="noStrike" kern="1200" cap="none" spc="0" normalizeH="0" baseline="0" noProof="0" dirty="0">
                <a:ln>
                  <a:noFill/>
                </a:ln>
                <a:solidFill>
                  <a:srgbClr val="515151"/>
                </a:solidFill>
                <a:effectLst/>
                <a:uLnTx/>
                <a:uFillTx/>
                <a:latin typeface="PT Sans"/>
                <a:ea typeface="+mn-ea"/>
                <a:cs typeface="+mn-cs"/>
              </a:rPr>
              <a:t>)</a:t>
            </a:r>
          </a:p>
        </p:txBody>
      </p:sp>
      <p:pic>
        <p:nvPicPr>
          <p:cNvPr id="20" name="Picture 19">
            <a:extLst>
              <a:ext uri="{FF2B5EF4-FFF2-40B4-BE49-F238E27FC236}">
                <a16:creationId xmlns:a16="http://schemas.microsoft.com/office/drawing/2014/main" id="{D6514D40-B7E3-F6FA-DE9D-600831C0C22D}"/>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b="14206"/>
          <a:stretch>
            <a:fillRect/>
          </a:stretch>
        </p:blipFill>
        <p:spPr bwMode="auto">
          <a:xfrm>
            <a:off x="2404544" y="2912489"/>
            <a:ext cx="1127922" cy="1290246"/>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506D3E6A-0F71-3F81-9CCB-4731AF3E4374}"/>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451961" y="2793433"/>
            <a:ext cx="1420243" cy="1420243"/>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21">
            <a:extLst>
              <a:ext uri="{FF2B5EF4-FFF2-40B4-BE49-F238E27FC236}">
                <a16:creationId xmlns:a16="http://schemas.microsoft.com/office/drawing/2014/main" id="{6180D48E-3A07-1383-0514-ED76C9F89393}"/>
              </a:ext>
            </a:extLst>
          </p:cNvPr>
          <p:cNvSpPr/>
          <p:nvPr/>
        </p:nvSpPr>
        <p:spPr>
          <a:xfrm>
            <a:off x="405802" y="6110845"/>
            <a:ext cx="1676400" cy="40011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solidFill>
                  <a:srgbClr val="515151"/>
                </a:solidFill>
                <a:latin typeface="PT Sans"/>
              </a:rPr>
              <a:t>SeoYoung</a:t>
            </a:r>
            <a:endParaRPr lang="en-US" sz="1000" b="1" dirty="0">
              <a:solidFill>
                <a:srgbClr val="515151"/>
              </a:solidFill>
              <a:latin typeface="PT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a:t>
            </a:r>
            <a:r>
              <a:rPr lang="en-US" sz="1000" b="1" dirty="0">
                <a:solidFill>
                  <a:srgbClr val="515151"/>
                </a:solidFill>
                <a:latin typeface="PT Sans"/>
              </a:rPr>
              <a:t>Undergraduate</a:t>
            </a:r>
            <a:r>
              <a:rPr kumimoji="0" lang="en-US" sz="1000" b="1" i="0" u="none" strike="noStrike" kern="1200" cap="none" spc="0" normalizeH="0" baseline="0" noProof="0" dirty="0">
                <a:ln>
                  <a:noFill/>
                </a:ln>
                <a:solidFill>
                  <a:srgbClr val="515151"/>
                </a:solidFill>
                <a:effectLst/>
                <a:uLnTx/>
                <a:uFillTx/>
                <a:latin typeface="PT Sans"/>
                <a:ea typeface="+mn-ea"/>
                <a:cs typeface="+mn-cs"/>
              </a:rPr>
              <a:t>, SKKU)</a:t>
            </a:r>
          </a:p>
        </p:txBody>
      </p:sp>
      <p:pic>
        <p:nvPicPr>
          <p:cNvPr id="23" name="Picture 22">
            <a:extLst>
              <a:ext uri="{FF2B5EF4-FFF2-40B4-BE49-F238E27FC236}">
                <a16:creationId xmlns:a16="http://schemas.microsoft.com/office/drawing/2014/main" id="{3C5DA4FA-1823-8E93-88F5-8BA947048185}"/>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25337" y="4995015"/>
            <a:ext cx="808601" cy="103963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a:extLst>
              <a:ext uri="{FF2B5EF4-FFF2-40B4-BE49-F238E27FC236}">
                <a16:creationId xmlns:a16="http://schemas.microsoft.com/office/drawing/2014/main" id="{B4D068FF-B813-0A0D-40A6-C3478B2211FF}"/>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853487" y="2771705"/>
            <a:ext cx="1143353" cy="152400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3068815A-CB56-8A5D-DF2E-CC2A64C5E8F5}"/>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595337" y="5103200"/>
            <a:ext cx="831976" cy="1085842"/>
          </a:xfrm>
          <a:prstGeom prst="rect">
            <a:avLst/>
          </a:prstGeom>
          <a:noFill/>
          <a:extLst>
            <a:ext uri="{909E8E84-426E-40DD-AFC4-6F175D3DCCD1}">
              <a14:hiddenFill xmlns:a14="http://schemas.microsoft.com/office/drawing/2010/main">
                <a:solidFill>
                  <a:srgbClr val="FFFFFF"/>
                </a:solidFill>
              </a14:hiddenFill>
            </a:ext>
          </a:extLst>
        </p:spPr>
      </p:pic>
      <p:sp>
        <p:nvSpPr>
          <p:cNvPr id="26" name="Rectangle 25">
            <a:extLst>
              <a:ext uri="{FF2B5EF4-FFF2-40B4-BE49-F238E27FC236}">
                <a16:creationId xmlns:a16="http://schemas.microsoft.com/office/drawing/2014/main" id="{C7016DB1-E2F4-5F13-812C-915DF66CE298}"/>
              </a:ext>
            </a:extLst>
          </p:cNvPr>
          <p:cNvSpPr/>
          <p:nvPr/>
        </p:nvSpPr>
        <p:spPr>
          <a:xfrm>
            <a:off x="2324975" y="6189042"/>
            <a:ext cx="1687327" cy="40011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Haong Kim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a:t>
            </a:r>
            <a:r>
              <a:rPr lang="en-US" sz="1000" b="1" dirty="0">
                <a:solidFill>
                  <a:srgbClr val="515151"/>
                </a:solidFill>
                <a:latin typeface="PT Sans"/>
              </a:rPr>
              <a:t>Undergraduate</a:t>
            </a:r>
            <a:r>
              <a:rPr kumimoji="0" lang="en-US" sz="1000" b="1" i="0" u="none" strike="noStrike" kern="1200" cap="none" spc="0" normalizeH="0" baseline="0" noProof="0" dirty="0">
                <a:ln>
                  <a:noFill/>
                </a:ln>
                <a:solidFill>
                  <a:srgbClr val="515151"/>
                </a:solidFill>
                <a:effectLst/>
                <a:uLnTx/>
                <a:uFillTx/>
                <a:latin typeface="PT Sans"/>
                <a:ea typeface="+mn-ea"/>
                <a:cs typeface="+mn-cs"/>
              </a:rPr>
              <a:t>, SKKU)</a:t>
            </a:r>
          </a:p>
        </p:txBody>
      </p:sp>
      <p:pic>
        <p:nvPicPr>
          <p:cNvPr id="27" name="Picture 26">
            <a:extLst>
              <a:ext uri="{FF2B5EF4-FFF2-40B4-BE49-F238E27FC236}">
                <a16:creationId xmlns:a16="http://schemas.microsoft.com/office/drawing/2014/main" id="{46113D12-CDD5-200D-5B0D-F2B8CF810810}"/>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231865" y="4977069"/>
            <a:ext cx="880984" cy="1132694"/>
          </a:xfrm>
          <a:prstGeom prst="rect">
            <a:avLst/>
          </a:prstGeom>
          <a:noFill/>
          <a:extLst>
            <a:ext uri="{909E8E84-426E-40DD-AFC4-6F175D3DCCD1}">
              <a14:hiddenFill xmlns:a14="http://schemas.microsoft.com/office/drawing/2010/main">
                <a:solidFill>
                  <a:srgbClr val="FFFFFF"/>
                </a:solidFill>
              </a14:hiddenFill>
            </a:ext>
          </a:extLst>
        </p:spPr>
      </p:pic>
      <p:sp>
        <p:nvSpPr>
          <p:cNvPr id="28" name="Rectangle 27">
            <a:extLst>
              <a:ext uri="{FF2B5EF4-FFF2-40B4-BE49-F238E27FC236}">
                <a16:creationId xmlns:a16="http://schemas.microsoft.com/office/drawing/2014/main" id="{B667307E-6217-6EF2-314E-E4835CBFABC8}"/>
              </a:ext>
            </a:extLst>
          </p:cNvPr>
          <p:cNvSpPr/>
          <p:nvPr/>
        </p:nvSpPr>
        <p:spPr>
          <a:xfrm>
            <a:off x="4092988" y="6118505"/>
            <a:ext cx="1702249" cy="40011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Byeon </a:t>
            </a:r>
            <a:r>
              <a:rPr lang="en-US" sz="1000" b="1" dirty="0" err="1">
                <a:solidFill>
                  <a:srgbClr val="515151"/>
                </a:solidFill>
                <a:latin typeface="PT Sans"/>
              </a:rPr>
              <a:t>Jihwan</a:t>
            </a:r>
            <a:endParaRPr lang="en-US" sz="1000" b="1" dirty="0">
              <a:solidFill>
                <a:srgbClr val="515151"/>
              </a:solidFill>
              <a:latin typeface="PT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a:t>
            </a:r>
            <a:r>
              <a:rPr lang="en-US" sz="1000" b="1" dirty="0">
                <a:solidFill>
                  <a:srgbClr val="515151"/>
                </a:solidFill>
                <a:latin typeface="PT Sans"/>
              </a:rPr>
              <a:t>Undergraduate</a:t>
            </a:r>
            <a:r>
              <a:rPr kumimoji="0" lang="en-US" sz="1000" b="1" i="0" u="none" strike="noStrike" kern="1200" cap="none" spc="0" normalizeH="0" baseline="0" noProof="0" dirty="0">
                <a:ln>
                  <a:noFill/>
                </a:ln>
                <a:solidFill>
                  <a:srgbClr val="515151"/>
                </a:solidFill>
                <a:effectLst/>
                <a:uLnTx/>
                <a:uFillTx/>
                <a:latin typeface="PT Sans"/>
                <a:ea typeface="+mn-ea"/>
                <a:cs typeface="+mn-cs"/>
              </a:rPr>
              <a:t>, SKKU)</a:t>
            </a:r>
          </a:p>
        </p:txBody>
      </p:sp>
      <p:pic>
        <p:nvPicPr>
          <p:cNvPr id="29" name="Picture 28">
            <a:extLst>
              <a:ext uri="{FF2B5EF4-FFF2-40B4-BE49-F238E27FC236}">
                <a16:creationId xmlns:a16="http://schemas.microsoft.com/office/drawing/2014/main" id="{B28AAFD7-AD38-79E6-8EDF-D61A5C718640}"/>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5795238" y="4995015"/>
            <a:ext cx="942060" cy="1058636"/>
          </a:xfrm>
          <a:prstGeom prst="rect">
            <a:avLst/>
          </a:prstGeom>
          <a:noFill/>
          <a:extLst>
            <a:ext uri="{909E8E84-426E-40DD-AFC4-6F175D3DCCD1}">
              <a14:hiddenFill xmlns:a14="http://schemas.microsoft.com/office/drawing/2010/main">
                <a:solidFill>
                  <a:srgbClr val="FFFFFF"/>
                </a:solidFill>
              </a14:hiddenFill>
            </a:ext>
          </a:extLst>
        </p:spPr>
      </p:pic>
      <p:sp>
        <p:nvSpPr>
          <p:cNvPr id="30" name="Rectangle 29">
            <a:extLst>
              <a:ext uri="{FF2B5EF4-FFF2-40B4-BE49-F238E27FC236}">
                <a16:creationId xmlns:a16="http://schemas.microsoft.com/office/drawing/2014/main" id="{8CA6DB57-D2E2-46C2-86D9-4F293F32206F}"/>
              </a:ext>
            </a:extLst>
          </p:cNvPr>
          <p:cNvSpPr/>
          <p:nvPr/>
        </p:nvSpPr>
        <p:spPr>
          <a:xfrm>
            <a:off x="5678718" y="6097598"/>
            <a:ext cx="1826089" cy="40011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err="1">
                <a:solidFill>
                  <a:srgbClr val="515151"/>
                </a:solidFill>
                <a:latin typeface="PT Sans"/>
              </a:rPr>
              <a:t>Nisrine</a:t>
            </a:r>
            <a:r>
              <a:rPr lang="en-US" sz="1000" b="1" dirty="0">
                <a:solidFill>
                  <a:srgbClr val="515151"/>
                </a:solidFill>
                <a:latin typeface="PT Sans"/>
              </a:rPr>
              <a:t> </a:t>
            </a:r>
            <a:r>
              <a:rPr lang="en-US" sz="1000" b="1" dirty="0" err="1">
                <a:solidFill>
                  <a:srgbClr val="515151"/>
                </a:solidFill>
                <a:latin typeface="PT Sans"/>
              </a:rPr>
              <a:t>Khnifass</a:t>
            </a:r>
            <a:endParaRPr lang="en-US" sz="1000" b="1" dirty="0">
              <a:solidFill>
                <a:srgbClr val="515151"/>
              </a:solidFill>
              <a:latin typeface="PT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(Exchange student, SKKU)</a:t>
            </a:r>
          </a:p>
        </p:txBody>
      </p:sp>
      <p:pic>
        <p:nvPicPr>
          <p:cNvPr id="32" name="Picture 31">
            <a:extLst>
              <a:ext uri="{FF2B5EF4-FFF2-40B4-BE49-F238E27FC236}">
                <a16:creationId xmlns:a16="http://schemas.microsoft.com/office/drawing/2014/main" id="{267B892E-F40F-CD2C-0CCE-76CF8FCAA7F8}"/>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656596" y="2725091"/>
            <a:ext cx="1208436" cy="1499816"/>
          </a:xfrm>
          <a:prstGeom prst="rect">
            <a:avLst/>
          </a:prstGeom>
        </p:spPr>
      </p:pic>
      <p:sp>
        <p:nvSpPr>
          <p:cNvPr id="34" name="Rectangle 33">
            <a:extLst>
              <a:ext uri="{FF2B5EF4-FFF2-40B4-BE49-F238E27FC236}">
                <a16:creationId xmlns:a16="http://schemas.microsoft.com/office/drawing/2014/main" id="{BE55A184-169D-2683-31FA-8F8C417C14C6}"/>
              </a:ext>
            </a:extLst>
          </p:cNvPr>
          <p:cNvSpPr/>
          <p:nvPr/>
        </p:nvSpPr>
        <p:spPr>
          <a:xfrm>
            <a:off x="8593544" y="4203940"/>
            <a:ext cx="1706107" cy="553998"/>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Asad Ullah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(Master, SKKU)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(Sept 2026– Aug 2028)</a:t>
            </a:r>
            <a:endParaRPr kumimoji="0" lang="en-US" sz="1000" b="1" i="0" u="none" strike="noStrike" kern="1200" cap="none" spc="0" normalizeH="0" baseline="0" noProof="0" dirty="0">
              <a:ln>
                <a:noFill/>
              </a:ln>
              <a:solidFill>
                <a:srgbClr val="515151"/>
              </a:solidFill>
              <a:effectLst/>
              <a:uLnTx/>
              <a:uFillTx/>
              <a:latin typeface="PT Sans"/>
              <a:ea typeface="+mn-ea"/>
              <a:cs typeface="+mn-cs"/>
            </a:endParaRPr>
          </a:p>
        </p:txBody>
      </p:sp>
      <p:pic>
        <p:nvPicPr>
          <p:cNvPr id="31" name="Picture 30">
            <a:extLst>
              <a:ext uri="{FF2B5EF4-FFF2-40B4-BE49-F238E27FC236}">
                <a16:creationId xmlns:a16="http://schemas.microsoft.com/office/drawing/2014/main" id="{0CDC4AC4-60E4-44B4-ADFF-E10CABE54155}"/>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10674747" y="2612529"/>
            <a:ext cx="1186573" cy="1403998"/>
          </a:xfrm>
          <a:prstGeom prst="rect">
            <a:avLst/>
          </a:prstGeom>
        </p:spPr>
      </p:pic>
      <p:sp>
        <p:nvSpPr>
          <p:cNvPr id="35" name="Rectangle 34">
            <a:extLst>
              <a:ext uri="{FF2B5EF4-FFF2-40B4-BE49-F238E27FC236}">
                <a16:creationId xmlns:a16="http://schemas.microsoft.com/office/drawing/2014/main" id="{8C19F069-200C-45A6-AF17-3B6A2EC73499}"/>
              </a:ext>
            </a:extLst>
          </p:cNvPr>
          <p:cNvSpPr/>
          <p:nvPr/>
        </p:nvSpPr>
        <p:spPr>
          <a:xfrm>
            <a:off x="10627612" y="3987606"/>
            <a:ext cx="1706107" cy="553998"/>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Muhammad Farooq</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(Master, SKKU)</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(Sept 2026– Aug 2028)</a:t>
            </a:r>
            <a:endParaRPr kumimoji="0" lang="en-US" sz="1000" b="1" i="0" u="none" strike="noStrike" kern="1200" cap="none" spc="0" normalizeH="0" baseline="0" noProof="0" dirty="0">
              <a:ln>
                <a:noFill/>
              </a:ln>
              <a:solidFill>
                <a:srgbClr val="515151"/>
              </a:solidFill>
              <a:effectLst/>
              <a:uLnTx/>
              <a:uFillTx/>
              <a:latin typeface="PT Sans"/>
              <a:ea typeface="+mn-ea"/>
              <a:cs typeface="+mn-cs"/>
            </a:endParaRPr>
          </a:p>
        </p:txBody>
      </p:sp>
      <p:pic>
        <p:nvPicPr>
          <p:cNvPr id="33" name="Picture 32">
            <a:extLst>
              <a:ext uri="{FF2B5EF4-FFF2-40B4-BE49-F238E27FC236}">
                <a16:creationId xmlns:a16="http://schemas.microsoft.com/office/drawing/2014/main" id="{3DB95980-F207-A0D9-3D76-FC91762CE044}"/>
              </a:ext>
            </a:extLst>
          </p:cNvPr>
          <p:cNvPicPr>
            <a:picLocks noChangeAspect="1"/>
          </p:cNvPicPr>
          <p:nvPr/>
        </p:nvPicPr>
        <p:blipFill>
          <a:blip r:embed="rId17"/>
          <a:srcRect l="19112" t="1215" r="18872" b="50769"/>
          <a:stretch>
            <a:fillRect/>
          </a:stretch>
        </p:blipFill>
        <p:spPr>
          <a:xfrm>
            <a:off x="7643892" y="4872330"/>
            <a:ext cx="1306929" cy="1364175"/>
          </a:xfrm>
          <a:prstGeom prst="rect">
            <a:avLst/>
          </a:prstGeom>
        </p:spPr>
      </p:pic>
      <p:pic>
        <p:nvPicPr>
          <p:cNvPr id="37" name="Picture 36">
            <a:extLst>
              <a:ext uri="{FF2B5EF4-FFF2-40B4-BE49-F238E27FC236}">
                <a16:creationId xmlns:a16="http://schemas.microsoft.com/office/drawing/2014/main" id="{20D1167F-4332-9D52-F539-BD6C49F14010}"/>
              </a:ext>
            </a:extLst>
          </p:cNvPr>
          <p:cNvPicPr>
            <a:picLocks noChangeAspect="1"/>
          </p:cNvPicPr>
          <p:nvPr/>
        </p:nvPicPr>
        <p:blipFill>
          <a:blip r:embed="rId17"/>
          <a:srcRect l="18989" t="49191" r="18912" b="2290"/>
          <a:stretch>
            <a:fillRect/>
          </a:stretch>
        </p:blipFill>
        <p:spPr>
          <a:xfrm>
            <a:off x="9857413" y="4940996"/>
            <a:ext cx="1217327" cy="1282252"/>
          </a:xfrm>
          <a:prstGeom prst="rect">
            <a:avLst/>
          </a:prstGeom>
        </p:spPr>
      </p:pic>
      <p:sp>
        <p:nvSpPr>
          <p:cNvPr id="39" name="Rectangle 38">
            <a:extLst>
              <a:ext uri="{FF2B5EF4-FFF2-40B4-BE49-F238E27FC236}">
                <a16:creationId xmlns:a16="http://schemas.microsoft.com/office/drawing/2014/main" id="{361E8FD7-88E5-3A4A-7FDA-633EA9AFB537}"/>
              </a:ext>
            </a:extLst>
          </p:cNvPr>
          <p:cNvSpPr/>
          <p:nvPr/>
        </p:nvSpPr>
        <p:spPr>
          <a:xfrm>
            <a:off x="7558565" y="6162117"/>
            <a:ext cx="1702249" cy="40011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Kim Jae-Yoon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a:t>
            </a:r>
            <a:r>
              <a:rPr lang="en-US" sz="1000" b="1" dirty="0">
                <a:solidFill>
                  <a:srgbClr val="515151"/>
                </a:solidFill>
                <a:latin typeface="PT Sans"/>
              </a:rPr>
              <a:t>Undergraduate</a:t>
            </a:r>
            <a:r>
              <a:rPr kumimoji="0" lang="en-US" sz="1000" b="1" i="0" u="none" strike="noStrike" kern="1200" cap="none" spc="0" normalizeH="0" baseline="0" noProof="0" dirty="0">
                <a:ln>
                  <a:noFill/>
                </a:ln>
                <a:solidFill>
                  <a:srgbClr val="515151"/>
                </a:solidFill>
                <a:effectLst/>
                <a:uLnTx/>
                <a:uFillTx/>
                <a:latin typeface="PT Sans"/>
                <a:ea typeface="+mn-ea"/>
                <a:cs typeface="+mn-cs"/>
              </a:rPr>
              <a:t>, SKKU)</a:t>
            </a:r>
          </a:p>
        </p:txBody>
      </p:sp>
      <p:sp>
        <p:nvSpPr>
          <p:cNvPr id="41" name="Rectangle 40">
            <a:extLst>
              <a:ext uri="{FF2B5EF4-FFF2-40B4-BE49-F238E27FC236}">
                <a16:creationId xmlns:a16="http://schemas.microsoft.com/office/drawing/2014/main" id="{97F8077B-DDED-4F12-2FAF-D2BAE35A84C4}"/>
              </a:ext>
            </a:extLst>
          </p:cNvPr>
          <p:cNvSpPr/>
          <p:nvPr/>
        </p:nvSpPr>
        <p:spPr>
          <a:xfrm>
            <a:off x="9614953" y="6184028"/>
            <a:ext cx="1702249" cy="400110"/>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dirty="0">
                <a:solidFill>
                  <a:srgbClr val="515151"/>
                </a:solidFill>
                <a:latin typeface="PT Sans"/>
              </a:rPr>
              <a:t>Kim Dong-Yoon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515151"/>
                </a:solidFill>
                <a:effectLst/>
                <a:uLnTx/>
                <a:uFillTx/>
                <a:latin typeface="PT Sans"/>
                <a:ea typeface="+mn-ea"/>
                <a:cs typeface="+mn-cs"/>
              </a:rPr>
              <a:t>(</a:t>
            </a:r>
            <a:r>
              <a:rPr lang="en-US" sz="1000" b="1" dirty="0">
                <a:solidFill>
                  <a:srgbClr val="515151"/>
                </a:solidFill>
                <a:latin typeface="PT Sans"/>
              </a:rPr>
              <a:t>Undergraduate</a:t>
            </a:r>
            <a:r>
              <a:rPr kumimoji="0" lang="en-US" sz="1000" b="1" i="0" u="none" strike="noStrike" kern="1200" cap="none" spc="0" normalizeH="0" baseline="0" noProof="0" dirty="0">
                <a:ln>
                  <a:noFill/>
                </a:ln>
                <a:solidFill>
                  <a:srgbClr val="515151"/>
                </a:solidFill>
                <a:effectLst/>
                <a:uLnTx/>
                <a:uFillTx/>
                <a:latin typeface="PT Sans"/>
                <a:ea typeface="+mn-ea"/>
                <a:cs typeface="+mn-cs"/>
              </a:rPr>
              <a:t>, SKKU)</a:t>
            </a:r>
          </a:p>
        </p:txBody>
      </p:sp>
    </p:spTree>
    <p:extLst>
      <p:ext uri="{BB962C8B-B14F-4D97-AF65-F5344CB8AC3E}">
        <p14:creationId xmlns:p14="http://schemas.microsoft.com/office/powerpoint/2010/main" val="3806257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5F6C7F-9F09-54DB-4480-2EA675846CA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66674BE5-2CAD-EEA4-401A-AF2886332A6C}"/>
              </a:ext>
            </a:extLst>
          </p:cNvPr>
          <p:cNvSpPr/>
          <p:nvPr/>
        </p:nvSpPr>
        <p:spPr>
          <a:xfrm>
            <a:off x="0" y="0"/>
            <a:ext cx="12192000" cy="87376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GB" sz="4000" b="1" dirty="0">
                <a:latin typeface="Centary school"/>
              </a:rPr>
              <a:t>7. Research Topics</a:t>
            </a:r>
            <a:endParaRPr lang="en-PK" sz="4000" b="1" dirty="0">
              <a:latin typeface="Centary school"/>
            </a:endParaRPr>
          </a:p>
        </p:txBody>
      </p:sp>
      <p:sp>
        <p:nvSpPr>
          <p:cNvPr id="7" name="Rectangle 4">
            <a:extLst>
              <a:ext uri="{FF2B5EF4-FFF2-40B4-BE49-F238E27FC236}">
                <a16:creationId xmlns:a16="http://schemas.microsoft.com/office/drawing/2014/main" id="{A71C7872-1589-43F9-4A3A-6E3D6C208461}"/>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14</a:t>
            </a:r>
            <a:endParaRPr lang="en-PK" sz="4400" dirty="0">
              <a:latin typeface="Centary school"/>
            </a:endParaRPr>
          </a:p>
        </p:txBody>
      </p:sp>
      <p:sp>
        <p:nvSpPr>
          <p:cNvPr id="3" name="Content Placeholder 2">
            <a:extLst>
              <a:ext uri="{FF2B5EF4-FFF2-40B4-BE49-F238E27FC236}">
                <a16:creationId xmlns:a16="http://schemas.microsoft.com/office/drawing/2014/main" id="{C080BD23-7A71-4F8F-AF0F-2CCBC6403E64}"/>
              </a:ext>
            </a:extLst>
          </p:cNvPr>
          <p:cNvSpPr txBox="1">
            <a:spLocks/>
          </p:cNvSpPr>
          <p:nvPr/>
        </p:nvSpPr>
        <p:spPr>
          <a:xfrm>
            <a:off x="2213862" y="1452108"/>
            <a:ext cx="7926387" cy="4830762"/>
          </a:xfrm>
          <a:prstGeom prst="rect">
            <a:avLst/>
          </a:prstGeom>
        </p:spPr>
        <p:txBody>
          <a:bodyPr>
            <a:normAutofit/>
          </a:bodyPr>
          <a:lstStyle>
            <a:defPPr>
              <a:defRPr lang="en-US"/>
            </a:defPPr>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algn="just">
              <a:defRPr/>
            </a:pPr>
            <a:endParaRPr lang="en-US" sz="1600">
              <a:solidFill>
                <a:prstClr val="black"/>
              </a:solidFill>
              <a:latin typeface="맑은 고딕"/>
              <a:ea typeface="Yoon 윤고딕 520_TT" charset="-127"/>
              <a:cs typeface="Arial" pitchFamily="34" charset="0"/>
            </a:endParaRPr>
          </a:p>
          <a:p>
            <a:pPr algn="just">
              <a:defRPr/>
            </a:pPr>
            <a:endParaRPr lang="en-US" sz="1600" dirty="0">
              <a:solidFill>
                <a:prstClr val="black"/>
              </a:solidFill>
              <a:latin typeface="맑은 고딕"/>
              <a:ea typeface="Yoon 윤고딕 520_TT" charset="-127"/>
              <a:cs typeface="Arial" pitchFamily="34" charset="0"/>
            </a:endParaRPr>
          </a:p>
        </p:txBody>
      </p:sp>
      <p:sp>
        <p:nvSpPr>
          <p:cNvPr id="4" name="Hexagon 3">
            <a:extLst>
              <a:ext uri="{FF2B5EF4-FFF2-40B4-BE49-F238E27FC236}">
                <a16:creationId xmlns:a16="http://schemas.microsoft.com/office/drawing/2014/main" id="{EDD25CCA-27B3-4680-8B5B-0E94A0FD505F}"/>
              </a:ext>
            </a:extLst>
          </p:cNvPr>
          <p:cNvSpPr/>
          <p:nvPr/>
        </p:nvSpPr>
        <p:spPr>
          <a:xfrm rot="3708387">
            <a:off x="3349404" y="1923992"/>
            <a:ext cx="874585" cy="857633"/>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6" name="Hexagon 5">
            <a:extLst>
              <a:ext uri="{FF2B5EF4-FFF2-40B4-BE49-F238E27FC236}">
                <a16:creationId xmlns:a16="http://schemas.microsoft.com/office/drawing/2014/main" id="{76B3A8F1-7391-4066-9822-797CA5F6A25B}"/>
              </a:ext>
            </a:extLst>
          </p:cNvPr>
          <p:cNvSpPr/>
          <p:nvPr/>
        </p:nvSpPr>
        <p:spPr>
          <a:xfrm>
            <a:off x="8078687" y="3914192"/>
            <a:ext cx="874585" cy="753571"/>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8" name="Hexagon 7">
            <a:extLst>
              <a:ext uri="{FF2B5EF4-FFF2-40B4-BE49-F238E27FC236}">
                <a16:creationId xmlns:a16="http://schemas.microsoft.com/office/drawing/2014/main" id="{57C972F7-E8D2-4F91-82BE-E49B024449D5}"/>
              </a:ext>
            </a:extLst>
          </p:cNvPr>
          <p:cNvSpPr/>
          <p:nvPr/>
        </p:nvSpPr>
        <p:spPr>
          <a:xfrm rot="14288973">
            <a:off x="3335828" y="4566256"/>
            <a:ext cx="874585" cy="753571"/>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 name="Hexagon 9">
            <a:extLst>
              <a:ext uri="{FF2B5EF4-FFF2-40B4-BE49-F238E27FC236}">
                <a16:creationId xmlns:a16="http://schemas.microsoft.com/office/drawing/2014/main" id="{EFBC56E9-14ED-460F-A7C5-E048122ACA38}"/>
              </a:ext>
            </a:extLst>
          </p:cNvPr>
          <p:cNvSpPr/>
          <p:nvPr/>
        </p:nvSpPr>
        <p:spPr>
          <a:xfrm>
            <a:off x="4852634" y="2849776"/>
            <a:ext cx="874585" cy="753571"/>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 name="Hexagon 10">
            <a:extLst>
              <a:ext uri="{FF2B5EF4-FFF2-40B4-BE49-F238E27FC236}">
                <a16:creationId xmlns:a16="http://schemas.microsoft.com/office/drawing/2014/main" id="{824E129A-AC10-4573-9B04-E7DE9C95E511}"/>
              </a:ext>
            </a:extLst>
          </p:cNvPr>
          <p:cNvSpPr/>
          <p:nvPr/>
        </p:nvSpPr>
        <p:spPr>
          <a:xfrm>
            <a:off x="4800500" y="3814664"/>
            <a:ext cx="874585" cy="753571"/>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Hexagon 11">
            <a:extLst>
              <a:ext uri="{FF2B5EF4-FFF2-40B4-BE49-F238E27FC236}">
                <a16:creationId xmlns:a16="http://schemas.microsoft.com/office/drawing/2014/main" id="{03D96613-94EE-4B2A-9B57-816B7AFA49F2}"/>
              </a:ext>
            </a:extLst>
          </p:cNvPr>
          <p:cNvSpPr/>
          <p:nvPr/>
        </p:nvSpPr>
        <p:spPr>
          <a:xfrm>
            <a:off x="5680233" y="4204185"/>
            <a:ext cx="874585" cy="753571"/>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 name="Hexagon 12">
            <a:extLst>
              <a:ext uri="{FF2B5EF4-FFF2-40B4-BE49-F238E27FC236}">
                <a16:creationId xmlns:a16="http://schemas.microsoft.com/office/drawing/2014/main" id="{F001AC26-AB21-404D-8EEF-2202948BDAF9}"/>
              </a:ext>
            </a:extLst>
          </p:cNvPr>
          <p:cNvSpPr/>
          <p:nvPr/>
        </p:nvSpPr>
        <p:spPr>
          <a:xfrm>
            <a:off x="6490693" y="3759890"/>
            <a:ext cx="874585" cy="753571"/>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 name="Hexagon 13">
            <a:extLst>
              <a:ext uri="{FF2B5EF4-FFF2-40B4-BE49-F238E27FC236}">
                <a16:creationId xmlns:a16="http://schemas.microsoft.com/office/drawing/2014/main" id="{F2160573-DB22-4204-9970-2EA62F242BA0}"/>
              </a:ext>
            </a:extLst>
          </p:cNvPr>
          <p:cNvSpPr/>
          <p:nvPr/>
        </p:nvSpPr>
        <p:spPr>
          <a:xfrm>
            <a:off x="6490693" y="2831976"/>
            <a:ext cx="874585" cy="753571"/>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 name="Hexagon 14">
            <a:extLst>
              <a:ext uri="{FF2B5EF4-FFF2-40B4-BE49-F238E27FC236}">
                <a16:creationId xmlns:a16="http://schemas.microsoft.com/office/drawing/2014/main" id="{1A0574BE-FA7B-4DBB-8109-E828237C0EE5}"/>
              </a:ext>
            </a:extLst>
          </p:cNvPr>
          <p:cNvSpPr/>
          <p:nvPr/>
        </p:nvSpPr>
        <p:spPr>
          <a:xfrm>
            <a:off x="7955340" y="2713736"/>
            <a:ext cx="1045453" cy="768408"/>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 name="Hexagon 15">
            <a:extLst>
              <a:ext uri="{FF2B5EF4-FFF2-40B4-BE49-F238E27FC236}">
                <a16:creationId xmlns:a16="http://schemas.microsoft.com/office/drawing/2014/main" id="{1B9A55F0-5A85-49D1-BF86-22CB756DC090}"/>
              </a:ext>
            </a:extLst>
          </p:cNvPr>
          <p:cNvSpPr/>
          <p:nvPr/>
        </p:nvSpPr>
        <p:spPr>
          <a:xfrm>
            <a:off x="4596788" y="1933972"/>
            <a:ext cx="874585" cy="753571"/>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7" name="Freeform 40">
            <a:extLst>
              <a:ext uri="{FF2B5EF4-FFF2-40B4-BE49-F238E27FC236}">
                <a16:creationId xmlns:a16="http://schemas.microsoft.com/office/drawing/2014/main" id="{FA052405-D7F3-48A7-9B70-B7CEEA1A830F}"/>
              </a:ext>
            </a:extLst>
          </p:cNvPr>
          <p:cNvSpPr/>
          <p:nvPr/>
        </p:nvSpPr>
        <p:spPr>
          <a:xfrm>
            <a:off x="4936715" y="2677574"/>
            <a:ext cx="2318030" cy="2005190"/>
          </a:xfrm>
          <a:custGeom>
            <a:avLst/>
            <a:gdLst>
              <a:gd name="connsiteX0" fmla="*/ 0 w 2318030"/>
              <a:gd name="connsiteY0" fmla="*/ 1002595 h 2005190"/>
              <a:gd name="connsiteX1" fmla="*/ 572883 w 2318030"/>
              <a:gd name="connsiteY1" fmla="*/ 0 h 2005190"/>
              <a:gd name="connsiteX2" fmla="*/ 1745147 w 2318030"/>
              <a:gd name="connsiteY2" fmla="*/ 0 h 2005190"/>
              <a:gd name="connsiteX3" fmla="*/ 2318030 w 2318030"/>
              <a:gd name="connsiteY3" fmla="*/ 1002595 h 2005190"/>
              <a:gd name="connsiteX4" fmla="*/ 1745147 w 2318030"/>
              <a:gd name="connsiteY4" fmla="*/ 2005190 h 2005190"/>
              <a:gd name="connsiteX5" fmla="*/ 572883 w 2318030"/>
              <a:gd name="connsiteY5" fmla="*/ 2005190 h 2005190"/>
              <a:gd name="connsiteX6" fmla="*/ 0 w 2318030"/>
              <a:gd name="connsiteY6" fmla="*/ 1002595 h 2005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18030" h="2005190">
                <a:moveTo>
                  <a:pt x="0" y="1002595"/>
                </a:moveTo>
                <a:lnTo>
                  <a:pt x="572883" y="0"/>
                </a:lnTo>
                <a:lnTo>
                  <a:pt x="1745147" y="0"/>
                </a:lnTo>
                <a:lnTo>
                  <a:pt x="2318030" y="1002595"/>
                </a:lnTo>
                <a:lnTo>
                  <a:pt x="1745147" y="2005190"/>
                </a:lnTo>
                <a:lnTo>
                  <a:pt x="572883" y="2005190"/>
                </a:lnTo>
                <a:lnTo>
                  <a:pt x="0" y="1002595"/>
                </a:lnTo>
                <a:close/>
              </a:path>
            </a:pathLst>
          </a:custGeom>
          <a:solidFill>
            <a:srgbClr val="4F81BD">
              <a:hueOff val="0"/>
              <a:satOff val="0"/>
              <a:lumOff val="0"/>
              <a:alphaOff val="0"/>
            </a:srgbClr>
          </a:solidFill>
          <a:ln w="25400" cap="flat" cmpd="sng" algn="ctr">
            <a:solidFill>
              <a:sysClr val="window" lastClr="FFFFFF">
                <a:hueOff val="0"/>
                <a:satOff val="0"/>
                <a:lumOff val="0"/>
                <a:alphaOff val="0"/>
              </a:sysClr>
            </a:solidFill>
            <a:prstDash val="solid"/>
          </a:ln>
          <a:effectLst/>
        </p:spPr>
        <p:txBody>
          <a:bodyPr spcFirstLastPara="0" vert="horz" wrap="square" lIns="404450" tIns="352608" rIns="404450" bIns="352608"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1200" eaLnBrk="1" fontAlgn="auto" latinLnBrk="0" hangingPunct="1">
              <a:lnSpc>
                <a:spcPct val="90000"/>
              </a:lnSpc>
              <a:spcBef>
                <a:spcPct val="0"/>
              </a:spcBef>
              <a:spcAft>
                <a:spcPct val="3500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Calibri"/>
                <a:ea typeface="+mn-ea"/>
                <a:cs typeface="+mn-cs"/>
              </a:rPr>
              <a:t>VIS2KNOW Laboratory</a:t>
            </a:r>
          </a:p>
        </p:txBody>
      </p:sp>
      <p:sp>
        <p:nvSpPr>
          <p:cNvPr id="18" name="Hexagon 17">
            <a:extLst>
              <a:ext uri="{FF2B5EF4-FFF2-40B4-BE49-F238E27FC236}">
                <a16:creationId xmlns:a16="http://schemas.microsoft.com/office/drawing/2014/main" id="{B34FD070-C83C-446A-96D4-91E4A12370C1}"/>
              </a:ext>
            </a:extLst>
          </p:cNvPr>
          <p:cNvSpPr/>
          <p:nvPr/>
        </p:nvSpPr>
        <p:spPr>
          <a:xfrm>
            <a:off x="6388248" y="1739266"/>
            <a:ext cx="874585" cy="841392"/>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 name="Freeform 42">
            <a:extLst>
              <a:ext uri="{FF2B5EF4-FFF2-40B4-BE49-F238E27FC236}">
                <a16:creationId xmlns:a16="http://schemas.microsoft.com/office/drawing/2014/main" id="{9641B9EA-7519-40BC-BD6D-AD9D301ABCCB}"/>
              </a:ext>
            </a:extLst>
          </p:cNvPr>
          <p:cNvSpPr/>
          <p:nvPr/>
        </p:nvSpPr>
        <p:spPr>
          <a:xfrm>
            <a:off x="5150239" y="936834"/>
            <a:ext cx="1899609" cy="1643385"/>
          </a:xfrm>
          <a:custGeom>
            <a:avLst/>
            <a:gdLst>
              <a:gd name="connsiteX0" fmla="*/ 0 w 1899609"/>
              <a:gd name="connsiteY0" fmla="*/ 821693 h 1643385"/>
              <a:gd name="connsiteX1" fmla="*/ 469515 w 1899609"/>
              <a:gd name="connsiteY1" fmla="*/ 0 h 1643385"/>
              <a:gd name="connsiteX2" fmla="*/ 1430094 w 1899609"/>
              <a:gd name="connsiteY2" fmla="*/ 0 h 1643385"/>
              <a:gd name="connsiteX3" fmla="*/ 1899609 w 1899609"/>
              <a:gd name="connsiteY3" fmla="*/ 821693 h 1643385"/>
              <a:gd name="connsiteX4" fmla="*/ 1430094 w 1899609"/>
              <a:gd name="connsiteY4" fmla="*/ 1643385 h 1643385"/>
              <a:gd name="connsiteX5" fmla="*/ 469515 w 1899609"/>
              <a:gd name="connsiteY5" fmla="*/ 1643385 h 1643385"/>
              <a:gd name="connsiteX6" fmla="*/ 0 w 1899609"/>
              <a:gd name="connsiteY6" fmla="*/ 821693 h 164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9609" h="1643385">
                <a:moveTo>
                  <a:pt x="0" y="821693"/>
                </a:moveTo>
                <a:lnTo>
                  <a:pt x="469515" y="0"/>
                </a:lnTo>
                <a:lnTo>
                  <a:pt x="1430094" y="0"/>
                </a:lnTo>
                <a:lnTo>
                  <a:pt x="1899609" y="821693"/>
                </a:lnTo>
                <a:lnTo>
                  <a:pt x="1430094" y="1643385"/>
                </a:lnTo>
                <a:lnTo>
                  <a:pt x="469515" y="1643385"/>
                </a:lnTo>
                <a:lnTo>
                  <a:pt x="0" y="821693"/>
                </a:lnTo>
                <a:close/>
              </a:path>
            </a:pathLst>
          </a:custGeom>
          <a:solidFill>
            <a:srgbClr val="EEECE1">
              <a:lumMod val="50000"/>
            </a:srgbClr>
          </a:solidFill>
          <a:ln w="25400" cap="flat" cmpd="sng" algn="ctr">
            <a:solidFill>
              <a:sysClr val="window" lastClr="FFFFFF">
                <a:hueOff val="0"/>
                <a:satOff val="0"/>
                <a:lumOff val="0"/>
                <a:alphaOff val="0"/>
              </a:sysClr>
            </a:solidFill>
            <a:prstDash val="solid"/>
          </a:ln>
          <a:effectLst/>
        </p:spPr>
        <p:txBody>
          <a:bodyPr spcFirstLastPara="0" vert="horz" wrap="square" lIns="333856" tIns="291394" rIns="333856" bIns="291394"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0" eaLnBrk="1" fontAlgn="auto" latinLnBrk="0" hangingPunct="1">
              <a:lnSpc>
                <a:spcPct val="90000"/>
              </a:lnSpc>
              <a:spcBef>
                <a:spcPct val="0"/>
              </a:spcBef>
              <a:spcAft>
                <a:spcPct val="35000"/>
              </a:spcAft>
              <a:buClrTx/>
              <a:buSzTx/>
              <a:buFontTx/>
              <a:buNone/>
              <a:tabLst/>
              <a:defRPr/>
            </a:pPr>
            <a:r>
              <a:rPr kumimoji="0" lang="en-US" sz="1500" b="0" i="0" u="none" strike="noStrike" kern="0" cap="none" spc="0" normalizeH="0" baseline="0" noProof="0" dirty="0">
                <a:ln>
                  <a:noFill/>
                </a:ln>
                <a:solidFill>
                  <a:prstClr val="white"/>
                </a:solidFill>
                <a:effectLst/>
                <a:uLnTx/>
                <a:uFillTx/>
                <a:latin typeface="Calibri"/>
                <a:ea typeface="+mn-ea"/>
                <a:cs typeface="+mn-cs"/>
              </a:rPr>
              <a:t>Video Summarization </a:t>
            </a:r>
          </a:p>
        </p:txBody>
      </p:sp>
      <p:sp>
        <p:nvSpPr>
          <p:cNvPr id="20" name="Hexagon 19">
            <a:extLst>
              <a:ext uri="{FF2B5EF4-FFF2-40B4-BE49-F238E27FC236}">
                <a16:creationId xmlns:a16="http://schemas.microsoft.com/office/drawing/2014/main" id="{328461AC-61E0-4B18-9FCE-4BE8574F892D}"/>
              </a:ext>
            </a:extLst>
          </p:cNvPr>
          <p:cNvSpPr/>
          <p:nvPr/>
        </p:nvSpPr>
        <p:spPr>
          <a:xfrm>
            <a:off x="7408957" y="3127003"/>
            <a:ext cx="874585" cy="753571"/>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 name="Freeform 44">
            <a:extLst>
              <a:ext uri="{FF2B5EF4-FFF2-40B4-BE49-F238E27FC236}">
                <a16:creationId xmlns:a16="http://schemas.microsoft.com/office/drawing/2014/main" id="{FE67D387-FCF8-483C-8853-2818E4DA2983}"/>
              </a:ext>
            </a:extLst>
          </p:cNvPr>
          <p:cNvSpPr/>
          <p:nvPr/>
        </p:nvSpPr>
        <p:spPr>
          <a:xfrm>
            <a:off x="6892402" y="1864644"/>
            <a:ext cx="1899609" cy="1643385"/>
          </a:xfrm>
          <a:custGeom>
            <a:avLst/>
            <a:gdLst>
              <a:gd name="connsiteX0" fmla="*/ 0 w 1899609"/>
              <a:gd name="connsiteY0" fmla="*/ 821693 h 1643385"/>
              <a:gd name="connsiteX1" fmla="*/ 469515 w 1899609"/>
              <a:gd name="connsiteY1" fmla="*/ 0 h 1643385"/>
              <a:gd name="connsiteX2" fmla="*/ 1430094 w 1899609"/>
              <a:gd name="connsiteY2" fmla="*/ 0 h 1643385"/>
              <a:gd name="connsiteX3" fmla="*/ 1899609 w 1899609"/>
              <a:gd name="connsiteY3" fmla="*/ 821693 h 1643385"/>
              <a:gd name="connsiteX4" fmla="*/ 1430094 w 1899609"/>
              <a:gd name="connsiteY4" fmla="*/ 1643385 h 1643385"/>
              <a:gd name="connsiteX5" fmla="*/ 469515 w 1899609"/>
              <a:gd name="connsiteY5" fmla="*/ 1643385 h 1643385"/>
              <a:gd name="connsiteX6" fmla="*/ 0 w 1899609"/>
              <a:gd name="connsiteY6" fmla="*/ 821693 h 164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9609" h="1643385">
                <a:moveTo>
                  <a:pt x="0" y="821693"/>
                </a:moveTo>
                <a:lnTo>
                  <a:pt x="469515" y="0"/>
                </a:lnTo>
                <a:lnTo>
                  <a:pt x="1430094" y="0"/>
                </a:lnTo>
                <a:lnTo>
                  <a:pt x="1899609" y="821693"/>
                </a:lnTo>
                <a:lnTo>
                  <a:pt x="1430094" y="1643385"/>
                </a:lnTo>
                <a:lnTo>
                  <a:pt x="469515" y="1643385"/>
                </a:lnTo>
                <a:lnTo>
                  <a:pt x="0" y="821693"/>
                </a:lnTo>
                <a:close/>
              </a:path>
            </a:pathLst>
          </a:custGeom>
          <a:solidFill>
            <a:srgbClr val="8064A2">
              <a:lumMod val="75000"/>
            </a:srgbClr>
          </a:solidFill>
          <a:ln w="25400" cap="flat" cmpd="sng" algn="ctr">
            <a:solidFill>
              <a:sysClr val="window" lastClr="FFFFFF">
                <a:hueOff val="0"/>
                <a:satOff val="0"/>
                <a:lumOff val="0"/>
                <a:alphaOff val="0"/>
              </a:sysClr>
            </a:solidFill>
            <a:prstDash val="solid"/>
          </a:ln>
          <a:effectLst/>
        </p:spPr>
        <p:txBody>
          <a:bodyPr spcFirstLastPara="0" vert="horz" wrap="square" lIns="333856" tIns="291394" rIns="333856" bIns="291394"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0" eaLnBrk="1" fontAlgn="auto" latinLnBrk="0" hangingPunct="1">
              <a:lnSpc>
                <a:spcPct val="90000"/>
              </a:lnSpc>
              <a:spcBef>
                <a:spcPct val="0"/>
              </a:spcBef>
              <a:spcAft>
                <a:spcPct val="35000"/>
              </a:spcAft>
              <a:buClrTx/>
              <a:buSzTx/>
              <a:buFontTx/>
              <a:buNone/>
              <a:tabLst/>
              <a:defRPr/>
            </a:pPr>
            <a:r>
              <a:rPr kumimoji="0" lang="en-US" sz="1500" b="0" i="0" u="none" strike="noStrike" kern="0" cap="none" spc="0" normalizeH="0" baseline="0" noProof="0" dirty="0">
                <a:ln>
                  <a:noFill/>
                </a:ln>
                <a:solidFill>
                  <a:prstClr val="white"/>
                </a:solidFill>
                <a:effectLst/>
                <a:uLnTx/>
                <a:uFillTx/>
                <a:latin typeface="Calibri"/>
                <a:ea typeface="+mn-ea"/>
                <a:cs typeface="+mn-cs"/>
              </a:rPr>
              <a:t>Image and Video Retrieval</a:t>
            </a:r>
          </a:p>
        </p:txBody>
      </p:sp>
      <p:sp>
        <p:nvSpPr>
          <p:cNvPr id="22" name="Hexagon 21">
            <a:extLst>
              <a:ext uri="{FF2B5EF4-FFF2-40B4-BE49-F238E27FC236}">
                <a16:creationId xmlns:a16="http://schemas.microsoft.com/office/drawing/2014/main" id="{DB31768D-11C8-45BD-80C4-2BF5D3D43DD5}"/>
              </a:ext>
            </a:extLst>
          </p:cNvPr>
          <p:cNvSpPr/>
          <p:nvPr/>
        </p:nvSpPr>
        <p:spPr>
          <a:xfrm>
            <a:off x="6699906" y="4717248"/>
            <a:ext cx="874585" cy="753571"/>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3" name="Freeform 46">
            <a:extLst>
              <a:ext uri="{FF2B5EF4-FFF2-40B4-BE49-F238E27FC236}">
                <a16:creationId xmlns:a16="http://schemas.microsoft.com/office/drawing/2014/main" id="{19B487EC-781D-4EC0-9532-0D284814DB9D}"/>
              </a:ext>
            </a:extLst>
          </p:cNvPr>
          <p:cNvSpPr/>
          <p:nvPr/>
        </p:nvSpPr>
        <p:spPr>
          <a:xfrm>
            <a:off x="6892402" y="3851743"/>
            <a:ext cx="1899609" cy="1643385"/>
          </a:xfrm>
          <a:custGeom>
            <a:avLst/>
            <a:gdLst>
              <a:gd name="connsiteX0" fmla="*/ 0 w 1899609"/>
              <a:gd name="connsiteY0" fmla="*/ 821693 h 1643385"/>
              <a:gd name="connsiteX1" fmla="*/ 469515 w 1899609"/>
              <a:gd name="connsiteY1" fmla="*/ 0 h 1643385"/>
              <a:gd name="connsiteX2" fmla="*/ 1430094 w 1899609"/>
              <a:gd name="connsiteY2" fmla="*/ 0 h 1643385"/>
              <a:gd name="connsiteX3" fmla="*/ 1899609 w 1899609"/>
              <a:gd name="connsiteY3" fmla="*/ 821693 h 1643385"/>
              <a:gd name="connsiteX4" fmla="*/ 1430094 w 1899609"/>
              <a:gd name="connsiteY4" fmla="*/ 1643385 h 1643385"/>
              <a:gd name="connsiteX5" fmla="*/ 469515 w 1899609"/>
              <a:gd name="connsiteY5" fmla="*/ 1643385 h 1643385"/>
              <a:gd name="connsiteX6" fmla="*/ 0 w 1899609"/>
              <a:gd name="connsiteY6" fmla="*/ 821693 h 164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9609" h="1643385">
                <a:moveTo>
                  <a:pt x="0" y="821693"/>
                </a:moveTo>
                <a:lnTo>
                  <a:pt x="469515" y="0"/>
                </a:lnTo>
                <a:lnTo>
                  <a:pt x="1430094" y="0"/>
                </a:lnTo>
                <a:lnTo>
                  <a:pt x="1899609" y="821693"/>
                </a:lnTo>
                <a:lnTo>
                  <a:pt x="1430094" y="1643385"/>
                </a:lnTo>
                <a:lnTo>
                  <a:pt x="469515" y="1643385"/>
                </a:lnTo>
                <a:lnTo>
                  <a:pt x="0" y="821693"/>
                </a:lnTo>
                <a:close/>
              </a:path>
            </a:pathLst>
          </a:custGeom>
          <a:solidFill>
            <a:srgbClr val="9BBB59">
              <a:lumMod val="75000"/>
            </a:srgbClr>
          </a:solidFill>
          <a:ln w="25400" cap="flat" cmpd="sng" algn="ctr">
            <a:solidFill>
              <a:sysClr val="window" lastClr="FFFFFF">
                <a:hueOff val="0"/>
                <a:satOff val="0"/>
                <a:lumOff val="0"/>
                <a:alphaOff val="0"/>
              </a:sysClr>
            </a:solidFill>
            <a:prstDash val="solid"/>
          </a:ln>
          <a:effectLst/>
        </p:spPr>
        <p:txBody>
          <a:bodyPr spcFirstLastPara="0" vert="horz" wrap="square" lIns="333856" tIns="291394" rIns="333856" bIns="291394"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0" eaLnBrk="1" fontAlgn="auto" latinLnBrk="0" hangingPunct="1">
              <a:lnSpc>
                <a:spcPct val="90000"/>
              </a:lnSpc>
              <a:spcBef>
                <a:spcPct val="0"/>
              </a:spcBef>
              <a:spcAft>
                <a:spcPct val="35000"/>
              </a:spcAft>
              <a:buClrTx/>
              <a:buSzTx/>
              <a:buFontTx/>
              <a:buNone/>
              <a:tabLst/>
              <a:defRPr/>
            </a:pPr>
            <a:r>
              <a:rPr kumimoji="0" lang="en-US" sz="1500" b="0" i="0" u="none" strike="noStrike" kern="0" cap="none" spc="0" normalizeH="0" baseline="0" noProof="0" dirty="0">
                <a:ln>
                  <a:noFill/>
                </a:ln>
                <a:solidFill>
                  <a:prstClr val="white"/>
                </a:solidFill>
                <a:effectLst/>
                <a:uLnTx/>
                <a:uFillTx/>
                <a:latin typeface="Calibri"/>
                <a:ea typeface="+mn-ea"/>
                <a:cs typeface="+mn-cs"/>
              </a:rPr>
              <a:t>Action and Activity Recognition/ Violence Detection </a:t>
            </a:r>
          </a:p>
        </p:txBody>
      </p:sp>
      <p:sp>
        <p:nvSpPr>
          <p:cNvPr id="24" name="Hexagon 23">
            <a:extLst>
              <a:ext uri="{FF2B5EF4-FFF2-40B4-BE49-F238E27FC236}">
                <a16:creationId xmlns:a16="http://schemas.microsoft.com/office/drawing/2014/main" id="{5FD80E81-57DB-43FD-8444-B81BFF3F3D79}"/>
              </a:ext>
            </a:extLst>
          </p:cNvPr>
          <p:cNvSpPr/>
          <p:nvPr/>
        </p:nvSpPr>
        <p:spPr>
          <a:xfrm>
            <a:off x="4941029" y="4882322"/>
            <a:ext cx="874585" cy="753571"/>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5" name="Freeform 48">
            <a:extLst>
              <a:ext uri="{FF2B5EF4-FFF2-40B4-BE49-F238E27FC236}">
                <a16:creationId xmlns:a16="http://schemas.microsoft.com/office/drawing/2014/main" id="{8C2731F5-50F5-4311-A561-4C359E046681}"/>
              </a:ext>
            </a:extLst>
          </p:cNvPr>
          <p:cNvSpPr/>
          <p:nvPr/>
        </p:nvSpPr>
        <p:spPr>
          <a:xfrm>
            <a:off x="5146193" y="4863666"/>
            <a:ext cx="1899609" cy="1643385"/>
          </a:xfrm>
          <a:custGeom>
            <a:avLst/>
            <a:gdLst>
              <a:gd name="connsiteX0" fmla="*/ 0 w 1899609"/>
              <a:gd name="connsiteY0" fmla="*/ 821693 h 1643385"/>
              <a:gd name="connsiteX1" fmla="*/ 469515 w 1899609"/>
              <a:gd name="connsiteY1" fmla="*/ 0 h 1643385"/>
              <a:gd name="connsiteX2" fmla="*/ 1430094 w 1899609"/>
              <a:gd name="connsiteY2" fmla="*/ 0 h 1643385"/>
              <a:gd name="connsiteX3" fmla="*/ 1899609 w 1899609"/>
              <a:gd name="connsiteY3" fmla="*/ 821693 h 1643385"/>
              <a:gd name="connsiteX4" fmla="*/ 1430094 w 1899609"/>
              <a:gd name="connsiteY4" fmla="*/ 1643385 h 1643385"/>
              <a:gd name="connsiteX5" fmla="*/ 469515 w 1899609"/>
              <a:gd name="connsiteY5" fmla="*/ 1643385 h 1643385"/>
              <a:gd name="connsiteX6" fmla="*/ 0 w 1899609"/>
              <a:gd name="connsiteY6" fmla="*/ 821693 h 164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9609" h="1643385">
                <a:moveTo>
                  <a:pt x="0" y="821693"/>
                </a:moveTo>
                <a:lnTo>
                  <a:pt x="469515" y="0"/>
                </a:lnTo>
                <a:lnTo>
                  <a:pt x="1430094" y="0"/>
                </a:lnTo>
                <a:lnTo>
                  <a:pt x="1899609" y="821693"/>
                </a:lnTo>
                <a:lnTo>
                  <a:pt x="1430094" y="1643385"/>
                </a:lnTo>
                <a:lnTo>
                  <a:pt x="469515" y="1643385"/>
                </a:lnTo>
                <a:lnTo>
                  <a:pt x="0" y="821693"/>
                </a:lnTo>
                <a:close/>
              </a:path>
            </a:pathLst>
          </a:custGeom>
          <a:solidFill>
            <a:srgbClr val="EEECE1">
              <a:lumMod val="50000"/>
            </a:srgbClr>
          </a:solidFill>
          <a:ln w="25400" cap="flat" cmpd="sng" algn="ctr">
            <a:solidFill>
              <a:sysClr val="window" lastClr="FFFFFF">
                <a:hueOff val="0"/>
                <a:satOff val="0"/>
                <a:lumOff val="0"/>
                <a:alphaOff val="0"/>
              </a:sysClr>
            </a:solidFill>
            <a:prstDash val="solid"/>
          </a:ln>
          <a:effectLst/>
        </p:spPr>
        <p:txBody>
          <a:bodyPr spcFirstLastPara="0" vert="horz" wrap="square" lIns="333856" tIns="291394" rIns="333856" bIns="291394"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0" eaLnBrk="1" fontAlgn="auto" latinLnBrk="0" hangingPunct="1">
              <a:lnSpc>
                <a:spcPct val="90000"/>
              </a:lnSpc>
              <a:spcBef>
                <a:spcPct val="0"/>
              </a:spcBef>
              <a:spcAft>
                <a:spcPct val="35000"/>
              </a:spcAft>
              <a:buClrTx/>
              <a:buSzTx/>
              <a:buFontTx/>
              <a:buNone/>
              <a:tabLst/>
              <a:defRPr/>
            </a:pPr>
            <a:r>
              <a:rPr kumimoji="0" lang="en-US" sz="1500" b="0" i="0" u="none" strike="noStrike" kern="0" cap="none" spc="0" normalizeH="0" baseline="0" noProof="0" dirty="0">
                <a:ln>
                  <a:noFill/>
                </a:ln>
                <a:solidFill>
                  <a:prstClr val="white"/>
                </a:solidFill>
                <a:effectLst/>
                <a:uLnTx/>
                <a:uFillTx/>
                <a:latin typeface="Calibri"/>
                <a:ea typeface="+mn-ea"/>
                <a:cs typeface="+mn-cs"/>
              </a:rPr>
              <a:t>Image Super Resolution/</a:t>
            </a:r>
          </a:p>
          <a:p>
            <a:pPr marL="0" marR="0" lvl="0" indent="0" algn="ctr" defTabSz="666750" eaLnBrk="1" fontAlgn="auto" latinLnBrk="0" hangingPunct="1">
              <a:lnSpc>
                <a:spcPct val="90000"/>
              </a:lnSpc>
              <a:spcBef>
                <a:spcPct val="0"/>
              </a:spcBef>
              <a:spcAft>
                <a:spcPct val="35000"/>
              </a:spcAft>
              <a:buClrTx/>
              <a:buSzTx/>
              <a:buFontTx/>
              <a:buNone/>
              <a:tabLst/>
              <a:defRPr/>
            </a:pPr>
            <a:r>
              <a:rPr kumimoji="0" lang="en-US" sz="1500" b="0" i="0" u="none" strike="noStrike" kern="0" cap="none" spc="0" normalizeH="0" baseline="0" noProof="0" dirty="0">
                <a:ln>
                  <a:noFill/>
                </a:ln>
                <a:solidFill>
                  <a:prstClr val="white"/>
                </a:solidFill>
                <a:effectLst/>
                <a:uLnTx/>
                <a:uFillTx/>
                <a:latin typeface="Calibri"/>
                <a:ea typeface="+mn-ea"/>
                <a:cs typeface="+mn-cs"/>
              </a:rPr>
              <a:t>Dehazing</a:t>
            </a:r>
          </a:p>
        </p:txBody>
      </p:sp>
      <p:sp>
        <p:nvSpPr>
          <p:cNvPr id="26" name="Hexagon 25">
            <a:extLst>
              <a:ext uri="{FF2B5EF4-FFF2-40B4-BE49-F238E27FC236}">
                <a16:creationId xmlns:a16="http://schemas.microsoft.com/office/drawing/2014/main" id="{2B6D517D-F06B-472A-A0D0-071B6A109D6A}"/>
              </a:ext>
            </a:extLst>
          </p:cNvPr>
          <p:cNvSpPr/>
          <p:nvPr/>
        </p:nvSpPr>
        <p:spPr>
          <a:xfrm>
            <a:off x="3903604" y="3474110"/>
            <a:ext cx="874585" cy="753571"/>
          </a:xfrm>
          <a:prstGeom prst="hexagon">
            <a:avLst>
              <a:gd name="adj" fmla="val 28900"/>
              <a:gd name="vf" fmla="val 115470"/>
            </a:avLst>
          </a:prstGeom>
          <a:solidFill>
            <a:srgbClr val="4F81BD">
              <a:tint val="40000"/>
              <a:hueOff val="0"/>
              <a:satOff val="0"/>
              <a:lumOff val="0"/>
              <a:alphaOff val="0"/>
            </a:srgbClr>
          </a:solidFill>
          <a:ln>
            <a:noFill/>
          </a:ln>
          <a:effectLst/>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7" name="Freeform 50">
            <a:extLst>
              <a:ext uri="{FF2B5EF4-FFF2-40B4-BE49-F238E27FC236}">
                <a16:creationId xmlns:a16="http://schemas.microsoft.com/office/drawing/2014/main" id="{F559134C-D37A-4335-8242-A34C9EFB4D0C}"/>
              </a:ext>
            </a:extLst>
          </p:cNvPr>
          <p:cNvSpPr/>
          <p:nvPr/>
        </p:nvSpPr>
        <p:spPr>
          <a:xfrm>
            <a:off x="3399989" y="3852874"/>
            <a:ext cx="1899609" cy="1643385"/>
          </a:xfrm>
          <a:custGeom>
            <a:avLst/>
            <a:gdLst>
              <a:gd name="connsiteX0" fmla="*/ 0 w 1899609"/>
              <a:gd name="connsiteY0" fmla="*/ 821693 h 1643385"/>
              <a:gd name="connsiteX1" fmla="*/ 469515 w 1899609"/>
              <a:gd name="connsiteY1" fmla="*/ 0 h 1643385"/>
              <a:gd name="connsiteX2" fmla="*/ 1430094 w 1899609"/>
              <a:gd name="connsiteY2" fmla="*/ 0 h 1643385"/>
              <a:gd name="connsiteX3" fmla="*/ 1899609 w 1899609"/>
              <a:gd name="connsiteY3" fmla="*/ 821693 h 1643385"/>
              <a:gd name="connsiteX4" fmla="*/ 1430094 w 1899609"/>
              <a:gd name="connsiteY4" fmla="*/ 1643385 h 1643385"/>
              <a:gd name="connsiteX5" fmla="*/ 469515 w 1899609"/>
              <a:gd name="connsiteY5" fmla="*/ 1643385 h 1643385"/>
              <a:gd name="connsiteX6" fmla="*/ 0 w 1899609"/>
              <a:gd name="connsiteY6" fmla="*/ 821693 h 164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9609" h="1643385">
                <a:moveTo>
                  <a:pt x="0" y="821693"/>
                </a:moveTo>
                <a:lnTo>
                  <a:pt x="469515" y="0"/>
                </a:lnTo>
                <a:lnTo>
                  <a:pt x="1430094" y="0"/>
                </a:lnTo>
                <a:lnTo>
                  <a:pt x="1899609" y="821693"/>
                </a:lnTo>
                <a:lnTo>
                  <a:pt x="1430094" y="1643385"/>
                </a:lnTo>
                <a:lnTo>
                  <a:pt x="469515" y="1643385"/>
                </a:lnTo>
                <a:lnTo>
                  <a:pt x="0" y="821693"/>
                </a:lnTo>
                <a:close/>
              </a:path>
            </a:pathLst>
          </a:custGeom>
          <a:solidFill>
            <a:srgbClr val="8064A2">
              <a:lumMod val="75000"/>
            </a:srgbClr>
          </a:solidFill>
          <a:ln w="25400" cap="flat" cmpd="sng" algn="ctr">
            <a:solidFill>
              <a:sysClr val="window" lastClr="FFFFFF">
                <a:hueOff val="0"/>
                <a:satOff val="0"/>
                <a:lumOff val="0"/>
                <a:alphaOff val="0"/>
              </a:sysClr>
            </a:solidFill>
            <a:prstDash val="solid"/>
          </a:ln>
          <a:effectLst/>
        </p:spPr>
        <p:txBody>
          <a:bodyPr spcFirstLastPara="0" vert="horz" wrap="square" lIns="333856" tIns="291394" rIns="333856" bIns="291394"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0" eaLnBrk="1" fontAlgn="auto" latinLnBrk="0" hangingPunct="1">
              <a:lnSpc>
                <a:spcPct val="90000"/>
              </a:lnSpc>
              <a:spcBef>
                <a:spcPct val="0"/>
              </a:spcBef>
              <a:spcAft>
                <a:spcPct val="35000"/>
              </a:spcAft>
              <a:buClrTx/>
              <a:buSzTx/>
              <a:buFontTx/>
              <a:buNone/>
              <a:tabLst/>
              <a:defRPr/>
            </a:pPr>
            <a:r>
              <a:rPr kumimoji="0" lang="en-US" sz="1500" b="0" i="0" u="none" strike="noStrike" kern="0" cap="none" spc="0" normalizeH="0" baseline="0" noProof="0" dirty="0">
                <a:ln>
                  <a:noFill/>
                </a:ln>
                <a:solidFill>
                  <a:prstClr val="white"/>
                </a:solidFill>
                <a:effectLst/>
                <a:uLnTx/>
                <a:uFillTx/>
                <a:latin typeface="Calibri"/>
                <a:ea typeface="+mn-ea"/>
                <a:cs typeface="+mn-cs"/>
              </a:rPr>
              <a:t>Video Surveillance</a:t>
            </a:r>
          </a:p>
        </p:txBody>
      </p:sp>
      <p:sp>
        <p:nvSpPr>
          <p:cNvPr id="28" name="Freeform 51">
            <a:extLst>
              <a:ext uri="{FF2B5EF4-FFF2-40B4-BE49-F238E27FC236}">
                <a16:creationId xmlns:a16="http://schemas.microsoft.com/office/drawing/2014/main" id="{CEF4E85A-A2A5-4DAC-89C1-A03152EF083C}"/>
              </a:ext>
            </a:extLst>
          </p:cNvPr>
          <p:cNvSpPr/>
          <p:nvPr/>
        </p:nvSpPr>
        <p:spPr>
          <a:xfrm>
            <a:off x="3399989" y="1862382"/>
            <a:ext cx="1899609" cy="1643385"/>
          </a:xfrm>
          <a:custGeom>
            <a:avLst/>
            <a:gdLst>
              <a:gd name="connsiteX0" fmla="*/ 0 w 1899609"/>
              <a:gd name="connsiteY0" fmla="*/ 821693 h 1643385"/>
              <a:gd name="connsiteX1" fmla="*/ 469515 w 1899609"/>
              <a:gd name="connsiteY1" fmla="*/ 0 h 1643385"/>
              <a:gd name="connsiteX2" fmla="*/ 1430094 w 1899609"/>
              <a:gd name="connsiteY2" fmla="*/ 0 h 1643385"/>
              <a:gd name="connsiteX3" fmla="*/ 1899609 w 1899609"/>
              <a:gd name="connsiteY3" fmla="*/ 821693 h 1643385"/>
              <a:gd name="connsiteX4" fmla="*/ 1430094 w 1899609"/>
              <a:gd name="connsiteY4" fmla="*/ 1643385 h 1643385"/>
              <a:gd name="connsiteX5" fmla="*/ 469515 w 1899609"/>
              <a:gd name="connsiteY5" fmla="*/ 1643385 h 1643385"/>
              <a:gd name="connsiteX6" fmla="*/ 0 w 1899609"/>
              <a:gd name="connsiteY6" fmla="*/ 821693 h 164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9609" h="1643385">
                <a:moveTo>
                  <a:pt x="0" y="821693"/>
                </a:moveTo>
                <a:lnTo>
                  <a:pt x="469515" y="0"/>
                </a:lnTo>
                <a:lnTo>
                  <a:pt x="1430094" y="0"/>
                </a:lnTo>
                <a:lnTo>
                  <a:pt x="1899609" y="821693"/>
                </a:lnTo>
                <a:lnTo>
                  <a:pt x="1430094" y="1643385"/>
                </a:lnTo>
                <a:lnTo>
                  <a:pt x="469515" y="1643385"/>
                </a:lnTo>
                <a:lnTo>
                  <a:pt x="0" y="821693"/>
                </a:lnTo>
                <a:close/>
              </a:path>
            </a:pathLst>
          </a:custGeom>
          <a:solidFill>
            <a:srgbClr val="9BBB59">
              <a:lumMod val="75000"/>
            </a:srgbClr>
          </a:solidFill>
          <a:ln w="25400" cap="flat" cmpd="sng" algn="ctr">
            <a:solidFill>
              <a:sysClr val="window" lastClr="FFFFFF">
                <a:hueOff val="0"/>
                <a:satOff val="0"/>
                <a:lumOff val="0"/>
                <a:alphaOff val="0"/>
              </a:sysClr>
            </a:solidFill>
            <a:prstDash val="solid"/>
          </a:ln>
          <a:effectLst/>
        </p:spPr>
        <p:txBody>
          <a:bodyPr spcFirstLastPara="0" vert="horz" wrap="square" lIns="333856" tIns="291394" rIns="333856" bIns="291394"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0" eaLnBrk="1" fontAlgn="auto" latinLnBrk="0" hangingPunct="1">
              <a:lnSpc>
                <a:spcPct val="90000"/>
              </a:lnSpc>
              <a:spcBef>
                <a:spcPct val="0"/>
              </a:spcBef>
              <a:spcAft>
                <a:spcPct val="35000"/>
              </a:spcAft>
              <a:buClrTx/>
              <a:buSzTx/>
              <a:buFontTx/>
              <a:buNone/>
              <a:tabLst/>
              <a:defRPr/>
            </a:pPr>
            <a:r>
              <a:rPr kumimoji="0" lang="en-US" sz="1500" b="0" i="0" u="none" strike="noStrike" kern="0" cap="none" spc="0" normalizeH="0" baseline="0" noProof="0" dirty="0">
                <a:ln>
                  <a:noFill/>
                </a:ln>
                <a:solidFill>
                  <a:prstClr val="white"/>
                </a:solidFill>
                <a:effectLst/>
                <a:uLnTx/>
                <a:uFillTx/>
                <a:latin typeface="Calibri"/>
                <a:ea typeface="+mn-ea"/>
                <a:cs typeface="+mn-cs"/>
              </a:rPr>
              <a:t>Disaster Management </a:t>
            </a:r>
          </a:p>
        </p:txBody>
      </p:sp>
      <p:sp>
        <p:nvSpPr>
          <p:cNvPr id="29" name="Hexagon 28">
            <a:extLst>
              <a:ext uri="{FF2B5EF4-FFF2-40B4-BE49-F238E27FC236}">
                <a16:creationId xmlns:a16="http://schemas.microsoft.com/office/drawing/2014/main" id="{59E45112-AE8D-4375-BB8B-87B96B51D106}"/>
              </a:ext>
            </a:extLst>
          </p:cNvPr>
          <p:cNvSpPr/>
          <p:nvPr/>
        </p:nvSpPr>
        <p:spPr>
          <a:xfrm>
            <a:off x="8565831" y="2870076"/>
            <a:ext cx="1899609" cy="1643385"/>
          </a:xfrm>
          <a:prstGeom prst="hexagon">
            <a:avLst>
              <a:gd name="adj" fmla="val 28570"/>
              <a:gd name="vf" fmla="val 115470"/>
            </a:avLst>
          </a:prstGeom>
          <a:solidFill>
            <a:srgbClr val="C0504D">
              <a:lumMod val="75000"/>
            </a:srgbClr>
          </a:solidFill>
          <a:ln w="25400" cap="flat" cmpd="sng" algn="ctr">
            <a:solidFill>
              <a:sysClr val="window" lastClr="FFFFFF">
                <a:hueOff val="0"/>
                <a:satOff val="0"/>
                <a:lumOff val="0"/>
                <a:alphaOff val="0"/>
              </a:sysClr>
            </a:solidFill>
            <a:prstDash val="solid"/>
          </a:ln>
          <a:effec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a:ea typeface="+mn-ea"/>
                <a:cs typeface="+mn-cs"/>
              </a:rPr>
              <a:t>Information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a:ea typeface="+mn-ea"/>
                <a:cs typeface="+mn-cs"/>
              </a:rPr>
              <a:t>Security</a:t>
            </a:r>
          </a:p>
        </p:txBody>
      </p:sp>
      <p:sp>
        <p:nvSpPr>
          <p:cNvPr id="30" name="Hexagon 29">
            <a:extLst>
              <a:ext uri="{FF2B5EF4-FFF2-40B4-BE49-F238E27FC236}">
                <a16:creationId xmlns:a16="http://schemas.microsoft.com/office/drawing/2014/main" id="{EDCE2486-CE92-4852-8639-23955C572B2E}"/>
              </a:ext>
            </a:extLst>
          </p:cNvPr>
          <p:cNvSpPr/>
          <p:nvPr/>
        </p:nvSpPr>
        <p:spPr>
          <a:xfrm>
            <a:off x="1726560" y="4674566"/>
            <a:ext cx="1899609" cy="1643385"/>
          </a:xfrm>
          <a:prstGeom prst="hexagon">
            <a:avLst>
              <a:gd name="adj" fmla="val 28570"/>
              <a:gd name="vf" fmla="val 115470"/>
            </a:avLst>
          </a:prstGeom>
          <a:solidFill>
            <a:srgbClr val="C0504D">
              <a:lumMod val="75000"/>
            </a:srgbClr>
          </a:solidFill>
          <a:ln w="25400" cap="flat" cmpd="sng" algn="ctr">
            <a:solidFill>
              <a:sysClr val="window" lastClr="FFFFFF">
                <a:hueOff val="0"/>
                <a:satOff val="0"/>
                <a:lumOff val="0"/>
                <a:alphaOff val="0"/>
              </a:sysClr>
            </a:solidFill>
            <a:prstDash val="solid"/>
          </a:ln>
          <a:effec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a:ea typeface="+mn-ea"/>
                <a:cs typeface="+mn-cs"/>
              </a:rPr>
              <a:t>Data </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Calibri"/>
                <a:ea typeface="+mn-ea"/>
                <a:cs typeface="+mn-cs"/>
              </a:rPr>
              <a:t>Prioritization</a:t>
            </a:r>
          </a:p>
        </p:txBody>
      </p:sp>
      <p:sp>
        <p:nvSpPr>
          <p:cNvPr id="31" name="Freeform 54">
            <a:extLst>
              <a:ext uri="{FF2B5EF4-FFF2-40B4-BE49-F238E27FC236}">
                <a16:creationId xmlns:a16="http://schemas.microsoft.com/office/drawing/2014/main" id="{7F879D20-F56F-4E85-967D-0A208933CCB9}"/>
              </a:ext>
            </a:extLst>
          </p:cNvPr>
          <p:cNvSpPr/>
          <p:nvPr/>
        </p:nvSpPr>
        <p:spPr>
          <a:xfrm>
            <a:off x="1799666" y="1034638"/>
            <a:ext cx="1899609" cy="1643385"/>
          </a:xfrm>
          <a:custGeom>
            <a:avLst/>
            <a:gdLst>
              <a:gd name="connsiteX0" fmla="*/ 0 w 1899609"/>
              <a:gd name="connsiteY0" fmla="*/ 821693 h 1643385"/>
              <a:gd name="connsiteX1" fmla="*/ 469515 w 1899609"/>
              <a:gd name="connsiteY1" fmla="*/ 0 h 1643385"/>
              <a:gd name="connsiteX2" fmla="*/ 1430094 w 1899609"/>
              <a:gd name="connsiteY2" fmla="*/ 0 h 1643385"/>
              <a:gd name="connsiteX3" fmla="*/ 1899609 w 1899609"/>
              <a:gd name="connsiteY3" fmla="*/ 821693 h 1643385"/>
              <a:gd name="connsiteX4" fmla="*/ 1430094 w 1899609"/>
              <a:gd name="connsiteY4" fmla="*/ 1643385 h 1643385"/>
              <a:gd name="connsiteX5" fmla="*/ 469515 w 1899609"/>
              <a:gd name="connsiteY5" fmla="*/ 1643385 h 1643385"/>
              <a:gd name="connsiteX6" fmla="*/ 0 w 1899609"/>
              <a:gd name="connsiteY6" fmla="*/ 821693 h 164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9609" h="1643385">
                <a:moveTo>
                  <a:pt x="0" y="821693"/>
                </a:moveTo>
                <a:lnTo>
                  <a:pt x="469515" y="0"/>
                </a:lnTo>
                <a:lnTo>
                  <a:pt x="1430094" y="0"/>
                </a:lnTo>
                <a:lnTo>
                  <a:pt x="1899609" y="821693"/>
                </a:lnTo>
                <a:lnTo>
                  <a:pt x="1430094" y="1643385"/>
                </a:lnTo>
                <a:lnTo>
                  <a:pt x="469515" y="1643385"/>
                </a:lnTo>
                <a:lnTo>
                  <a:pt x="0" y="821693"/>
                </a:lnTo>
                <a:close/>
              </a:path>
            </a:pathLst>
          </a:custGeom>
          <a:solidFill>
            <a:srgbClr val="F79646">
              <a:lumMod val="75000"/>
            </a:srgbClr>
          </a:solidFill>
          <a:ln w="25400" cap="flat" cmpd="sng" algn="ctr">
            <a:solidFill>
              <a:sysClr val="window" lastClr="FFFFFF">
                <a:hueOff val="0"/>
                <a:satOff val="0"/>
                <a:lumOff val="0"/>
                <a:alphaOff val="0"/>
              </a:sysClr>
            </a:solidFill>
            <a:prstDash val="solid"/>
          </a:ln>
          <a:effectLst/>
        </p:spPr>
        <p:txBody>
          <a:bodyPr spcFirstLastPara="0" vert="horz" wrap="square" lIns="333856" tIns="291394" rIns="333856" bIns="291394"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0" eaLnBrk="1" fontAlgn="auto" latinLnBrk="0" hangingPunct="1">
              <a:lnSpc>
                <a:spcPct val="90000"/>
              </a:lnSpc>
              <a:spcBef>
                <a:spcPct val="0"/>
              </a:spcBef>
              <a:spcAft>
                <a:spcPct val="35000"/>
              </a:spcAft>
              <a:buClrTx/>
              <a:buSzTx/>
              <a:buFontTx/>
              <a:buNone/>
              <a:tabLst/>
              <a:defRPr/>
            </a:pPr>
            <a:r>
              <a:rPr kumimoji="0" lang="en-US" sz="1500" b="0" i="0" u="none" strike="noStrike" kern="0" cap="none" spc="0" normalizeH="0" baseline="0" noProof="0" dirty="0">
                <a:ln>
                  <a:noFill/>
                </a:ln>
                <a:solidFill>
                  <a:prstClr val="white"/>
                </a:solidFill>
                <a:effectLst/>
                <a:uLnTx/>
                <a:uFillTx/>
                <a:latin typeface="Calibri"/>
                <a:ea typeface="+mn-ea"/>
                <a:cs typeface="+mn-cs"/>
              </a:rPr>
              <a:t>Child Aggression Detection and Analysis</a:t>
            </a:r>
          </a:p>
        </p:txBody>
      </p:sp>
      <p:sp>
        <p:nvSpPr>
          <p:cNvPr id="32" name="Freeform 50">
            <a:extLst>
              <a:ext uri="{FF2B5EF4-FFF2-40B4-BE49-F238E27FC236}">
                <a16:creationId xmlns:a16="http://schemas.microsoft.com/office/drawing/2014/main" id="{40096CE5-6B47-46E1-B22C-6FF51DF0D08C}"/>
              </a:ext>
            </a:extLst>
          </p:cNvPr>
          <p:cNvSpPr/>
          <p:nvPr/>
        </p:nvSpPr>
        <p:spPr>
          <a:xfrm>
            <a:off x="1768280" y="2775603"/>
            <a:ext cx="1899609" cy="1643385"/>
          </a:xfrm>
          <a:custGeom>
            <a:avLst/>
            <a:gdLst>
              <a:gd name="connsiteX0" fmla="*/ 0 w 1899609"/>
              <a:gd name="connsiteY0" fmla="*/ 821693 h 1643385"/>
              <a:gd name="connsiteX1" fmla="*/ 469515 w 1899609"/>
              <a:gd name="connsiteY1" fmla="*/ 0 h 1643385"/>
              <a:gd name="connsiteX2" fmla="*/ 1430094 w 1899609"/>
              <a:gd name="connsiteY2" fmla="*/ 0 h 1643385"/>
              <a:gd name="connsiteX3" fmla="*/ 1899609 w 1899609"/>
              <a:gd name="connsiteY3" fmla="*/ 821693 h 1643385"/>
              <a:gd name="connsiteX4" fmla="*/ 1430094 w 1899609"/>
              <a:gd name="connsiteY4" fmla="*/ 1643385 h 1643385"/>
              <a:gd name="connsiteX5" fmla="*/ 469515 w 1899609"/>
              <a:gd name="connsiteY5" fmla="*/ 1643385 h 1643385"/>
              <a:gd name="connsiteX6" fmla="*/ 0 w 1899609"/>
              <a:gd name="connsiteY6" fmla="*/ 821693 h 1643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99609" h="1643385">
                <a:moveTo>
                  <a:pt x="0" y="821693"/>
                </a:moveTo>
                <a:lnTo>
                  <a:pt x="469515" y="0"/>
                </a:lnTo>
                <a:lnTo>
                  <a:pt x="1430094" y="0"/>
                </a:lnTo>
                <a:lnTo>
                  <a:pt x="1899609" y="821693"/>
                </a:lnTo>
                <a:lnTo>
                  <a:pt x="1430094" y="1643385"/>
                </a:lnTo>
                <a:lnTo>
                  <a:pt x="469515" y="1643385"/>
                </a:lnTo>
                <a:lnTo>
                  <a:pt x="0" y="821693"/>
                </a:lnTo>
                <a:close/>
              </a:path>
            </a:pathLst>
          </a:custGeom>
          <a:solidFill>
            <a:srgbClr val="4BACC6">
              <a:lumMod val="75000"/>
            </a:srgbClr>
          </a:solidFill>
          <a:ln w="25400" cap="flat" cmpd="sng" algn="ctr">
            <a:solidFill>
              <a:sysClr val="window" lastClr="FFFFFF">
                <a:hueOff val="0"/>
                <a:satOff val="0"/>
                <a:lumOff val="0"/>
                <a:alphaOff val="0"/>
              </a:sysClr>
            </a:solidFill>
            <a:prstDash val="solid"/>
          </a:ln>
          <a:effectLst/>
        </p:spPr>
        <p:txBody>
          <a:bodyPr spcFirstLastPara="0" vert="horz" wrap="square" lIns="333856" tIns="291394" rIns="333856" bIns="291394" numCol="1" spcCol="127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66750" eaLnBrk="1" fontAlgn="auto" latinLnBrk="0" hangingPunct="1">
              <a:lnSpc>
                <a:spcPct val="90000"/>
              </a:lnSpc>
              <a:spcBef>
                <a:spcPct val="0"/>
              </a:spcBef>
              <a:spcAft>
                <a:spcPct val="35000"/>
              </a:spcAft>
              <a:buClrTx/>
              <a:buSzTx/>
              <a:buFontTx/>
              <a:buNone/>
              <a:tabLst/>
              <a:defRPr/>
            </a:pPr>
            <a:r>
              <a:rPr kumimoji="0" lang="en-US" sz="1500" b="0" i="0" u="none" strike="noStrike" kern="0" cap="none" spc="0" normalizeH="0" baseline="0" noProof="0" dirty="0">
                <a:ln>
                  <a:noFill/>
                </a:ln>
                <a:solidFill>
                  <a:prstClr val="white"/>
                </a:solidFill>
                <a:effectLst/>
                <a:uLnTx/>
                <a:uFillTx/>
                <a:latin typeface="Calibri"/>
                <a:ea typeface="+mn-ea"/>
                <a:cs typeface="+mn-cs"/>
              </a:rPr>
              <a:t>IoT/IoMT</a:t>
            </a:r>
          </a:p>
        </p:txBody>
      </p:sp>
    </p:spTree>
    <p:extLst>
      <p:ext uri="{BB962C8B-B14F-4D97-AF65-F5344CB8AC3E}">
        <p14:creationId xmlns:p14="http://schemas.microsoft.com/office/powerpoint/2010/main" val="9444638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D395B"/>
        </a:solidFill>
        <a:effectLst/>
      </p:bgPr>
    </p:bg>
    <p:spTree>
      <p:nvGrpSpPr>
        <p:cNvPr id="1" name="">
          <a:extLst>
            <a:ext uri="{FF2B5EF4-FFF2-40B4-BE49-F238E27FC236}">
              <a16:creationId xmlns:a16="http://schemas.microsoft.com/office/drawing/2014/main" id="{38021396-9FCE-A563-A0F2-C63B05841CD5}"/>
            </a:ext>
          </a:extLst>
        </p:cNvPr>
        <p:cNvGrpSpPr/>
        <p:nvPr/>
      </p:nvGrpSpPr>
      <p:grpSpPr>
        <a:xfrm>
          <a:off x="0" y="0"/>
          <a:ext cx="0" cy="0"/>
          <a:chOff x="0" y="0"/>
          <a:chExt cx="0" cy="0"/>
        </a:xfrm>
      </p:grpSpPr>
      <p:sp>
        <p:nvSpPr>
          <p:cNvPr id="1048663" name="TextBox 3">
            <a:extLst>
              <a:ext uri="{FF2B5EF4-FFF2-40B4-BE49-F238E27FC236}">
                <a16:creationId xmlns:a16="http://schemas.microsoft.com/office/drawing/2014/main" id="{20DA747B-9027-695B-5192-F3C9B7D35CBE}"/>
              </a:ext>
            </a:extLst>
          </p:cNvPr>
          <p:cNvSpPr txBox="1"/>
          <p:nvPr/>
        </p:nvSpPr>
        <p:spPr>
          <a:xfrm>
            <a:off x="926599" y="2921168"/>
            <a:ext cx="10006250" cy="1107996"/>
          </a:xfrm>
          <a:prstGeom prst="rect">
            <a:avLst/>
          </a:prstGeom>
          <a:noFill/>
        </p:spPr>
        <p:txBody>
          <a:bodyPr wrap="square" rtlCol="0">
            <a:spAutoFit/>
          </a:bodyPr>
          <a:lstStyle/>
          <a:p>
            <a:pPr algn="ctr"/>
            <a:r>
              <a:rPr lang="en-GB" sz="6600" dirty="0">
                <a:solidFill>
                  <a:schemeClr val="bg1"/>
                </a:solidFill>
                <a:effectLst>
                  <a:glow rad="139700">
                    <a:schemeClr val="accent1">
                      <a:satMod val="175000"/>
                      <a:alpha val="40000"/>
                    </a:schemeClr>
                  </a:glow>
                </a:effectLst>
              </a:rPr>
              <a:t>8. Artificial Intelligence (AI)</a:t>
            </a:r>
          </a:p>
        </p:txBody>
      </p:sp>
      <p:sp>
        <p:nvSpPr>
          <p:cNvPr id="3" name="Rectangle 4">
            <a:extLst>
              <a:ext uri="{FF2B5EF4-FFF2-40B4-BE49-F238E27FC236}">
                <a16:creationId xmlns:a16="http://schemas.microsoft.com/office/drawing/2014/main" id="{AF175482-1630-0379-0F23-51075DFB4EE9}"/>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000" dirty="0">
                <a:latin typeface="Centary school"/>
              </a:rPr>
              <a:t>15</a:t>
            </a:r>
            <a:endParaRPr lang="en-PK" sz="2000" dirty="0">
              <a:latin typeface="Centary school"/>
            </a:endParaRPr>
          </a:p>
        </p:txBody>
      </p:sp>
      <p:sp>
        <p:nvSpPr>
          <p:cNvPr id="5" name="Rectangle 4">
            <a:extLst>
              <a:ext uri="{FF2B5EF4-FFF2-40B4-BE49-F238E27FC236}">
                <a16:creationId xmlns:a16="http://schemas.microsoft.com/office/drawing/2014/main" id="{1F84C509-B420-CB66-DBC3-24652505D57C}"/>
              </a:ext>
            </a:extLst>
          </p:cNvPr>
          <p:cNvSpPr/>
          <p:nvPr/>
        </p:nvSpPr>
        <p:spPr>
          <a:xfrm>
            <a:off x="0" y="0"/>
            <a:ext cx="12192000" cy="631371"/>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endParaRPr lang="en-PK" sz="4000" b="1" dirty="0">
              <a:latin typeface="Centary school"/>
            </a:endParaRPr>
          </a:p>
        </p:txBody>
      </p:sp>
    </p:spTree>
    <p:extLst>
      <p:ext uri="{BB962C8B-B14F-4D97-AF65-F5344CB8AC3E}">
        <p14:creationId xmlns:p14="http://schemas.microsoft.com/office/powerpoint/2010/main" val="2347277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EE4FA-503D-A36E-234B-1F992497740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EB1C0FA-4A24-9EBE-CAB4-4030C840D9A6}"/>
              </a:ext>
            </a:extLst>
          </p:cNvPr>
          <p:cNvSpPr/>
          <p:nvPr/>
        </p:nvSpPr>
        <p:spPr>
          <a:xfrm>
            <a:off x="0" y="0"/>
            <a:ext cx="12192000" cy="87376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4000" b="1" dirty="0"/>
              <a:t>8 (</a:t>
            </a:r>
            <a:r>
              <a:rPr lang="en-US" sz="4000" b="1" dirty="0" err="1"/>
              <a:t>i</a:t>
            </a:r>
            <a:r>
              <a:rPr lang="en-US" sz="4000" b="1" dirty="0"/>
              <a:t>): </a:t>
            </a:r>
            <a:r>
              <a:rPr lang="en-PK" sz="4000" b="1" dirty="0"/>
              <a:t>Intelligence Starts with the World</a:t>
            </a:r>
            <a:endParaRPr lang="en-PK" sz="4000" b="1" dirty="0">
              <a:latin typeface="Centary school"/>
            </a:endParaRPr>
          </a:p>
        </p:txBody>
      </p:sp>
      <p:sp>
        <p:nvSpPr>
          <p:cNvPr id="7" name="Rectangle 4">
            <a:extLst>
              <a:ext uri="{FF2B5EF4-FFF2-40B4-BE49-F238E27FC236}">
                <a16:creationId xmlns:a16="http://schemas.microsoft.com/office/drawing/2014/main" id="{6171BFD2-690B-DF30-1E58-E1488658129C}"/>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16</a:t>
            </a:r>
            <a:endParaRPr lang="en-PK" sz="4400" dirty="0">
              <a:latin typeface="Centary school"/>
            </a:endParaRPr>
          </a:p>
        </p:txBody>
      </p:sp>
      <p:sp>
        <p:nvSpPr>
          <p:cNvPr id="2" name="TextBox 1">
            <a:extLst>
              <a:ext uri="{FF2B5EF4-FFF2-40B4-BE49-F238E27FC236}">
                <a16:creationId xmlns:a16="http://schemas.microsoft.com/office/drawing/2014/main" id="{E8E350EE-F5E2-49D5-3657-06EFED65884B}"/>
              </a:ext>
            </a:extLst>
          </p:cNvPr>
          <p:cNvSpPr txBox="1"/>
          <p:nvPr/>
        </p:nvSpPr>
        <p:spPr>
          <a:xfrm>
            <a:off x="370114" y="1012372"/>
            <a:ext cx="8632371" cy="677108"/>
          </a:xfrm>
          <a:prstGeom prst="rect">
            <a:avLst/>
          </a:prstGeom>
          <a:noFill/>
        </p:spPr>
        <p:txBody>
          <a:bodyPr wrap="square" rtlCol="0">
            <a:spAutoFit/>
          </a:bodyPr>
          <a:lstStyle/>
          <a:p>
            <a:r>
              <a:rPr lang="en-GB" dirty="0"/>
              <a:t>A reasonable question to think on it.</a:t>
            </a:r>
            <a:br>
              <a:rPr lang="en-GB" dirty="0"/>
            </a:br>
            <a:r>
              <a:rPr lang="en-PK" sz="2000" b="1" dirty="0"/>
              <a:t>How Do We Make Sense of the World?</a:t>
            </a:r>
            <a:endParaRPr lang="en-PK" b="1" dirty="0"/>
          </a:p>
        </p:txBody>
      </p:sp>
      <p:graphicFrame>
        <p:nvGraphicFramePr>
          <p:cNvPr id="3" name="Diagram 2">
            <a:extLst>
              <a:ext uri="{FF2B5EF4-FFF2-40B4-BE49-F238E27FC236}">
                <a16:creationId xmlns:a16="http://schemas.microsoft.com/office/drawing/2014/main" id="{10517D52-7C9B-FBBC-8D60-BB5C8781E31D}"/>
              </a:ext>
            </a:extLst>
          </p:cNvPr>
          <p:cNvGraphicFramePr/>
          <p:nvPr>
            <p:extLst>
              <p:ext uri="{D42A27DB-BD31-4B8C-83A1-F6EECF244321}">
                <p14:modId xmlns:p14="http://schemas.microsoft.com/office/powerpoint/2010/main" val="1616552324"/>
              </p:ext>
            </p:extLst>
          </p:nvPr>
        </p:nvGraphicFramePr>
        <p:xfrm>
          <a:off x="370114" y="669702"/>
          <a:ext cx="4357914" cy="30576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FB36C096-2CD5-0157-2312-AEDD71EC1BD1}"/>
              </a:ext>
            </a:extLst>
          </p:cNvPr>
          <p:cNvSpPr txBox="1"/>
          <p:nvPr/>
        </p:nvSpPr>
        <p:spPr>
          <a:xfrm>
            <a:off x="283028" y="2610682"/>
            <a:ext cx="5222226" cy="3970318"/>
          </a:xfrm>
          <a:prstGeom prst="rect">
            <a:avLst/>
          </a:prstGeom>
          <a:noFill/>
        </p:spPr>
        <p:txBody>
          <a:bodyPr wrap="square" rtlCol="0">
            <a:spAutoFit/>
          </a:bodyPr>
          <a:lstStyle/>
          <a:p>
            <a:r>
              <a:rPr lang="en-PK" b="1" dirty="0"/>
              <a:t>Example: </a:t>
            </a:r>
            <a:r>
              <a:rPr lang="en-GB" b="1" dirty="0"/>
              <a:t>A Human </a:t>
            </a:r>
            <a:r>
              <a:rPr lang="en-PK" b="1" dirty="0"/>
              <a:t>Crossing a Road</a:t>
            </a:r>
          </a:p>
          <a:p>
            <a:pPr marL="342900" indent="-342900">
              <a:buFont typeface="+mj-lt"/>
              <a:buAutoNum type="arabicPeriod"/>
            </a:pPr>
            <a:r>
              <a:rPr lang="en-PK" b="1" dirty="0"/>
              <a:t>Observe</a:t>
            </a:r>
            <a:br>
              <a:rPr lang="en-PK" dirty="0"/>
            </a:br>
            <a:r>
              <a:rPr lang="en-PK" dirty="0"/>
              <a:t>See cars, pedestrians, traffic lights</a:t>
            </a:r>
          </a:p>
          <a:p>
            <a:pPr marL="342900" indent="-342900">
              <a:buFont typeface="+mj-lt"/>
              <a:buAutoNum type="arabicPeriod"/>
            </a:pPr>
            <a:r>
              <a:rPr lang="en-PK" b="1" dirty="0"/>
              <a:t>Interpret</a:t>
            </a:r>
            <a:br>
              <a:rPr lang="en-PK" dirty="0"/>
            </a:br>
            <a:r>
              <a:rPr lang="en-PK" dirty="0"/>
              <a:t>“Is it safe to cross?”</a:t>
            </a:r>
          </a:p>
          <a:p>
            <a:pPr marL="342900" indent="-342900">
              <a:buFont typeface="+mj-lt"/>
              <a:buAutoNum type="arabicPeriod"/>
            </a:pPr>
            <a:r>
              <a:rPr lang="en-PK" b="1" dirty="0"/>
              <a:t>Decide</a:t>
            </a:r>
            <a:br>
              <a:rPr lang="en-PK" dirty="0"/>
            </a:br>
            <a:r>
              <a:rPr lang="en-PK" dirty="0"/>
              <a:t>Wait / Cross</a:t>
            </a:r>
          </a:p>
          <a:p>
            <a:pPr marL="342900" indent="-342900">
              <a:buFont typeface="+mj-lt"/>
              <a:buAutoNum type="arabicPeriod"/>
            </a:pPr>
            <a:r>
              <a:rPr lang="en-PK" b="1" dirty="0"/>
              <a:t>Act</a:t>
            </a:r>
            <a:br>
              <a:rPr lang="en-PK" dirty="0"/>
            </a:br>
            <a:r>
              <a:rPr lang="en-PK" dirty="0"/>
              <a:t>Move forward</a:t>
            </a:r>
            <a:endParaRPr lang="en-GB" dirty="0"/>
          </a:p>
          <a:p>
            <a:pPr marL="342900" indent="-342900">
              <a:buFont typeface="+mj-lt"/>
              <a:buAutoNum type="arabicPeriod"/>
            </a:pPr>
            <a:endParaRPr lang="en-GB" sz="1200" dirty="0"/>
          </a:p>
          <a:p>
            <a:r>
              <a:rPr lang="en-PK" b="1" dirty="0"/>
              <a:t>A person can:</a:t>
            </a:r>
          </a:p>
          <a:p>
            <a:pPr marL="742950" lvl="1" indent="-285750">
              <a:buFont typeface="Arial" panose="020B0604020202020204" pitchFamily="34" charset="0"/>
              <a:buChar char="•"/>
            </a:pPr>
            <a:r>
              <a:rPr lang="en-PK" sz="1200" dirty="0"/>
              <a:t>Recognize a familiar face </a:t>
            </a:r>
          </a:p>
          <a:p>
            <a:pPr marL="742950" lvl="1" indent="-285750">
              <a:buFont typeface="Arial" panose="020B0604020202020204" pitchFamily="34" charset="0"/>
              <a:buChar char="•"/>
            </a:pPr>
            <a:r>
              <a:rPr lang="en-PK" sz="1200" dirty="0"/>
              <a:t>Understand spoken language </a:t>
            </a:r>
          </a:p>
          <a:p>
            <a:pPr marL="742950" lvl="1" indent="-285750">
              <a:buFont typeface="Arial" panose="020B0604020202020204" pitchFamily="34" charset="0"/>
              <a:buChar char="•"/>
            </a:pPr>
            <a:r>
              <a:rPr lang="en-PK" sz="1200" dirty="0"/>
              <a:t>Detect danger </a:t>
            </a:r>
          </a:p>
          <a:p>
            <a:pPr marL="742950" lvl="1" indent="-285750">
              <a:buFont typeface="Arial" panose="020B0604020202020204" pitchFamily="34" charset="0"/>
              <a:buChar char="•"/>
            </a:pPr>
            <a:r>
              <a:rPr lang="en-PK" sz="1200" dirty="0"/>
              <a:t>Learn from experience </a:t>
            </a:r>
          </a:p>
          <a:p>
            <a:pPr marL="742950" lvl="1" indent="-285750">
              <a:buFont typeface="Arial" panose="020B0604020202020204" pitchFamily="34" charset="0"/>
              <a:buChar char="•"/>
            </a:pPr>
            <a:r>
              <a:rPr lang="en-PK" sz="1200" dirty="0"/>
              <a:t>Choose an action </a:t>
            </a:r>
            <a:endParaRPr lang="en-PK" dirty="0"/>
          </a:p>
        </p:txBody>
      </p:sp>
      <p:sp>
        <p:nvSpPr>
          <p:cNvPr id="6" name="TextBox 5">
            <a:extLst>
              <a:ext uri="{FF2B5EF4-FFF2-40B4-BE49-F238E27FC236}">
                <a16:creationId xmlns:a16="http://schemas.microsoft.com/office/drawing/2014/main" id="{A4355074-DE4B-1EC3-88D6-C0CAA883B3BB}"/>
              </a:ext>
            </a:extLst>
          </p:cNvPr>
          <p:cNvSpPr txBox="1"/>
          <p:nvPr/>
        </p:nvSpPr>
        <p:spPr>
          <a:xfrm>
            <a:off x="5894613" y="5753369"/>
            <a:ext cx="6215743" cy="923330"/>
          </a:xfrm>
          <a:prstGeom prst="rect">
            <a:avLst/>
          </a:prstGeom>
          <a:noFill/>
        </p:spPr>
        <p:txBody>
          <a:bodyPr wrap="square" rtlCol="0">
            <a:spAutoFit/>
          </a:bodyPr>
          <a:lstStyle/>
          <a:p>
            <a:pPr marL="285750" indent="-285750">
              <a:buFont typeface="Wingdings" panose="05000000000000000000" pitchFamily="2" charset="2"/>
              <a:buChar char="Ø"/>
            </a:pPr>
            <a:r>
              <a:rPr lang="en-PK" b="1" dirty="0"/>
              <a:t>Intelligence begins with using information to understand a situation and make useful decisions.</a:t>
            </a:r>
            <a:endParaRPr lang="en-PK" dirty="0"/>
          </a:p>
          <a:p>
            <a:endParaRPr lang="en-PK" dirty="0"/>
          </a:p>
        </p:txBody>
      </p:sp>
      <p:pic>
        <p:nvPicPr>
          <p:cNvPr id="10" name="Picture 9">
            <a:extLst>
              <a:ext uri="{FF2B5EF4-FFF2-40B4-BE49-F238E27FC236}">
                <a16:creationId xmlns:a16="http://schemas.microsoft.com/office/drawing/2014/main" id="{FBC1A562-9185-582C-9C2A-8C578A24C40A}"/>
              </a:ext>
            </a:extLst>
          </p:cNvPr>
          <p:cNvPicPr>
            <a:picLocks noChangeAspect="1"/>
          </p:cNvPicPr>
          <p:nvPr/>
        </p:nvPicPr>
        <p:blipFill>
          <a:blip r:embed="rId7"/>
          <a:srcRect l="27902" t="9315" r="19308" b="6346"/>
          <a:stretch>
            <a:fillRect/>
          </a:stretch>
        </p:blipFill>
        <p:spPr>
          <a:xfrm>
            <a:off x="5990772" y="1068251"/>
            <a:ext cx="5148942" cy="4490626"/>
          </a:xfrm>
          <a:prstGeom prst="rect">
            <a:avLst/>
          </a:prstGeom>
        </p:spPr>
      </p:pic>
    </p:spTree>
    <p:extLst>
      <p:ext uri="{BB962C8B-B14F-4D97-AF65-F5344CB8AC3E}">
        <p14:creationId xmlns:p14="http://schemas.microsoft.com/office/powerpoint/2010/main" val="1863015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70C0BA-9565-ECFE-9A1B-BA147CDAD11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42516A0E-FD9A-6098-5131-8EB281D94D44}"/>
              </a:ext>
            </a:extLst>
          </p:cNvPr>
          <p:cNvSpPr/>
          <p:nvPr/>
        </p:nvSpPr>
        <p:spPr>
          <a:xfrm>
            <a:off x="0" y="0"/>
            <a:ext cx="12192000" cy="87376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4000" b="1" dirty="0"/>
              <a:t>8 (ii): </a:t>
            </a:r>
            <a:r>
              <a:rPr lang="en-PK" sz="4000" b="1" dirty="0"/>
              <a:t>What Is Artificial Intelligence?</a:t>
            </a:r>
            <a:endParaRPr lang="en-PK" sz="4000" b="1" dirty="0">
              <a:latin typeface="Centary school"/>
            </a:endParaRPr>
          </a:p>
        </p:txBody>
      </p:sp>
      <p:sp>
        <p:nvSpPr>
          <p:cNvPr id="7" name="Rectangle 4">
            <a:extLst>
              <a:ext uri="{FF2B5EF4-FFF2-40B4-BE49-F238E27FC236}">
                <a16:creationId xmlns:a16="http://schemas.microsoft.com/office/drawing/2014/main" id="{C38E4E45-9E5F-BE8F-216D-FC19C733380B}"/>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17</a:t>
            </a:r>
            <a:endParaRPr lang="en-PK" sz="4400" dirty="0">
              <a:latin typeface="Centary school"/>
            </a:endParaRPr>
          </a:p>
        </p:txBody>
      </p:sp>
      <p:sp>
        <p:nvSpPr>
          <p:cNvPr id="2" name="TextBox 1">
            <a:extLst>
              <a:ext uri="{FF2B5EF4-FFF2-40B4-BE49-F238E27FC236}">
                <a16:creationId xmlns:a16="http://schemas.microsoft.com/office/drawing/2014/main" id="{23651AF2-0FFE-B9D3-75D1-077B9F156455}"/>
              </a:ext>
            </a:extLst>
          </p:cNvPr>
          <p:cNvSpPr txBox="1"/>
          <p:nvPr/>
        </p:nvSpPr>
        <p:spPr>
          <a:xfrm>
            <a:off x="111968" y="1012878"/>
            <a:ext cx="7100596" cy="5478423"/>
          </a:xfrm>
          <a:prstGeom prst="rect">
            <a:avLst/>
          </a:prstGeom>
          <a:noFill/>
        </p:spPr>
        <p:txBody>
          <a:bodyPr wrap="square" rtlCol="0">
            <a:spAutoFit/>
          </a:bodyPr>
          <a:lstStyle/>
          <a:p>
            <a:r>
              <a:rPr lang="en-GB" sz="2400" b="1" dirty="0"/>
              <a:t>D</a:t>
            </a:r>
            <a:r>
              <a:rPr lang="en-PK" sz="2400" b="1" dirty="0"/>
              <a:t>efinition</a:t>
            </a:r>
            <a:r>
              <a:rPr lang="en-GB" sz="2400" b="1" dirty="0"/>
              <a:t>:</a:t>
            </a:r>
            <a:endParaRPr lang="en-PK" sz="2400" b="1" dirty="0"/>
          </a:p>
          <a:p>
            <a:r>
              <a:rPr lang="en-PK" dirty="0"/>
              <a:t>Artificial Intelligence (AI) is the field of building computational systems that can perform tasks that normally require aspects of human intelligence.</a:t>
            </a:r>
          </a:p>
          <a:p>
            <a:endParaRPr lang="en-GB" dirty="0"/>
          </a:p>
          <a:p>
            <a:r>
              <a:rPr lang="en-PK" sz="2000" b="1" dirty="0"/>
              <a:t>A</a:t>
            </a:r>
            <a:r>
              <a:rPr lang="en-US" sz="2000" b="1" dirty="0"/>
              <a:t>I</a:t>
            </a:r>
            <a:r>
              <a:rPr lang="en-PK" sz="2000" b="1" dirty="0"/>
              <a:t> can help machines:</a:t>
            </a:r>
            <a:endParaRPr lang="en-GB" sz="2000" b="1" dirty="0"/>
          </a:p>
          <a:p>
            <a:pPr marL="285750" indent="-285750">
              <a:buFont typeface="Arial" panose="020B0604020202020204" pitchFamily="34" charset="0"/>
              <a:buChar char="•"/>
            </a:pPr>
            <a:r>
              <a:rPr lang="en-PK" b="1" dirty="0"/>
              <a:t>Perceive</a:t>
            </a:r>
            <a:br>
              <a:rPr lang="en-PK" dirty="0"/>
            </a:br>
            <a:r>
              <a:rPr lang="en-PK" dirty="0"/>
              <a:t>See and hear the environment</a:t>
            </a:r>
          </a:p>
          <a:p>
            <a:pPr marL="285750" indent="-285750">
              <a:buFont typeface="Arial" panose="020B0604020202020204" pitchFamily="34" charset="0"/>
              <a:buChar char="•"/>
            </a:pPr>
            <a:r>
              <a:rPr lang="en-PK" b="1" dirty="0"/>
              <a:t>Learn</a:t>
            </a:r>
            <a:br>
              <a:rPr lang="en-PK" dirty="0"/>
            </a:br>
            <a:r>
              <a:rPr lang="en-PK" dirty="0" err="1"/>
              <a:t>Learn</a:t>
            </a:r>
            <a:r>
              <a:rPr lang="en-PK" dirty="0"/>
              <a:t> patterns from data</a:t>
            </a:r>
          </a:p>
          <a:p>
            <a:pPr marL="285750" indent="-285750">
              <a:buFont typeface="Arial" panose="020B0604020202020204" pitchFamily="34" charset="0"/>
              <a:buChar char="•"/>
            </a:pPr>
            <a:r>
              <a:rPr lang="en-PK" b="1" dirty="0"/>
              <a:t>Understand</a:t>
            </a:r>
            <a:br>
              <a:rPr lang="en-PK" dirty="0"/>
            </a:br>
            <a:r>
              <a:rPr lang="en-PK" dirty="0"/>
              <a:t>Interpret language and information</a:t>
            </a:r>
          </a:p>
          <a:p>
            <a:pPr marL="285750" indent="-285750">
              <a:buFont typeface="Arial" panose="020B0604020202020204" pitchFamily="34" charset="0"/>
              <a:buChar char="•"/>
            </a:pPr>
            <a:r>
              <a:rPr lang="en-PK" b="1" dirty="0"/>
              <a:t>Reason / predict</a:t>
            </a:r>
            <a:br>
              <a:rPr lang="en-PK" dirty="0"/>
            </a:br>
            <a:r>
              <a:rPr lang="en-PK" dirty="0"/>
              <a:t>Use information to reach conclusions or predictions</a:t>
            </a:r>
          </a:p>
          <a:p>
            <a:pPr marL="285750" indent="-285750">
              <a:buFont typeface="Arial" panose="020B0604020202020204" pitchFamily="34" charset="0"/>
              <a:buChar char="•"/>
            </a:pPr>
            <a:r>
              <a:rPr lang="en-PK" b="1" dirty="0"/>
              <a:t>Act / generate</a:t>
            </a:r>
            <a:br>
              <a:rPr lang="en-PK" dirty="0"/>
            </a:br>
            <a:r>
              <a:rPr lang="en-PK" dirty="0"/>
              <a:t>Choose actions or produce new content</a:t>
            </a:r>
          </a:p>
          <a:p>
            <a:endParaRPr lang="en-GB" dirty="0"/>
          </a:p>
          <a:p>
            <a:r>
              <a:rPr lang="en-PK" dirty="0"/>
              <a:t>AI performs specific tasks that involve capabilities associated with intelligence.</a:t>
            </a:r>
            <a:r>
              <a:rPr lang="en-GB" dirty="0"/>
              <a:t> The example for it is given in the diagram.</a:t>
            </a:r>
            <a:endParaRPr lang="en-PK" dirty="0"/>
          </a:p>
        </p:txBody>
      </p:sp>
      <p:pic>
        <p:nvPicPr>
          <p:cNvPr id="8" name="Picture 7">
            <a:extLst>
              <a:ext uri="{FF2B5EF4-FFF2-40B4-BE49-F238E27FC236}">
                <a16:creationId xmlns:a16="http://schemas.microsoft.com/office/drawing/2014/main" id="{C66732BF-85FC-4BCB-2FA9-B033881F65EE}"/>
              </a:ext>
            </a:extLst>
          </p:cNvPr>
          <p:cNvPicPr>
            <a:picLocks noChangeAspect="1"/>
          </p:cNvPicPr>
          <p:nvPr/>
        </p:nvPicPr>
        <p:blipFill>
          <a:blip r:embed="rId2" cstate="print">
            <a:extLst>
              <a:ext uri="{28A0092B-C50C-407E-A947-70E740481C1C}">
                <a14:useLocalDpi xmlns:a14="http://schemas.microsoft.com/office/drawing/2010/main" val="0"/>
              </a:ext>
            </a:extLst>
          </a:blip>
          <a:srcRect l="5531" t="13614" r="3643" b="6857"/>
          <a:stretch>
            <a:fillRect/>
          </a:stretch>
        </p:blipFill>
        <p:spPr>
          <a:xfrm>
            <a:off x="7287739" y="1559398"/>
            <a:ext cx="4901185" cy="2340865"/>
          </a:xfrm>
          <a:prstGeom prst="rect">
            <a:avLst/>
          </a:prstGeom>
        </p:spPr>
      </p:pic>
      <p:pic>
        <p:nvPicPr>
          <p:cNvPr id="11" name="Picture 10">
            <a:extLst>
              <a:ext uri="{FF2B5EF4-FFF2-40B4-BE49-F238E27FC236}">
                <a16:creationId xmlns:a16="http://schemas.microsoft.com/office/drawing/2014/main" id="{55A2962B-286F-8D27-7AAE-632008DF3C5E}"/>
              </a:ext>
            </a:extLst>
          </p:cNvPr>
          <p:cNvPicPr>
            <a:picLocks noChangeAspect="1"/>
          </p:cNvPicPr>
          <p:nvPr/>
        </p:nvPicPr>
        <p:blipFill>
          <a:blip r:embed="rId3" cstate="print">
            <a:extLst>
              <a:ext uri="{28A0092B-C50C-407E-A947-70E740481C1C}">
                <a14:useLocalDpi xmlns:a14="http://schemas.microsoft.com/office/drawing/2010/main" val="0"/>
              </a:ext>
            </a:extLst>
          </a:blip>
          <a:srcRect l="8908" r="8147"/>
          <a:stretch>
            <a:fillRect/>
          </a:stretch>
        </p:blipFill>
        <p:spPr>
          <a:xfrm>
            <a:off x="7712529" y="4155697"/>
            <a:ext cx="3559629" cy="2340864"/>
          </a:xfrm>
          <a:prstGeom prst="rect">
            <a:avLst/>
          </a:prstGeom>
        </p:spPr>
      </p:pic>
    </p:spTree>
    <p:extLst>
      <p:ext uri="{BB962C8B-B14F-4D97-AF65-F5344CB8AC3E}">
        <p14:creationId xmlns:p14="http://schemas.microsoft.com/office/powerpoint/2010/main" val="19203556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67229-FA04-8463-D22D-BA1BA5BDA76A}"/>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F246B49A-F02B-2CE3-CE91-21FDF881913C}"/>
              </a:ext>
            </a:extLst>
          </p:cNvPr>
          <p:cNvSpPr/>
          <p:nvPr/>
        </p:nvSpPr>
        <p:spPr>
          <a:xfrm>
            <a:off x="-3075" y="0"/>
            <a:ext cx="12192000" cy="87376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4000" b="1" dirty="0"/>
              <a:t>8 (iii): </a:t>
            </a:r>
            <a:r>
              <a:rPr lang="en-PK" sz="4000" b="1" dirty="0"/>
              <a:t>Intelligence in Machines: Rules vs Learning</a:t>
            </a:r>
            <a:endParaRPr lang="en-PK" sz="4000" b="1" dirty="0">
              <a:latin typeface="Centary school"/>
            </a:endParaRPr>
          </a:p>
        </p:txBody>
      </p:sp>
      <p:sp>
        <p:nvSpPr>
          <p:cNvPr id="7" name="Rectangle 4">
            <a:extLst>
              <a:ext uri="{FF2B5EF4-FFF2-40B4-BE49-F238E27FC236}">
                <a16:creationId xmlns:a16="http://schemas.microsoft.com/office/drawing/2014/main" id="{E7DF85DF-0894-4AC3-F728-5E454121059C}"/>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18</a:t>
            </a:r>
            <a:endParaRPr lang="en-PK" sz="4400" dirty="0">
              <a:latin typeface="Centary school"/>
            </a:endParaRPr>
          </a:p>
        </p:txBody>
      </p:sp>
      <p:sp>
        <p:nvSpPr>
          <p:cNvPr id="3" name="TextBox 2">
            <a:extLst>
              <a:ext uri="{FF2B5EF4-FFF2-40B4-BE49-F238E27FC236}">
                <a16:creationId xmlns:a16="http://schemas.microsoft.com/office/drawing/2014/main" id="{5748EE00-30DB-881E-BF58-B804913FE9AF}"/>
              </a:ext>
            </a:extLst>
          </p:cNvPr>
          <p:cNvSpPr txBox="1"/>
          <p:nvPr/>
        </p:nvSpPr>
        <p:spPr>
          <a:xfrm>
            <a:off x="70757" y="998233"/>
            <a:ext cx="7130143" cy="1015663"/>
          </a:xfrm>
          <a:prstGeom prst="rect">
            <a:avLst/>
          </a:prstGeom>
          <a:noFill/>
        </p:spPr>
        <p:txBody>
          <a:bodyPr wrap="square" rtlCol="0">
            <a:spAutoFit/>
          </a:bodyPr>
          <a:lstStyle/>
          <a:p>
            <a:r>
              <a:rPr lang="en-PK" sz="2000" b="1" dirty="0"/>
              <a:t>How Do We Teach a Machine to Solve a Problem?</a:t>
            </a:r>
            <a:endParaRPr lang="en-GB" sz="2000" b="1" dirty="0"/>
          </a:p>
          <a:p>
            <a:pPr lvl="1"/>
            <a:r>
              <a:rPr lang="en-PK" dirty="0"/>
              <a:t>We can explicitly program the solution</a:t>
            </a:r>
            <a:r>
              <a:rPr lang="en-GB" dirty="0"/>
              <a:t> OR</a:t>
            </a:r>
            <a:r>
              <a:rPr lang="en-PK" dirty="0"/>
              <a:t> we can give the machine examples and let it learn the pattern</a:t>
            </a:r>
            <a:r>
              <a:rPr lang="en-PK" sz="2000" dirty="0"/>
              <a:t>.</a:t>
            </a:r>
            <a:endParaRPr lang="en-PK" sz="2000" b="1" dirty="0"/>
          </a:p>
        </p:txBody>
      </p:sp>
      <p:graphicFrame>
        <p:nvGraphicFramePr>
          <p:cNvPr id="4" name="Diagram 3">
            <a:extLst>
              <a:ext uri="{FF2B5EF4-FFF2-40B4-BE49-F238E27FC236}">
                <a16:creationId xmlns:a16="http://schemas.microsoft.com/office/drawing/2014/main" id="{130A0251-A5AC-BDF8-C630-06537739C125}"/>
              </a:ext>
            </a:extLst>
          </p:cNvPr>
          <p:cNvGraphicFramePr/>
          <p:nvPr>
            <p:extLst>
              <p:ext uri="{D42A27DB-BD31-4B8C-83A1-F6EECF244321}">
                <p14:modId xmlns:p14="http://schemas.microsoft.com/office/powerpoint/2010/main" val="778742069"/>
              </p:ext>
            </p:extLst>
          </p:nvPr>
        </p:nvGraphicFramePr>
        <p:xfrm>
          <a:off x="181885" y="1384395"/>
          <a:ext cx="6125030" cy="33853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122D59DC-1AA3-D0A3-88CE-EDF4FB3A8F1F}"/>
              </a:ext>
            </a:extLst>
          </p:cNvPr>
          <p:cNvSpPr txBox="1"/>
          <p:nvPr/>
        </p:nvSpPr>
        <p:spPr>
          <a:xfrm>
            <a:off x="3946070" y="4259329"/>
            <a:ext cx="3984173" cy="1446550"/>
          </a:xfrm>
          <a:prstGeom prst="rect">
            <a:avLst/>
          </a:prstGeom>
          <a:noFill/>
        </p:spPr>
        <p:txBody>
          <a:bodyPr wrap="square" rtlCol="0">
            <a:spAutoFit/>
          </a:bodyPr>
          <a:lstStyle/>
          <a:p>
            <a:r>
              <a:rPr lang="en-PK" sz="1400" b="1" dirty="0"/>
              <a:t>Example:</a:t>
            </a:r>
            <a:r>
              <a:rPr lang="en-GB" sz="1400" b="1" dirty="0"/>
              <a:t> 2</a:t>
            </a:r>
            <a:endParaRPr lang="en-PK" sz="1400" b="1" dirty="0"/>
          </a:p>
          <a:p>
            <a:r>
              <a:rPr lang="en-PK" sz="1400" dirty="0"/>
              <a:t>Many spam + normal emails</a:t>
            </a:r>
            <a:endParaRPr lang="en-GB" sz="1400" dirty="0"/>
          </a:p>
          <a:p>
            <a:pPr marL="742950" lvl="1" indent="-285750">
              <a:buFont typeface="Arial" panose="020B0604020202020204" pitchFamily="34" charset="0"/>
              <a:buChar char="•"/>
            </a:pPr>
            <a:r>
              <a:rPr lang="en-PK" sz="1400" dirty="0"/>
              <a:t>Learning</a:t>
            </a:r>
            <a:endParaRPr lang="en-GB" sz="1400" dirty="0"/>
          </a:p>
          <a:p>
            <a:pPr marL="742950" lvl="1" indent="-285750">
              <a:buFont typeface="Arial" panose="020B0604020202020204" pitchFamily="34" charset="0"/>
              <a:buChar char="•"/>
            </a:pPr>
            <a:r>
              <a:rPr lang="en-PK" sz="1400" dirty="0"/>
              <a:t>Learned model</a:t>
            </a:r>
            <a:endParaRPr lang="en-GB" sz="1400" dirty="0"/>
          </a:p>
          <a:p>
            <a:pPr marL="742950" lvl="1" indent="-285750">
              <a:buFont typeface="Arial" panose="020B0604020202020204" pitchFamily="34" charset="0"/>
              <a:buChar char="•"/>
            </a:pPr>
            <a:r>
              <a:rPr lang="en-PK" sz="1400" dirty="0"/>
              <a:t>New email → Spam / Not Spam</a:t>
            </a:r>
          </a:p>
          <a:p>
            <a:endParaRPr lang="en-PK" dirty="0"/>
          </a:p>
        </p:txBody>
      </p:sp>
      <p:sp>
        <p:nvSpPr>
          <p:cNvPr id="8" name="TextBox 7">
            <a:extLst>
              <a:ext uri="{FF2B5EF4-FFF2-40B4-BE49-F238E27FC236}">
                <a16:creationId xmlns:a16="http://schemas.microsoft.com/office/drawing/2014/main" id="{E022D636-07DD-33AA-6352-333FC95474CD}"/>
              </a:ext>
            </a:extLst>
          </p:cNvPr>
          <p:cNvSpPr txBox="1"/>
          <p:nvPr/>
        </p:nvSpPr>
        <p:spPr>
          <a:xfrm>
            <a:off x="380999" y="4259329"/>
            <a:ext cx="3254830" cy="1600438"/>
          </a:xfrm>
          <a:prstGeom prst="rect">
            <a:avLst/>
          </a:prstGeom>
          <a:noFill/>
        </p:spPr>
        <p:txBody>
          <a:bodyPr wrap="square" rtlCol="0">
            <a:spAutoFit/>
          </a:bodyPr>
          <a:lstStyle/>
          <a:p>
            <a:r>
              <a:rPr lang="en-GB" sz="1400" b="1" dirty="0"/>
              <a:t>Example:1</a:t>
            </a:r>
          </a:p>
          <a:p>
            <a:r>
              <a:rPr lang="en-GB" sz="1400" dirty="0"/>
              <a:t>IF message contains suspicious pattern</a:t>
            </a:r>
          </a:p>
          <a:p>
            <a:r>
              <a:rPr lang="en-GB" sz="1400" dirty="0"/>
              <a:t>        ↓</a:t>
            </a:r>
          </a:p>
          <a:p>
            <a:r>
              <a:rPr lang="en-GB" sz="1400" dirty="0"/>
              <a:t>      SPAM</a:t>
            </a:r>
          </a:p>
          <a:p>
            <a:r>
              <a:rPr lang="en-GB" sz="1400" dirty="0"/>
              <a:t>ELSE</a:t>
            </a:r>
          </a:p>
          <a:p>
            <a:r>
              <a:rPr lang="en-GB" sz="1400" dirty="0"/>
              <a:t>        ↓</a:t>
            </a:r>
          </a:p>
          <a:p>
            <a:r>
              <a:rPr lang="en-GB" sz="1400" dirty="0"/>
              <a:t>     NOT SPAM</a:t>
            </a:r>
            <a:endParaRPr lang="en-PK" sz="1400" dirty="0"/>
          </a:p>
        </p:txBody>
      </p:sp>
      <p:pic>
        <p:nvPicPr>
          <p:cNvPr id="11" name="Picture 10">
            <a:extLst>
              <a:ext uri="{FF2B5EF4-FFF2-40B4-BE49-F238E27FC236}">
                <a16:creationId xmlns:a16="http://schemas.microsoft.com/office/drawing/2014/main" id="{F24E7A43-0317-7FD1-D645-FBD0D708369A}"/>
              </a:ext>
            </a:extLst>
          </p:cNvPr>
          <p:cNvPicPr>
            <a:picLocks noChangeAspect="1"/>
          </p:cNvPicPr>
          <p:nvPr/>
        </p:nvPicPr>
        <p:blipFill>
          <a:blip r:embed="rId7" cstate="print">
            <a:extLst>
              <a:ext uri="{28A0092B-C50C-407E-A947-70E740481C1C}">
                <a14:useLocalDpi xmlns:a14="http://schemas.microsoft.com/office/drawing/2010/main" val="0"/>
              </a:ext>
            </a:extLst>
          </a:blip>
          <a:srcRect l="5419" t="8838" r="51996" b="10420"/>
          <a:stretch>
            <a:fillRect/>
          </a:stretch>
        </p:blipFill>
        <p:spPr>
          <a:xfrm>
            <a:off x="8354728" y="977718"/>
            <a:ext cx="2520101" cy="2606288"/>
          </a:xfrm>
          <a:prstGeom prst="rect">
            <a:avLst/>
          </a:prstGeom>
        </p:spPr>
      </p:pic>
      <p:pic>
        <p:nvPicPr>
          <p:cNvPr id="13" name="Picture 12">
            <a:extLst>
              <a:ext uri="{FF2B5EF4-FFF2-40B4-BE49-F238E27FC236}">
                <a16:creationId xmlns:a16="http://schemas.microsoft.com/office/drawing/2014/main" id="{86390ECA-1B08-D09E-8F75-A73889094B30}"/>
              </a:ext>
            </a:extLst>
          </p:cNvPr>
          <p:cNvPicPr>
            <a:picLocks noChangeAspect="1"/>
          </p:cNvPicPr>
          <p:nvPr/>
        </p:nvPicPr>
        <p:blipFill>
          <a:blip r:embed="rId7" cstate="print">
            <a:extLst>
              <a:ext uri="{28A0092B-C50C-407E-A947-70E740481C1C}">
                <a14:useLocalDpi xmlns:a14="http://schemas.microsoft.com/office/drawing/2010/main" val="0"/>
              </a:ext>
            </a:extLst>
          </a:blip>
          <a:srcRect l="52324" t="9358" r="5091" b="9900"/>
          <a:stretch>
            <a:fillRect/>
          </a:stretch>
        </p:blipFill>
        <p:spPr>
          <a:xfrm>
            <a:off x="8362635" y="3794542"/>
            <a:ext cx="2618072" cy="2707610"/>
          </a:xfrm>
          <a:prstGeom prst="rect">
            <a:avLst/>
          </a:prstGeom>
        </p:spPr>
      </p:pic>
    </p:spTree>
    <p:extLst>
      <p:ext uri="{BB962C8B-B14F-4D97-AF65-F5344CB8AC3E}">
        <p14:creationId xmlns:p14="http://schemas.microsoft.com/office/powerpoint/2010/main" val="17709739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DB7C5-FC4C-97A1-7C6C-985A2DB757F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0201BB1-36D8-6FF3-A099-2DA34141AE86}"/>
              </a:ext>
            </a:extLst>
          </p:cNvPr>
          <p:cNvSpPr/>
          <p:nvPr/>
        </p:nvSpPr>
        <p:spPr>
          <a:xfrm>
            <a:off x="0" y="0"/>
            <a:ext cx="12192000" cy="87376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4000" b="1" dirty="0"/>
              <a:t>8 (iv): </a:t>
            </a:r>
            <a:r>
              <a:rPr lang="en-PK" sz="4000" b="1" dirty="0"/>
              <a:t>The Basic Idea of an AI System</a:t>
            </a:r>
            <a:endParaRPr lang="en-PK" sz="4000" b="1" dirty="0">
              <a:latin typeface="Centary school"/>
            </a:endParaRPr>
          </a:p>
        </p:txBody>
      </p:sp>
      <p:sp>
        <p:nvSpPr>
          <p:cNvPr id="7" name="Rectangle 4">
            <a:extLst>
              <a:ext uri="{FF2B5EF4-FFF2-40B4-BE49-F238E27FC236}">
                <a16:creationId xmlns:a16="http://schemas.microsoft.com/office/drawing/2014/main" id="{4873F3CB-DE9B-A250-5D7F-0A428AE1E1E0}"/>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19</a:t>
            </a:r>
            <a:endParaRPr lang="en-PK" sz="4400" dirty="0">
              <a:latin typeface="Centary school"/>
            </a:endParaRPr>
          </a:p>
        </p:txBody>
      </p:sp>
      <p:pic>
        <p:nvPicPr>
          <p:cNvPr id="3" name="Picture 2">
            <a:extLst>
              <a:ext uri="{FF2B5EF4-FFF2-40B4-BE49-F238E27FC236}">
                <a16:creationId xmlns:a16="http://schemas.microsoft.com/office/drawing/2014/main" id="{AAFA87C2-580E-9AB8-AED0-F64A11BC7EDF}"/>
              </a:ext>
            </a:extLst>
          </p:cNvPr>
          <p:cNvPicPr>
            <a:picLocks noChangeAspect="1"/>
          </p:cNvPicPr>
          <p:nvPr/>
        </p:nvPicPr>
        <p:blipFill>
          <a:blip r:embed="rId2">
            <a:extLst>
              <a:ext uri="{28A0092B-C50C-407E-A947-70E740481C1C}">
                <a14:useLocalDpi xmlns:a14="http://schemas.microsoft.com/office/drawing/2010/main" val="0"/>
              </a:ext>
            </a:extLst>
          </a:blip>
          <a:srcRect l="6181" t="32722" b="49706"/>
          <a:stretch>
            <a:fillRect/>
          </a:stretch>
        </p:blipFill>
        <p:spPr>
          <a:xfrm>
            <a:off x="126656" y="1390055"/>
            <a:ext cx="6464044" cy="660400"/>
          </a:xfrm>
          <a:prstGeom prst="rect">
            <a:avLst/>
          </a:prstGeom>
        </p:spPr>
      </p:pic>
      <p:pic>
        <p:nvPicPr>
          <p:cNvPr id="6" name="Picture 5">
            <a:extLst>
              <a:ext uri="{FF2B5EF4-FFF2-40B4-BE49-F238E27FC236}">
                <a16:creationId xmlns:a16="http://schemas.microsoft.com/office/drawing/2014/main" id="{72A47111-B3E7-234E-ABFB-56CDA937ED62}"/>
              </a:ext>
            </a:extLst>
          </p:cNvPr>
          <p:cNvPicPr>
            <a:picLocks noChangeAspect="1"/>
          </p:cNvPicPr>
          <p:nvPr/>
        </p:nvPicPr>
        <p:blipFill>
          <a:blip r:embed="rId3">
            <a:extLst>
              <a:ext uri="{28A0092B-C50C-407E-A947-70E740481C1C}">
                <a14:useLocalDpi xmlns:a14="http://schemas.microsoft.com/office/drawing/2010/main" val="0"/>
              </a:ext>
            </a:extLst>
          </a:blip>
          <a:srcRect l="39093" r="39093"/>
          <a:stretch>
            <a:fillRect/>
          </a:stretch>
        </p:blipFill>
        <p:spPr>
          <a:xfrm>
            <a:off x="8622452" y="1041489"/>
            <a:ext cx="2643696" cy="5243808"/>
          </a:xfrm>
          <a:prstGeom prst="rect">
            <a:avLst/>
          </a:prstGeom>
        </p:spPr>
      </p:pic>
      <p:sp>
        <p:nvSpPr>
          <p:cNvPr id="8" name="TextBox 7">
            <a:extLst>
              <a:ext uri="{FF2B5EF4-FFF2-40B4-BE49-F238E27FC236}">
                <a16:creationId xmlns:a16="http://schemas.microsoft.com/office/drawing/2014/main" id="{B1E2CE8F-5BD9-F2FE-E520-0421743330D9}"/>
              </a:ext>
            </a:extLst>
          </p:cNvPr>
          <p:cNvSpPr txBox="1"/>
          <p:nvPr/>
        </p:nvSpPr>
        <p:spPr>
          <a:xfrm>
            <a:off x="344584" y="6144449"/>
            <a:ext cx="6629400" cy="369332"/>
          </a:xfrm>
          <a:prstGeom prst="rect">
            <a:avLst/>
          </a:prstGeom>
          <a:noFill/>
        </p:spPr>
        <p:txBody>
          <a:bodyPr wrap="square" rtlCol="0">
            <a:spAutoFit/>
          </a:bodyPr>
          <a:lstStyle/>
          <a:p>
            <a:pPr marL="285750" indent="-285750">
              <a:buFont typeface="Wingdings" panose="05000000000000000000" pitchFamily="2" charset="2"/>
              <a:buChar char="Ø"/>
            </a:pPr>
            <a:r>
              <a:rPr lang="en-PK" dirty="0"/>
              <a:t>An AI system transforms input information into a useful output.</a:t>
            </a:r>
          </a:p>
        </p:txBody>
      </p:sp>
      <p:sp>
        <p:nvSpPr>
          <p:cNvPr id="10" name="TextBox 9">
            <a:extLst>
              <a:ext uri="{FF2B5EF4-FFF2-40B4-BE49-F238E27FC236}">
                <a16:creationId xmlns:a16="http://schemas.microsoft.com/office/drawing/2014/main" id="{AE6556E5-CA58-2ACD-0425-278D922CA624}"/>
              </a:ext>
            </a:extLst>
          </p:cNvPr>
          <p:cNvSpPr txBox="1"/>
          <p:nvPr/>
        </p:nvSpPr>
        <p:spPr>
          <a:xfrm>
            <a:off x="286351" y="911514"/>
            <a:ext cx="2004864" cy="461665"/>
          </a:xfrm>
          <a:prstGeom prst="rect">
            <a:avLst/>
          </a:prstGeom>
          <a:noFill/>
        </p:spPr>
        <p:txBody>
          <a:bodyPr wrap="square" rtlCol="0">
            <a:spAutoFit/>
          </a:bodyPr>
          <a:lstStyle/>
          <a:p>
            <a:r>
              <a:rPr lang="en-GB" sz="2400" b="1" dirty="0"/>
              <a:t>Basic Idea</a:t>
            </a:r>
            <a:endParaRPr lang="en-PK" sz="2400" b="1" dirty="0"/>
          </a:p>
        </p:txBody>
      </p:sp>
      <p:sp>
        <p:nvSpPr>
          <p:cNvPr id="12" name="TextBox 11">
            <a:extLst>
              <a:ext uri="{FF2B5EF4-FFF2-40B4-BE49-F238E27FC236}">
                <a16:creationId xmlns:a16="http://schemas.microsoft.com/office/drawing/2014/main" id="{C68EF6CC-0785-F0E1-EA27-9201EF7504AD}"/>
              </a:ext>
            </a:extLst>
          </p:cNvPr>
          <p:cNvSpPr txBox="1"/>
          <p:nvPr/>
        </p:nvSpPr>
        <p:spPr>
          <a:xfrm>
            <a:off x="1663549" y="2169671"/>
            <a:ext cx="3962018" cy="400110"/>
          </a:xfrm>
          <a:prstGeom prst="rect">
            <a:avLst/>
          </a:prstGeom>
          <a:noFill/>
        </p:spPr>
        <p:txBody>
          <a:bodyPr wrap="square" rtlCol="0">
            <a:spAutoFit/>
          </a:bodyPr>
          <a:lstStyle/>
          <a:p>
            <a:r>
              <a:rPr lang="en-GB" sz="2000" b="1" dirty="0"/>
              <a:t>Some Visual Examples</a:t>
            </a:r>
            <a:endParaRPr lang="en-PK" sz="2000" b="1" dirty="0"/>
          </a:p>
        </p:txBody>
      </p:sp>
      <p:pic>
        <p:nvPicPr>
          <p:cNvPr id="14" name="Picture 13">
            <a:extLst>
              <a:ext uri="{FF2B5EF4-FFF2-40B4-BE49-F238E27FC236}">
                <a16:creationId xmlns:a16="http://schemas.microsoft.com/office/drawing/2014/main" id="{D160D31E-9038-77AD-2FE7-9531B6A30DBF}"/>
              </a:ext>
            </a:extLst>
          </p:cNvPr>
          <p:cNvPicPr>
            <a:picLocks noChangeAspect="1"/>
          </p:cNvPicPr>
          <p:nvPr/>
        </p:nvPicPr>
        <p:blipFill>
          <a:blip r:embed="rId3">
            <a:extLst>
              <a:ext uri="{28A0092B-C50C-407E-A947-70E740481C1C}">
                <a14:useLocalDpi xmlns:a14="http://schemas.microsoft.com/office/drawing/2010/main" val="0"/>
              </a:ext>
            </a:extLst>
          </a:blip>
          <a:srcRect l="62426" t="51807" r="2988" b="2317"/>
          <a:stretch>
            <a:fillRect/>
          </a:stretch>
        </p:blipFill>
        <p:spPr>
          <a:xfrm>
            <a:off x="925852" y="2559421"/>
            <a:ext cx="5825838" cy="3512612"/>
          </a:xfrm>
          <a:prstGeom prst="rect">
            <a:avLst/>
          </a:prstGeom>
        </p:spPr>
      </p:pic>
      <mc:AlternateContent xmlns:mc="http://schemas.openxmlformats.org/markup-compatibility/2006" xmlns:p14="http://schemas.microsoft.com/office/powerpoint/2010/main">
        <mc:Choice Requires="p14">
          <p:contentPart p14:bwMode="auto" r:id="rId4">
            <p14:nvContentPartPr>
              <p14:cNvPr id="15" name="Ink 14">
                <a:extLst>
                  <a:ext uri="{FF2B5EF4-FFF2-40B4-BE49-F238E27FC236}">
                    <a16:creationId xmlns:a16="http://schemas.microsoft.com/office/drawing/2014/main" id="{FF65DF88-3730-8442-D87C-ACA856FD02EB}"/>
                  </a:ext>
                </a:extLst>
              </p14:cNvPr>
              <p14:cNvContentPartPr/>
              <p14:nvPr/>
            </p14:nvContentPartPr>
            <p14:xfrm>
              <a:off x="2247700" y="1860400"/>
              <a:ext cx="360" cy="360"/>
            </p14:xfrm>
          </p:contentPart>
        </mc:Choice>
        <mc:Fallback xmlns="">
          <p:pic>
            <p:nvPicPr>
              <p:cNvPr id="15" name="Ink 14">
                <a:extLst>
                  <a:ext uri="{FF2B5EF4-FFF2-40B4-BE49-F238E27FC236}">
                    <a16:creationId xmlns:a16="http://schemas.microsoft.com/office/drawing/2014/main" id="{FF65DF88-3730-8442-D87C-ACA856FD02EB}"/>
                  </a:ext>
                </a:extLst>
              </p:cNvPr>
              <p:cNvPicPr/>
              <p:nvPr/>
            </p:nvPicPr>
            <p:blipFill>
              <a:blip r:embed="rId5"/>
              <a:stretch>
                <a:fillRect/>
              </a:stretch>
            </p:blipFill>
            <p:spPr>
              <a:xfrm>
                <a:off x="2185060" y="179740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 name="Ink 15">
                <a:extLst>
                  <a:ext uri="{FF2B5EF4-FFF2-40B4-BE49-F238E27FC236}">
                    <a16:creationId xmlns:a16="http://schemas.microsoft.com/office/drawing/2014/main" id="{FE813184-BEAE-E0EC-11E0-E7950A3B571C}"/>
                  </a:ext>
                </a:extLst>
              </p14:cNvPr>
              <p14:cNvContentPartPr/>
              <p14:nvPr/>
            </p14:nvContentPartPr>
            <p14:xfrm>
              <a:off x="6381580" y="1809640"/>
              <a:ext cx="360" cy="360"/>
            </p14:xfrm>
          </p:contentPart>
        </mc:Choice>
        <mc:Fallback xmlns="">
          <p:pic>
            <p:nvPicPr>
              <p:cNvPr id="16" name="Ink 15">
                <a:extLst>
                  <a:ext uri="{FF2B5EF4-FFF2-40B4-BE49-F238E27FC236}">
                    <a16:creationId xmlns:a16="http://schemas.microsoft.com/office/drawing/2014/main" id="{FE813184-BEAE-E0EC-11E0-E7950A3B571C}"/>
                  </a:ext>
                </a:extLst>
              </p:cNvPr>
              <p:cNvPicPr/>
              <p:nvPr/>
            </p:nvPicPr>
            <p:blipFill>
              <a:blip r:embed="rId5"/>
              <a:stretch>
                <a:fillRect/>
              </a:stretch>
            </p:blipFill>
            <p:spPr>
              <a:xfrm>
                <a:off x="6318580" y="1746640"/>
                <a:ext cx="126000" cy="126000"/>
              </a:xfrm>
              <a:prstGeom prst="rect">
                <a:avLst/>
              </a:prstGeom>
            </p:spPr>
          </p:pic>
        </mc:Fallback>
      </mc:AlternateContent>
    </p:spTree>
    <p:extLst>
      <p:ext uri="{BB962C8B-B14F-4D97-AF65-F5344CB8AC3E}">
        <p14:creationId xmlns:p14="http://schemas.microsoft.com/office/powerpoint/2010/main" val="20388552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D395B"/>
        </a:solidFill>
        <a:effectLst/>
      </p:bgPr>
    </p:bg>
    <p:spTree>
      <p:nvGrpSpPr>
        <p:cNvPr id="1" name="">
          <a:extLst>
            <a:ext uri="{FF2B5EF4-FFF2-40B4-BE49-F238E27FC236}">
              <a16:creationId xmlns:a16="http://schemas.microsoft.com/office/drawing/2014/main" id="{0FEC2C8A-2FD5-D142-5215-16CAB28746FD}"/>
            </a:ext>
          </a:extLst>
        </p:cNvPr>
        <p:cNvGrpSpPr/>
        <p:nvPr/>
      </p:nvGrpSpPr>
      <p:grpSpPr>
        <a:xfrm>
          <a:off x="0" y="0"/>
          <a:ext cx="0" cy="0"/>
          <a:chOff x="0" y="0"/>
          <a:chExt cx="0" cy="0"/>
        </a:xfrm>
      </p:grpSpPr>
      <p:sp>
        <p:nvSpPr>
          <p:cNvPr id="1048663" name="TextBox 3">
            <a:extLst>
              <a:ext uri="{FF2B5EF4-FFF2-40B4-BE49-F238E27FC236}">
                <a16:creationId xmlns:a16="http://schemas.microsoft.com/office/drawing/2014/main" id="{7B0CCBCF-5C1C-286D-D99E-09FC67137D3F}"/>
              </a:ext>
            </a:extLst>
          </p:cNvPr>
          <p:cNvSpPr txBox="1"/>
          <p:nvPr/>
        </p:nvSpPr>
        <p:spPr>
          <a:xfrm>
            <a:off x="992587" y="2849460"/>
            <a:ext cx="10006250" cy="1200329"/>
          </a:xfrm>
          <a:prstGeom prst="rect">
            <a:avLst/>
          </a:prstGeom>
          <a:noFill/>
        </p:spPr>
        <p:txBody>
          <a:bodyPr wrap="square" rtlCol="0">
            <a:spAutoFit/>
          </a:bodyPr>
          <a:lstStyle/>
          <a:p>
            <a:pPr algn="ctr"/>
            <a:r>
              <a:rPr lang="en-GB" sz="7200" dirty="0">
                <a:solidFill>
                  <a:schemeClr val="bg1"/>
                </a:solidFill>
                <a:effectLst>
                  <a:glow rad="139700">
                    <a:schemeClr val="accent1">
                      <a:satMod val="175000"/>
                      <a:alpha val="40000"/>
                    </a:schemeClr>
                  </a:glow>
                </a:effectLst>
              </a:rPr>
              <a:t>9. Multimodal AI</a:t>
            </a:r>
          </a:p>
        </p:txBody>
      </p:sp>
      <p:sp>
        <p:nvSpPr>
          <p:cNvPr id="3" name="Rectangle 4">
            <a:extLst>
              <a:ext uri="{FF2B5EF4-FFF2-40B4-BE49-F238E27FC236}">
                <a16:creationId xmlns:a16="http://schemas.microsoft.com/office/drawing/2014/main" id="{CA8C2E5D-81D4-CCBC-E962-951C9C5BEF25}"/>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20</a:t>
            </a:r>
            <a:endParaRPr lang="en-PK" sz="4400" dirty="0">
              <a:latin typeface="Centary school"/>
            </a:endParaRPr>
          </a:p>
        </p:txBody>
      </p:sp>
      <p:sp>
        <p:nvSpPr>
          <p:cNvPr id="5" name="Rectangle 4">
            <a:extLst>
              <a:ext uri="{FF2B5EF4-FFF2-40B4-BE49-F238E27FC236}">
                <a16:creationId xmlns:a16="http://schemas.microsoft.com/office/drawing/2014/main" id="{8008FF52-6921-BC2F-6C3A-1981B37A70D4}"/>
              </a:ext>
            </a:extLst>
          </p:cNvPr>
          <p:cNvSpPr/>
          <p:nvPr/>
        </p:nvSpPr>
        <p:spPr>
          <a:xfrm>
            <a:off x="0" y="0"/>
            <a:ext cx="12192000" cy="631371"/>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endParaRPr lang="en-PK" sz="4000" b="1" dirty="0">
              <a:latin typeface="Centary school"/>
            </a:endParaRPr>
          </a:p>
        </p:txBody>
      </p:sp>
    </p:spTree>
    <p:extLst>
      <p:ext uri="{BB962C8B-B14F-4D97-AF65-F5344CB8AC3E}">
        <p14:creationId xmlns:p14="http://schemas.microsoft.com/office/powerpoint/2010/main" val="35232003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Rectangle 4"/>
          <p:cNvSpPr/>
          <p:nvPr/>
        </p:nvSpPr>
        <p:spPr>
          <a:xfrm>
            <a:off x="0" y="0"/>
            <a:ext cx="12192000" cy="87376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GB" sz="4000" b="1" dirty="0">
                <a:latin typeface="Centary school"/>
              </a:rPr>
              <a:t>9 (</a:t>
            </a:r>
            <a:r>
              <a:rPr lang="en-GB" sz="4000" b="1" dirty="0" err="1">
                <a:latin typeface="Centary school"/>
              </a:rPr>
              <a:t>i</a:t>
            </a:r>
            <a:r>
              <a:rPr lang="en-GB" sz="4000" b="1" dirty="0">
                <a:latin typeface="Centary school"/>
              </a:rPr>
              <a:t>): The Real-World Problem</a:t>
            </a:r>
            <a:endParaRPr lang="en-PK" sz="4000" b="1" dirty="0">
              <a:latin typeface="Centary school"/>
            </a:endParaRPr>
          </a:p>
        </p:txBody>
      </p:sp>
      <p:sp>
        <p:nvSpPr>
          <p:cNvPr id="1048596" name="TextBox 5"/>
          <p:cNvSpPr txBox="1"/>
          <p:nvPr/>
        </p:nvSpPr>
        <p:spPr>
          <a:xfrm>
            <a:off x="335280" y="975360"/>
            <a:ext cx="4480560" cy="2339102"/>
          </a:xfrm>
          <a:prstGeom prst="rect">
            <a:avLst/>
          </a:prstGeom>
          <a:noFill/>
        </p:spPr>
        <p:txBody>
          <a:bodyPr wrap="square" rtlCol="0">
            <a:spAutoFit/>
          </a:bodyPr>
          <a:lstStyle/>
          <a:p>
            <a:r>
              <a:rPr lang="en-PK" sz="2000" b="1" dirty="0">
                <a:latin typeface="Centary school"/>
              </a:rPr>
              <a:t>One event. Many signals.</a:t>
            </a:r>
          </a:p>
          <a:p>
            <a:pPr marL="285750" indent="-285750">
              <a:buFont typeface="Arial" panose="020B0604020202020204" pitchFamily="34" charset="0"/>
              <a:buChar char="•"/>
            </a:pPr>
            <a:r>
              <a:rPr lang="en-PK" dirty="0">
                <a:latin typeface="Centary school"/>
              </a:rPr>
              <a:t>Imagine an autonomous vehicle approaching a busy crossing at night.</a:t>
            </a:r>
            <a:br>
              <a:rPr lang="en-GB" dirty="0">
                <a:latin typeface="Centary school"/>
              </a:rPr>
            </a:br>
            <a:endParaRPr lang="en-PK" dirty="0">
              <a:latin typeface="Centary school"/>
            </a:endParaRPr>
          </a:p>
          <a:p>
            <a:pPr marL="285750" indent="-285750">
              <a:buFont typeface="Arial" panose="020B0604020202020204" pitchFamily="34" charset="0"/>
              <a:buChar char="•"/>
            </a:pPr>
            <a:r>
              <a:rPr lang="en-PK" dirty="0">
                <a:latin typeface="Centary school"/>
              </a:rPr>
              <a:t>A single real-world situation generates multiple, complementary</a:t>
            </a:r>
            <a:r>
              <a:rPr lang="en-US" dirty="0">
                <a:latin typeface="Centary school"/>
              </a:rPr>
              <a:t> (</a:t>
            </a:r>
            <a:r>
              <a:rPr lang="en-US" sz="900" dirty="0">
                <a:latin typeface="Centary school"/>
              </a:rPr>
              <a:t>different but useful together</a:t>
            </a:r>
            <a:r>
              <a:rPr lang="en-US" dirty="0">
                <a:latin typeface="Centary school"/>
              </a:rPr>
              <a:t>)</a:t>
            </a:r>
            <a:r>
              <a:rPr lang="en-PK" dirty="0">
                <a:latin typeface="Centary school"/>
              </a:rPr>
              <a:t> sources of information.</a:t>
            </a:r>
          </a:p>
          <a:p>
            <a:endParaRPr lang="en-PK" dirty="0">
              <a:latin typeface="Centary school"/>
            </a:endParaRPr>
          </a:p>
        </p:txBody>
      </p:sp>
      <p:sp>
        <p:nvSpPr>
          <p:cNvPr id="1048597" name="TextBox 6"/>
          <p:cNvSpPr txBox="1"/>
          <p:nvPr/>
        </p:nvSpPr>
        <p:spPr>
          <a:xfrm>
            <a:off x="335280" y="3164681"/>
            <a:ext cx="4988560" cy="3416320"/>
          </a:xfrm>
          <a:prstGeom prst="rect">
            <a:avLst/>
          </a:prstGeom>
          <a:noFill/>
        </p:spPr>
        <p:txBody>
          <a:bodyPr wrap="square" rtlCol="0">
            <a:spAutoFit/>
          </a:bodyPr>
          <a:lstStyle/>
          <a:p>
            <a:r>
              <a:rPr lang="en-PK" b="1" dirty="0">
                <a:latin typeface="Centary school"/>
              </a:rPr>
              <a:t>The challenge</a:t>
            </a:r>
          </a:p>
          <a:p>
            <a:r>
              <a:rPr lang="en-PK" dirty="0">
                <a:latin typeface="Centary school"/>
              </a:rPr>
              <a:t>Can one information source provide enough evidence to understand the situation reliably?</a:t>
            </a:r>
            <a:br>
              <a:rPr lang="en-GB" dirty="0">
                <a:latin typeface="Centary school"/>
              </a:rPr>
            </a:br>
            <a:endParaRPr lang="en-PK" dirty="0">
              <a:latin typeface="Centary school"/>
            </a:endParaRPr>
          </a:p>
          <a:p>
            <a:r>
              <a:rPr lang="en-PK" dirty="0">
                <a:latin typeface="Centary school"/>
              </a:rPr>
              <a:t>Real-world intelligence requires combining information that is distributed across different signals.</a:t>
            </a:r>
            <a:endParaRPr lang="en-GB" dirty="0">
              <a:latin typeface="Centary school"/>
            </a:endParaRPr>
          </a:p>
          <a:p>
            <a:endParaRPr lang="en-PK" dirty="0">
              <a:latin typeface="Centary school"/>
            </a:endParaRPr>
          </a:p>
          <a:p>
            <a:r>
              <a:rPr lang="en-PK" b="1" dirty="0">
                <a:latin typeface="Centary school"/>
              </a:rPr>
              <a:t>Think–pair–share</a:t>
            </a:r>
          </a:p>
          <a:p>
            <a:r>
              <a:rPr lang="en-PK" dirty="0">
                <a:latin typeface="Centary school"/>
              </a:rPr>
              <a:t>Which signal would you trust most in this situation?</a:t>
            </a:r>
            <a:br>
              <a:rPr lang="en-PK" dirty="0">
                <a:latin typeface="Centary school"/>
              </a:rPr>
            </a:br>
            <a:r>
              <a:rPr lang="en-PK" dirty="0">
                <a:latin typeface="Centary school"/>
              </a:rPr>
              <a:t>When could that signal fail?</a:t>
            </a:r>
          </a:p>
          <a:p>
            <a:endParaRPr lang="en-PK" dirty="0">
              <a:latin typeface="Centary school"/>
            </a:endParaRPr>
          </a:p>
        </p:txBody>
      </p:sp>
      <p:pic>
        <p:nvPicPr>
          <p:cNvPr id="2097152" name="Picture 8"/>
          <p:cNvPicPr>
            <a:picLocks noChangeAspect="1"/>
          </p:cNvPicPr>
          <p:nvPr/>
        </p:nvPicPr>
        <p:blipFill>
          <a:blip r:embed="rId3"/>
          <a:srcRect t="5334" b="5778"/>
          <a:stretch>
            <a:fillRect/>
          </a:stretch>
        </p:blipFill>
        <p:spPr>
          <a:xfrm>
            <a:off x="5556414" y="975360"/>
            <a:ext cx="6300306" cy="5216718"/>
          </a:xfrm>
          <a:prstGeom prst="rect">
            <a:avLst/>
          </a:prstGeom>
        </p:spPr>
      </p:pic>
      <mc:AlternateContent xmlns:mc="http://schemas.openxmlformats.org/markup-compatibility/2006" xmlns:p14="http://schemas.microsoft.com/office/powerpoint/2010/main">
        <mc:Choice Requires="p14">
          <p:contentPart p14:bwMode="auto" r:id="rId4">
            <p14:nvContentPartPr>
              <p14:cNvPr id="1048760" name="Ink 1048759"/>
              <p14:cNvContentPartPr/>
              <p14:nvPr/>
            </p14:nvContentPartPr>
            <p14:xfrm>
              <a:off x="10256017" y="5707066"/>
              <a:ext cx="0" cy="0"/>
            </p14:xfrm>
          </p:contentPart>
        </mc:Choice>
        <mc:Fallback xmlns="">
          <p:sp>
            <p:nvSpPr>
              <p:cNvPr id="1048760" name=""/>
              <p:cNvSpPr/>
              <p:nvPr/>
            </p:nvSpPr>
            <p:spPr>
              <a:xfrm>
                <a:off x="10256017" y="5707066"/>
                <a:ext cx="0" cy="0"/>
              </a:xfrm>
            </p:spPr>
          </p:sp>
        </mc:Fallback>
      </mc:AlternateContent>
      <p:pic>
        <p:nvPicPr>
          <p:cNvPr id="3" name="Graphic 2" descr="Marker with solid fill">
            <a:extLst>
              <a:ext uri="{FF2B5EF4-FFF2-40B4-BE49-F238E27FC236}">
                <a16:creationId xmlns:a16="http://schemas.microsoft.com/office/drawing/2014/main" id="{BD1B4A29-E494-0D9E-7EC2-795BA10FC1C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722803" y="5680903"/>
            <a:ext cx="612775" cy="612775"/>
          </a:xfrm>
          <a:prstGeom prst="rect">
            <a:avLst/>
          </a:prstGeom>
        </p:spPr>
      </p:pic>
      <p:sp>
        <p:nvSpPr>
          <p:cNvPr id="6" name="Rectangle 4">
            <a:extLst>
              <a:ext uri="{FF2B5EF4-FFF2-40B4-BE49-F238E27FC236}">
                <a16:creationId xmlns:a16="http://schemas.microsoft.com/office/drawing/2014/main" id="{B6397DA7-B04A-1D12-03CE-E962DD43E9F2}"/>
              </a:ext>
            </a:extLst>
          </p:cNvPr>
          <p:cNvSpPr/>
          <p:nvPr/>
        </p:nvSpPr>
        <p:spPr>
          <a:xfrm>
            <a:off x="-3075" y="6581000"/>
            <a:ext cx="12192000" cy="2769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21</a:t>
            </a:r>
            <a:endParaRPr lang="en-PK" sz="4400" dirty="0">
              <a:latin typeface="Centary schoo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Content Placeholder 2"/>
          <p:cNvSpPr>
            <a:spLocks noGrp="1"/>
          </p:cNvSpPr>
          <p:nvPr>
            <p:ph idx="1"/>
          </p:nvPr>
        </p:nvSpPr>
        <p:spPr>
          <a:xfrm>
            <a:off x="368166" y="1031005"/>
            <a:ext cx="6375400" cy="5398135"/>
          </a:xfrm>
        </p:spPr>
        <p:txBody>
          <a:bodyPr>
            <a:normAutofit/>
          </a:bodyPr>
          <a:lstStyle/>
          <a:p>
            <a:pPr marL="0" indent="0">
              <a:buNone/>
            </a:pPr>
            <a:r>
              <a:rPr lang="en-PK" b="1" dirty="0">
                <a:latin typeface="Centary school"/>
              </a:rPr>
              <a:t>The Central Question</a:t>
            </a:r>
          </a:p>
          <a:p>
            <a:pPr marL="457200" lvl="1" indent="0">
              <a:buNone/>
            </a:pPr>
            <a:r>
              <a:rPr lang="en-PK" dirty="0">
                <a:latin typeface="Centary school"/>
              </a:rPr>
              <a:t>How does intelligence emerge when information comes from multiple sources?</a:t>
            </a:r>
            <a:endParaRPr lang="en-GB" dirty="0">
              <a:latin typeface="Centary school"/>
            </a:endParaRPr>
          </a:p>
          <a:p>
            <a:pPr marL="457200" lvl="1" indent="0">
              <a:buNone/>
            </a:pPr>
            <a:endParaRPr lang="en-PK" dirty="0">
              <a:latin typeface="Centary school"/>
            </a:endParaRPr>
          </a:p>
          <a:p>
            <a:pPr marL="0" indent="0">
              <a:buNone/>
            </a:pPr>
            <a:r>
              <a:rPr lang="en-PK" sz="1900" dirty="0">
                <a:latin typeface="Centary school"/>
              </a:rPr>
              <a:t>Traditional AI systems often specialize in one information type:</a:t>
            </a:r>
          </a:p>
          <a:p>
            <a:pPr lvl="1"/>
            <a:r>
              <a:rPr lang="en-PK" sz="1600" b="1" dirty="0">
                <a:latin typeface="Centary school"/>
              </a:rPr>
              <a:t>Computer Vision</a:t>
            </a:r>
            <a:endParaRPr lang="en-PK" sz="1600" dirty="0">
              <a:latin typeface="Centary school"/>
            </a:endParaRPr>
          </a:p>
          <a:p>
            <a:pPr lvl="1"/>
            <a:r>
              <a:rPr lang="en-PK" sz="1600" b="1" dirty="0">
                <a:latin typeface="Centary school"/>
              </a:rPr>
              <a:t>Natural Language Processing</a:t>
            </a:r>
            <a:endParaRPr lang="en-PK" sz="1600" dirty="0">
              <a:latin typeface="Centary school"/>
            </a:endParaRPr>
          </a:p>
          <a:p>
            <a:pPr lvl="1"/>
            <a:r>
              <a:rPr lang="en-PK" sz="1600" b="1" dirty="0">
                <a:latin typeface="Centary school"/>
              </a:rPr>
              <a:t>Speech AI</a:t>
            </a:r>
            <a:endParaRPr lang="en-PK" sz="1600" dirty="0">
              <a:latin typeface="Centary school"/>
            </a:endParaRPr>
          </a:p>
          <a:p>
            <a:pPr lvl="1"/>
            <a:r>
              <a:rPr lang="en-PK" sz="1600" b="1" dirty="0">
                <a:latin typeface="Centary school"/>
              </a:rPr>
              <a:t>Video Understanding</a:t>
            </a:r>
            <a:endParaRPr lang="en-PK" sz="1600" dirty="0">
              <a:latin typeface="Centary school"/>
            </a:endParaRPr>
          </a:p>
          <a:p>
            <a:pPr lvl="1"/>
            <a:r>
              <a:rPr lang="en-PK" sz="1600" b="1" dirty="0">
                <a:latin typeface="Centary school"/>
              </a:rPr>
              <a:t>Sensor AI</a:t>
            </a:r>
            <a:endParaRPr lang="en-PK" sz="1600" dirty="0">
              <a:latin typeface="Centary school"/>
            </a:endParaRPr>
          </a:p>
          <a:p>
            <a:pPr marL="0" indent="0">
              <a:buNone/>
            </a:pPr>
            <a:r>
              <a:rPr lang="en-PK" sz="1800" dirty="0">
                <a:latin typeface="Centary school"/>
              </a:rPr>
              <a:t>But real-world intelligence rarely operates on one source alone.</a:t>
            </a:r>
            <a:endParaRPr lang="en-GB" sz="1800" dirty="0">
              <a:latin typeface="Centary school"/>
            </a:endParaRPr>
          </a:p>
          <a:p>
            <a:pPr marL="0" indent="0">
              <a:buNone/>
            </a:pPr>
            <a:r>
              <a:rPr lang="en-PK" sz="2400" b="1" dirty="0">
                <a:latin typeface="Centary school"/>
              </a:rPr>
              <a:t>Key idea</a:t>
            </a:r>
          </a:p>
          <a:p>
            <a:pPr marL="457200" lvl="1" indent="0">
              <a:buNone/>
            </a:pPr>
            <a:r>
              <a:rPr lang="en-PK" sz="1800" dirty="0">
                <a:latin typeface="Centary school"/>
              </a:rPr>
              <a:t>The real world is multimodal. Intelligent systems therefore need mechanisms for integrating heterogeneous information</a:t>
            </a:r>
            <a:r>
              <a:rPr lang="en-US" sz="1800" dirty="0">
                <a:latin typeface="Centary school"/>
              </a:rPr>
              <a:t>.</a:t>
            </a:r>
            <a:endParaRPr lang="en-PK" sz="1800" dirty="0">
              <a:latin typeface="Centary school"/>
            </a:endParaRPr>
          </a:p>
          <a:p>
            <a:pPr marL="0" indent="0">
              <a:buNone/>
            </a:pPr>
            <a:endParaRPr lang="en-PK" sz="1800" dirty="0">
              <a:latin typeface="Centary school"/>
            </a:endParaRPr>
          </a:p>
        </p:txBody>
      </p:sp>
      <p:sp>
        <p:nvSpPr>
          <p:cNvPr id="1048599" name="Rectangle 3"/>
          <p:cNvSpPr/>
          <p:nvPr/>
        </p:nvSpPr>
        <p:spPr>
          <a:xfrm>
            <a:off x="0" y="0"/>
            <a:ext cx="12192000" cy="87376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US" sz="4000" b="1" dirty="0">
                <a:latin typeface="Centary school"/>
              </a:rPr>
              <a:t>9 (ii): </a:t>
            </a:r>
            <a:r>
              <a:rPr lang="en-PK" sz="4000" b="1" dirty="0">
                <a:latin typeface="Centary school"/>
              </a:rPr>
              <a:t>Why </a:t>
            </a:r>
            <a:r>
              <a:rPr lang="en-US" sz="4000" b="1" dirty="0">
                <a:latin typeface="Centary school"/>
              </a:rPr>
              <a:t>M</a:t>
            </a:r>
            <a:r>
              <a:rPr lang="en-PK" sz="4000" b="1" dirty="0">
                <a:latin typeface="Centary school"/>
              </a:rPr>
              <a:t>ultimodal </a:t>
            </a:r>
            <a:r>
              <a:rPr lang="en-US" sz="4000" b="1" dirty="0">
                <a:latin typeface="Centary school"/>
              </a:rPr>
              <a:t>AI?</a:t>
            </a:r>
            <a:endParaRPr lang="en-PK" sz="4000" b="1" dirty="0">
              <a:latin typeface="Centary school"/>
            </a:endParaRPr>
          </a:p>
        </p:txBody>
      </p:sp>
      <p:pic>
        <p:nvPicPr>
          <p:cNvPr id="2097154" name="Picture 5"/>
          <p:cNvPicPr>
            <a:picLocks noChangeAspect="1"/>
          </p:cNvPicPr>
          <p:nvPr/>
        </p:nvPicPr>
        <p:blipFill>
          <a:blip r:embed="rId2"/>
          <a:srcRect l="6474" r="5035"/>
          <a:stretch>
            <a:fillRect/>
          </a:stretch>
        </p:blipFill>
        <p:spPr>
          <a:xfrm>
            <a:off x="7392520" y="873760"/>
            <a:ext cx="4301934" cy="1324738"/>
          </a:xfrm>
          <a:prstGeom prst="rect">
            <a:avLst/>
          </a:prstGeom>
        </p:spPr>
      </p:pic>
      <mc:AlternateContent xmlns:mc="http://schemas.openxmlformats.org/markup-compatibility/2006" xmlns:p14="http://schemas.microsoft.com/office/powerpoint/2010/main">
        <mc:Choice Requires="p14">
          <p:contentPart p14:bwMode="auto" r:id="rId3">
            <p14:nvContentPartPr>
              <p14:cNvPr id="1048807" name="Ink 1048806"/>
              <p14:cNvContentPartPr/>
              <p14:nvPr/>
            </p14:nvContentPartPr>
            <p14:xfrm>
              <a:off x="11709679" y="6571391"/>
              <a:ext cx="0" cy="0"/>
            </p14:xfrm>
          </p:contentPart>
        </mc:Choice>
        <mc:Fallback xmlns="">
          <p:sp>
            <p:nvSpPr>
              <p:cNvPr id="1048807" name=""/>
              <p:cNvSpPr/>
              <p:nvPr/>
            </p:nvSpPr>
            <p:spPr>
              <a:xfrm>
                <a:off x="11709679" y="6571391"/>
                <a:ext cx="0" cy="0"/>
              </a:xfrm>
            </p:spPr>
          </p:sp>
        </mc:Fallback>
      </mc:AlternateContent>
      <mc:AlternateContent xmlns:mc="http://schemas.openxmlformats.org/markup-compatibility/2006" xmlns:p14="http://schemas.microsoft.com/office/powerpoint/2010/main">
        <mc:Choice Requires="p14">
          <p:contentPart p14:bwMode="auto" r:id="rId4">
            <p14:nvContentPartPr>
              <p14:cNvPr id="1048817" name="Ink 1048816"/>
              <p14:cNvContentPartPr/>
              <p14:nvPr/>
            </p14:nvContentPartPr>
            <p14:xfrm>
              <a:off x="9214234" y="175871"/>
              <a:ext cx="14196" cy="28876"/>
            </p14:xfrm>
          </p:contentPart>
        </mc:Choice>
        <mc:Fallback xmlns="">
          <p:sp>
            <p:nvSpPr>
              <p:cNvPr id="1048817" name=""/>
              <p:cNvSpPr/>
              <p:nvPr/>
            </p:nvSpPr>
            <p:spPr>
              <a:xfrm>
                <a:off x="9214234" y="175871"/>
                <a:ext cx="14196" cy="28876"/>
              </a:xfrm>
            </p:spPr>
          </p:sp>
        </mc:Fallback>
      </mc:AlternateContent>
      <mc:AlternateContent xmlns:mc="http://schemas.openxmlformats.org/markup-compatibility/2006" xmlns:p14="http://schemas.microsoft.com/office/powerpoint/2010/main">
        <mc:Choice Requires="p14">
          <p:contentPart p14:bwMode="auto" r:id="rId5">
            <p14:nvContentPartPr>
              <p14:cNvPr id="1048831" name="Ink 1048830"/>
              <p14:cNvContentPartPr/>
              <p14:nvPr/>
            </p14:nvContentPartPr>
            <p14:xfrm>
              <a:off x="7013749" y="6437387"/>
              <a:ext cx="0" cy="0"/>
            </p14:xfrm>
          </p:contentPart>
        </mc:Choice>
        <mc:Fallback xmlns="">
          <p:sp>
            <p:nvSpPr>
              <p:cNvPr id="1048831" name=""/>
              <p:cNvSpPr/>
              <p:nvPr/>
            </p:nvSpPr>
            <p:spPr>
              <a:xfrm>
                <a:off x="7013749" y="6437387"/>
                <a:ext cx="0" cy="0"/>
              </a:xfrm>
            </p:spPr>
          </p:sp>
        </mc:Fallback>
      </mc:AlternateContent>
      <p:sp>
        <p:nvSpPr>
          <p:cNvPr id="3" name="Rectangle 4">
            <a:extLst>
              <a:ext uri="{FF2B5EF4-FFF2-40B4-BE49-F238E27FC236}">
                <a16:creationId xmlns:a16="http://schemas.microsoft.com/office/drawing/2014/main" id="{0D4B069B-08F2-2BB6-9F81-C8E354621CDE}"/>
              </a:ext>
            </a:extLst>
          </p:cNvPr>
          <p:cNvSpPr/>
          <p:nvPr/>
        </p:nvSpPr>
        <p:spPr>
          <a:xfrm>
            <a:off x="-3075" y="6586384"/>
            <a:ext cx="12192000" cy="271615"/>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22</a:t>
            </a:r>
            <a:endParaRPr lang="en-PK" sz="4400" dirty="0">
              <a:latin typeface="Centary school"/>
            </a:endParaRPr>
          </a:p>
        </p:txBody>
      </p:sp>
      <p:pic>
        <p:nvPicPr>
          <p:cNvPr id="4" name="Picture 3">
            <a:extLst>
              <a:ext uri="{FF2B5EF4-FFF2-40B4-BE49-F238E27FC236}">
                <a16:creationId xmlns:a16="http://schemas.microsoft.com/office/drawing/2014/main" id="{01D30CB7-5EAE-E633-C725-40AA3315A4CB}"/>
              </a:ext>
            </a:extLst>
          </p:cNvPr>
          <p:cNvPicPr>
            <a:picLocks noChangeAspect="1"/>
          </p:cNvPicPr>
          <p:nvPr/>
        </p:nvPicPr>
        <p:blipFill>
          <a:blip r:embed="rId6"/>
          <a:stretch>
            <a:fillRect/>
          </a:stretch>
        </p:blipFill>
        <p:spPr>
          <a:xfrm>
            <a:off x="7681144" y="2239207"/>
            <a:ext cx="4013309" cy="4189933"/>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Content Placeholder 2"/>
          <p:cNvSpPr>
            <a:spLocks noGrp="1"/>
          </p:cNvSpPr>
          <p:nvPr>
            <p:ph idx="1"/>
          </p:nvPr>
        </p:nvSpPr>
        <p:spPr>
          <a:xfrm>
            <a:off x="423745" y="1128392"/>
            <a:ext cx="6616337" cy="2045125"/>
          </a:xfrm>
        </p:spPr>
        <p:txBody>
          <a:bodyPr>
            <a:normAutofit fontScale="83056" lnSpcReduction="20000"/>
          </a:bodyPr>
          <a:lstStyle/>
          <a:p>
            <a:pPr marL="0" indent="0">
              <a:buNone/>
            </a:pPr>
            <a:r>
              <a:rPr lang="en-GB" b="1" dirty="0">
                <a:latin typeface="Centary school"/>
              </a:rPr>
              <a:t>Definition:</a:t>
            </a:r>
            <a:endParaRPr lang="en-PK" b="1" dirty="0">
              <a:latin typeface="Centary school"/>
            </a:endParaRPr>
          </a:p>
          <a:p>
            <a:pPr marL="457200" lvl="1" indent="0">
              <a:buNone/>
            </a:pPr>
            <a:r>
              <a:rPr lang="en-PK" sz="2100" dirty="0">
                <a:latin typeface="Centary school"/>
              </a:rPr>
              <a:t>Multimodal AI refers to AI systems that can process, represent, connect, and reason over information originating from multiple modalities.</a:t>
            </a:r>
            <a:endParaRPr lang="en-GB" sz="2100" dirty="0">
              <a:latin typeface="Centary school"/>
            </a:endParaRPr>
          </a:p>
          <a:p>
            <a:pPr marL="457200" lvl="1" indent="0">
              <a:buNone/>
            </a:pPr>
            <a:endParaRPr lang="en-PK" sz="2000" dirty="0">
              <a:latin typeface="Centary school"/>
            </a:endParaRPr>
          </a:p>
          <a:p>
            <a:pPr marL="0" indent="0">
              <a:buNone/>
            </a:pPr>
            <a:r>
              <a:rPr lang="en-PK" sz="1900" dirty="0">
                <a:latin typeface="Centary school"/>
              </a:rPr>
              <a:t>The course plan describes multimodal AI as systems that:</a:t>
            </a:r>
          </a:p>
          <a:p>
            <a:pPr marL="0" lvl="0" indent="0">
              <a:buNone/>
            </a:pPr>
            <a:br>
              <a:rPr lang="en-GB" sz="1800" dirty="0">
                <a:latin typeface="Centary school"/>
              </a:rPr>
            </a:br>
            <a:endParaRPr lang="en-PK" sz="1800" dirty="0">
              <a:latin typeface="Centary school"/>
            </a:endParaRPr>
          </a:p>
          <a:p>
            <a:pPr marL="0" indent="0">
              <a:buNone/>
            </a:pPr>
            <a:endParaRPr lang="en-PK" sz="1800" dirty="0">
              <a:latin typeface="Centary school"/>
            </a:endParaRPr>
          </a:p>
        </p:txBody>
      </p:sp>
      <p:sp>
        <p:nvSpPr>
          <p:cNvPr id="1048601" name="Rectangle 3"/>
          <p:cNvSpPr/>
          <p:nvPr/>
        </p:nvSpPr>
        <p:spPr>
          <a:xfrm>
            <a:off x="0" y="0"/>
            <a:ext cx="12192000" cy="92169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GB" sz="4000" b="1" dirty="0">
                <a:latin typeface="Centary school"/>
              </a:rPr>
              <a:t>9 (iii): What is Multimodal AI?</a:t>
            </a:r>
            <a:endParaRPr lang="en-PK" sz="4000" b="1" dirty="0">
              <a:latin typeface="Centary school"/>
            </a:endParaRPr>
          </a:p>
        </p:txBody>
      </p:sp>
      <p:pic>
        <p:nvPicPr>
          <p:cNvPr id="2097156" name="Picture 4"/>
          <p:cNvPicPr>
            <a:picLocks noChangeAspect="1"/>
          </p:cNvPicPr>
          <p:nvPr/>
        </p:nvPicPr>
        <p:blipFill>
          <a:blip r:embed="rId2" cstate="print"/>
          <a:stretch>
            <a:fillRect/>
          </a:stretch>
        </p:blipFill>
        <p:spPr>
          <a:xfrm>
            <a:off x="5786063" y="2175308"/>
            <a:ext cx="6246447" cy="2611790"/>
          </a:xfrm>
          <a:prstGeom prst="rect">
            <a:avLst/>
          </a:prstGeom>
        </p:spPr>
      </p:pic>
      <p:graphicFrame>
        <p:nvGraphicFramePr>
          <p:cNvPr id="4194304" name="Diagram 6"/>
          <p:cNvGraphicFramePr>
            <a:graphicFrameLocks/>
          </p:cNvGraphicFramePr>
          <p:nvPr>
            <p:extLst>
              <p:ext uri="{D42A27DB-BD31-4B8C-83A1-F6EECF244321}">
                <p14:modId xmlns:p14="http://schemas.microsoft.com/office/powerpoint/2010/main" val="4178959379"/>
              </p:ext>
            </p:extLst>
          </p:nvPr>
        </p:nvGraphicFramePr>
        <p:xfrm>
          <a:off x="159490" y="2269501"/>
          <a:ext cx="5386782" cy="22523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48602" name="TextBox 8"/>
          <p:cNvSpPr txBox="1"/>
          <p:nvPr/>
        </p:nvSpPr>
        <p:spPr>
          <a:xfrm>
            <a:off x="423745" y="5074626"/>
            <a:ext cx="11689082" cy="1590040"/>
          </a:xfrm>
          <a:prstGeom prst="rect">
            <a:avLst/>
          </a:prstGeom>
          <a:noFill/>
        </p:spPr>
        <p:txBody>
          <a:bodyPr wrap="square" rtlCol="0">
            <a:spAutoFit/>
          </a:bodyPr>
          <a:lstStyle/>
          <a:p>
            <a:r>
              <a:rPr lang="en-PK" sz="2400" b="1" dirty="0">
                <a:latin typeface="Centary school"/>
              </a:rPr>
              <a:t>Important distinction</a:t>
            </a:r>
          </a:p>
          <a:p>
            <a:r>
              <a:rPr lang="en-PK" sz="2000" dirty="0">
                <a:latin typeface="Centary school"/>
              </a:rPr>
              <a:t>Multimodal AI is not simply putting several AI models together.</a:t>
            </a:r>
          </a:p>
          <a:p>
            <a:r>
              <a:rPr lang="en-PK" sz="2000" b="1" dirty="0">
                <a:latin typeface="Centary school"/>
              </a:rPr>
              <a:t>The central challenge is:</a:t>
            </a:r>
          </a:p>
          <a:p>
            <a:r>
              <a:rPr lang="en-PK" dirty="0">
                <a:latin typeface="Centary school"/>
              </a:rPr>
              <a:t>How can heterogeneous information be represented in a form that allows meaningful interaction between modalities?</a:t>
            </a:r>
          </a:p>
        </p:txBody>
      </p:sp>
      <p:sp>
        <p:nvSpPr>
          <p:cNvPr id="1048603" name="Rectangle: Rounded Corners 9"/>
          <p:cNvSpPr/>
          <p:nvPr/>
        </p:nvSpPr>
        <p:spPr>
          <a:xfrm>
            <a:off x="1048077" y="4314626"/>
            <a:ext cx="1071880" cy="669394"/>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GB" sz="1200" dirty="0"/>
              <a:t>Perceive the information</a:t>
            </a:r>
            <a:endParaRPr lang="en-PK" sz="1200" dirty="0"/>
          </a:p>
        </p:txBody>
      </p:sp>
      <p:sp>
        <p:nvSpPr>
          <p:cNvPr id="1048604" name="Rectangle: Rounded Corners 11"/>
          <p:cNvSpPr/>
          <p:nvPr/>
        </p:nvSpPr>
        <p:spPr>
          <a:xfrm>
            <a:off x="2478097" y="4314626"/>
            <a:ext cx="1071880" cy="669394"/>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en-GB" sz="1100" dirty="0"/>
              <a:t>Align information across sources</a:t>
            </a:r>
            <a:endParaRPr lang="en-PK" sz="1100" dirty="0"/>
          </a:p>
        </p:txBody>
      </p:sp>
      <p:sp>
        <p:nvSpPr>
          <p:cNvPr id="1048605" name="Rectangle: Rounded Corners 13"/>
          <p:cNvSpPr/>
          <p:nvPr/>
        </p:nvSpPr>
        <p:spPr>
          <a:xfrm>
            <a:off x="3908117" y="4314626"/>
            <a:ext cx="1071880" cy="669394"/>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GB" sz="1100" dirty="0"/>
              <a:t>Reason over multiple sources</a:t>
            </a:r>
            <a:endParaRPr lang="en-PK" sz="1100" dirty="0"/>
          </a:p>
        </p:txBody>
      </p:sp>
      <p:cxnSp>
        <p:nvCxnSpPr>
          <p:cNvPr id="3145728" name="Straight Arrow Connector 15"/>
          <p:cNvCxnSpPr>
            <a:cxnSpLocks/>
          </p:cNvCxnSpPr>
          <p:nvPr/>
        </p:nvCxnSpPr>
        <p:spPr>
          <a:xfrm flipV="1">
            <a:off x="1584960" y="4003580"/>
            <a:ext cx="0" cy="3110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45729" name="Straight Arrow Connector 17"/>
          <p:cNvCxnSpPr>
            <a:cxnSpLocks/>
            <a:stCxn id="1048604" idx="0"/>
          </p:cNvCxnSpPr>
          <p:nvPr/>
        </p:nvCxnSpPr>
        <p:spPr>
          <a:xfrm flipV="1">
            <a:off x="3014037" y="4003580"/>
            <a:ext cx="8563" cy="3110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45730" name="Straight Arrow Connector 19"/>
          <p:cNvCxnSpPr>
            <a:cxnSpLocks/>
          </p:cNvCxnSpPr>
          <p:nvPr/>
        </p:nvCxnSpPr>
        <p:spPr>
          <a:xfrm flipV="1">
            <a:off x="4434840" y="4003580"/>
            <a:ext cx="0" cy="31104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 name="Rectangle 4">
            <a:extLst>
              <a:ext uri="{FF2B5EF4-FFF2-40B4-BE49-F238E27FC236}">
                <a16:creationId xmlns:a16="http://schemas.microsoft.com/office/drawing/2014/main" id="{7CD28F15-40C9-8384-BF8E-1FF8E434EC81}"/>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23</a:t>
            </a:r>
            <a:endParaRPr lang="en-PK" sz="4400" dirty="0">
              <a:latin typeface="Centary schoo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Rectangle 3"/>
          <p:cNvSpPr/>
          <p:nvPr/>
        </p:nvSpPr>
        <p:spPr>
          <a:xfrm>
            <a:off x="0" y="0"/>
            <a:ext cx="12192000" cy="878774"/>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GB" sz="4000" b="1" dirty="0">
                <a:latin typeface="Centary school"/>
              </a:rPr>
              <a:t>9 (iv): Understanding </a:t>
            </a:r>
            <a:r>
              <a:rPr lang="en-PK" sz="4000" b="1" dirty="0">
                <a:latin typeface="Centary school"/>
              </a:rPr>
              <a:t> "M</a:t>
            </a:r>
            <a:r>
              <a:rPr lang="en-GB" sz="4000" b="1" dirty="0" err="1">
                <a:latin typeface="Centary school"/>
              </a:rPr>
              <a:t>odality</a:t>
            </a:r>
            <a:r>
              <a:rPr lang="en-PK" sz="4000" b="1" dirty="0">
                <a:latin typeface="Centary school"/>
              </a:rPr>
              <a:t>"</a:t>
            </a:r>
            <a:endParaRPr kumimoji="0" lang="en-PK" sz="4000" b="1" i="0" u="none" strike="noStrike" kern="1200" cap="none" spc="0" normalizeH="0" baseline="0" noProof="0" dirty="0">
              <a:ln>
                <a:noFill/>
              </a:ln>
              <a:solidFill>
                <a:prstClr val="white"/>
              </a:solidFill>
              <a:effectLst/>
              <a:uLnTx/>
              <a:uFillTx/>
              <a:latin typeface="Centary school"/>
            </a:endParaRPr>
          </a:p>
        </p:txBody>
      </p:sp>
      <p:sp>
        <p:nvSpPr>
          <p:cNvPr id="1048607" name="TextBox 7"/>
          <p:cNvSpPr txBox="1"/>
          <p:nvPr/>
        </p:nvSpPr>
        <p:spPr>
          <a:xfrm>
            <a:off x="0" y="859880"/>
            <a:ext cx="10507980" cy="980440"/>
          </a:xfrm>
          <a:prstGeom prst="rect">
            <a:avLst/>
          </a:prstGeom>
          <a:noFill/>
        </p:spPr>
        <p:txBody>
          <a:bodyPr wrap="square" rtlCol="0">
            <a:spAutoFit/>
          </a:bodyPr>
          <a:lstStyle/>
          <a:p>
            <a:r>
              <a:rPr lang="en-GB" sz="2400" b="1" dirty="0">
                <a:latin typeface="Centary school"/>
              </a:rPr>
              <a:t>Modality: </a:t>
            </a:r>
            <a:r>
              <a:rPr lang="en-GB" dirty="0">
                <a:latin typeface="Centary school"/>
              </a:rPr>
              <a:t>A</a:t>
            </a:r>
            <a:r>
              <a:rPr lang="en-PK" dirty="0">
                <a:latin typeface="Centary school"/>
              </a:rPr>
              <a:t> distinct channel or form through which information is represented or observed.</a:t>
            </a:r>
            <a:endParaRPr lang="en-GB" dirty="0">
              <a:latin typeface="Centary school"/>
            </a:endParaRPr>
          </a:p>
          <a:p>
            <a:endParaRPr lang="en-GB" dirty="0">
              <a:latin typeface="Centary school"/>
            </a:endParaRPr>
          </a:p>
          <a:p>
            <a:r>
              <a:rPr lang="en-PK" dirty="0">
                <a:latin typeface="Centary school"/>
              </a:rPr>
              <a:t>Common AI modalities:</a:t>
            </a:r>
          </a:p>
        </p:txBody>
      </p:sp>
      <p:pic>
        <p:nvPicPr>
          <p:cNvPr id="2097157" name="Picture 33"/>
          <p:cNvPicPr>
            <a:picLocks noChangeAspect="1"/>
          </p:cNvPicPr>
          <p:nvPr/>
        </p:nvPicPr>
        <p:blipFill>
          <a:blip r:embed="rId3"/>
          <a:srcRect l="4916" t="14092" r="4416" b="4238"/>
          <a:stretch>
            <a:fillRect/>
          </a:stretch>
        </p:blipFill>
        <p:spPr>
          <a:xfrm>
            <a:off x="69783" y="2093925"/>
            <a:ext cx="7543482" cy="4095119"/>
          </a:xfrm>
          <a:prstGeom prst="rect">
            <a:avLst/>
          </a:prstGeom>
        </p:spPr>
      </p:pic>
      <p:sp>
        <p:nvSpPr>
          <p:cNvPr id="1048608" name="TextBox 34"/>
          <p:cNvSpPr txBox="1"/>
          <p:nvPr/>
        </p:nvSpPr>
        <p:spPr>
          <a:xfrm>
            <a:off x="8012363" y="2984970"/>
            <a:ext cx="3916680" cy="2585323"/>
          </a:xfrm>
          <a:prstGeom prst="rect">
            <a:avLst/>
          </a:prstGeom>
          <a:noFill/>
        </p:spPr>
        <p:txBody>
          <a:bodyPr wrap="square" rtlCol="0">
            <a:spAutoFit/>
          </a:bodyPr>
          <a:lstStyle/>
          <a:p>
            <a:r>
              <a:rPr lang="en-PK" b="1" dirty="0">
                <a:latin typeface="Centary school"/>
              </a:rPr>
              <a:t>Key insight</a:t>
            </a:r>
          </a:p>
          <a:p>
            <a:r>
              <a:rPr lang="en-PK" dirty="0">
                <a:latin typeface="Centary school"/>
              </a:rPr>
              <a:t>Different modalities describe the same world from different information perspectives.</a:t>
            </a:r>
            <a:endParaRPr lang="en-GB" dirty="0">
              <a:latin typeface="Centary school"/>
            </a:endParaRPr>
          </a:p>
          <a:p>
            <a:endParaRPr lang="en-PK" dirty="0">
              <a:latin typeface="Centary school"/>
            </a:endParaRPr>
          </a:p>
          <a:p>
            <a:r>
              <a:rPr lang="en-PK" b="1" dirty="0">
                <a:latin typeface="Centary school"/>
              </a:rPr>
              <a:t>For example:</a:t>
            </a:r>
          </a:p>
          <a:p>
            <a:r>
              <a:rPr lang="en-PK" b="1" dirty="0">
                <a:latin typeface="Centary school"/>
              </a:rPr>
              <a:t>A person crossing a road</a:t>
            </a:r>
            <a:br>
              <a:rPr lang="en-GB" b="1" dirty="0">
                <a:latin typeface="Centary school"/>
              </a:rPr>
            </a:br>
            <a:r>
              <a:rPr lang="en-GB" dirty="0">
                <a:latin typeface="Centary school"/>
              </a:rPr>
              <a:t>The </a:t>
            </a:r>
            <a:r>
              <a:rPr lang="en-GB" i="1" u="sng" dirty="0">
                <a:latin typeface="Centary school"/>
              </a:rPr>
              <a:t>example is explained on the next slide</a:t>
            </a:r>
            <a:r>
              <a:rPr lang="en-GB" dirty="0">
                <a:latin typeface="Centary school"/>
              </a:rPr>
              <a:t> with visualization.</a:t>
            </a:r>
            <a:endParaRPr lang="en-GB" b="1" dirty="0">
              <a:latin typeface="Centary school"/>
            </a:endParaRPr>
          </a:p>
        </p:txBody>
      </p:sp>
      <p:sp>
        <p:nvSpPr>
          <p:cNvPr id="3" name="Rectangle 4">
            <a:extLst>
              <a:ext uri="{FF2B5EF4-FFF2-40B4-BE49-F238E27FC236}">
                <a16:creationId xmlns:a16="http://schemas.microsoft.com/office/drawing/2014/main" id="{6A2AF327-B8DC-52D1-7BDD-F44B6096B475}"/>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24</a:t>
            </a:r>
            <a:endParaRPr lang="en-PK" sz="4400" dirty="0">
              <a:latin typeface="Centary schoo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Rectangle 4"/>
          <p:cNvSpPr/>
          <p:nvPr/>
        </p:nvSpPr>
        <p:spPr>
          <a:xfrm>
            <a:off x="0" y="0"/>
            <a:ext cx="12192000" cy="92710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GB" sz="4000" b="1" dirty="0">
                <a:latin typeface="Centary school"/>
              </a:rPr>
              <a:t>9 (iv): Understanding </a:t>
            </a:r>
            <a:r>
              <a:rPr lang="en-PK" sz="4000" b="1" dirty="0">
                <a:latin typeface="Centary school"/>
              </a:rPr>
              <a:t> "M</a:t>
            </a:r>
            <a:r>
              <a:rPr lang="en-GB" sz="4000" b="1" dirty="0" err="1">
                <a:latin typeface="Centary school"/>
              </a:rPr>
              <a:t>odality</a:t>
            </a:r>
            <a:r>
              <a:rPr lang="en-PK" sz="4000" b="1" dirty="0">
                <a:latin typeface="Centary school"/>
              </a:rPr>
              <a:t>“</a:t>
            </a:r>
            <a:r>
              <a:rPr lang="en-US" sz="4000" b="1" dirty="0">
                <a:solidFill>
                  <a:prstClr val="white"/>
                </a:solidFill>
                <a:latin typeface="Centary school"/>
              </a:rPr>
              <a:t> (</a:t>
            </a:r>
            <a:r>
              <a:rPr kumimoji="0" lang="en-GB" sz="4000" b="1" i="0" u="none" strike="noStrike" kern="1200" cap="none" spc="0" normalizeH="0" baseline="0" noProof="0" dirty="0">
                <a:ln>
                  <a:noFill/>
                </a:ln>
                <a:solidFill>
                  <a:srgbClr val="FF0000"/>
                </a:solidFill>
                <a:effectLst/>
                <a:uLnTx/>
                <a:uFillTx/>
                <a:latin typeface="Centary school"/>
              </a:rPr>
              <a:t>Example</a:t>
            </a:r>
            <a:r>
              <a:rPr kumimoji="0" lang="en-GB" sz="4000" b="1" i="0" u="none" strike="noStrike" kern="1200" cap="none" spc="0" normalizeH="0" baseline="0" noProof="0" dirty="0">
                <a:ln>
                  <a:noFill/>
                </a:ln>
                <a:solidFill>
                  <a:prstClr val="white"/>
                </a:solidFill>
                <a:effectLst/>
                <a:uLnTx/>
                <a:uFillTx/>
                <a:latin typeface="Centary school"/>
              </a:rPr>
              <a:t>)</a:t>
            </a:r>
            <a:endParaRPr kumimoji="0" lang="en-PK" sz="4000" b="1" i="0" u="none" strike="noStrike" kern="1200" cap="none" spc="0" normalizeH="0" baseline="0" noProof="0" dirty="0">
              <a:ln>
                <a:noFill/>
              </a:ln>
              <a:solidFill>
                <a:prstClr val="white"/>
              </a:solidFill>
              <a:effectLst/>
              <a:uLnTx/>
              <a:uFillTx/>
              <a:latin typeface="Centary school"/>
            </a:endParaRPr>
          </a:p>
        </p:txBody>
      </p:sp>
      <p:pic>
        <p:nvPicPr>
          <p:cNvPr id="2097158" name="Picture 6"/>
          <p:cNvPicPr>
            <a:picLocks noChangeAspect="1"/>
          </p:cNvPicPr>
          <p:nvPr/>
        </p:nvPicPr>
        <p:blipFill>
          <a:blip r:embed="rId2"/>
          <a:stretch>
            <a:fillRect/>
          </a:stretch>
        </p:blipFill>
        <p:spPr>
          <a:xfrm>
            <a:off x="688064" y="1002909"/>
            <a:ext cx="10161509" cy="5542642"/>
          </a:xfrm>
          <a:prstGeom prst="rect">
            <a:avLst/>
          </a:prstGeom>
        </p:spPr>
      </p:pic>
      <p:sp>
        <p:nvSpPr>
          <p:cNvPr id="3" name="Rectangle 4">
            <a:extLst>
              <a:ext uri="{FF2B5EF4-FFF2-40B4-BE49-F238E27FC236}">
                <a16:creationId xmlns:a16="http://schemas.microsoft.com/office/drawing/2014/main" id="{9D5B5B29-0B9D-5F3D-AC21-5C281CAD4A47}"/>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25</a:t>
            </a:r>
            <a:endParaRPr lang="en-PK" sz="4400" dirty="0">
              <a:latin typeface="Centary schoo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Rectangle 4"/>
          <p:cNvSpPr/>
          <p:nvPr/>
        </p:nvSpPr>
        <p:spPr>
          <a:xfrm>
            <a:off x="0" y="0"/>
            <a:ext cx="12192000" cy="908169"/>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4000" b="1" dirty="0">
                <a:latin typeface="Centary school"/>
              </a:rPr>
              <a:t>9 (v): </a:t>
            </a:r>
            <a:r>
              <a:rPr lang="en-PK" sz="4000" b="1" dirty="0">
                <a:latin typeface="Centary school"/>
              </a:rPr>
              <a:t>Why Are Modalities Different</a:t>
            </a:r>
            <a:r>
              <a:rPr lang="en-US" sz="4000" b="1" dirty="0">
                <a:latin typeface="Centary school"/>
              </a:rPr>
              <a:t>?</a:t>
            </a:r>
            <a:endParaRPr kumimoji="0" lang="en-PK" sz="4000" b="1" i="0" u="none" strike="noStrike" kern="1200" cap="none" spc="0" normalizeH="0" baseline="0" noProof="0" dirty="0">
              <a:ln>
                <a:noFill/>
              </a:ln>
              <a:solidFill>
                <a:prstClr val="white"/>
              </a:solidFill>
              <a:effectLst/>
              <a:uLnTx/>
              <a:uFillTx/>
              <a:latin typeface="Centary school"/>
            </a:endParaRPr>
          </a:p>
        </p:txBody>
      </p:sp>
      <p:sp>
        <p:nvSpPr>
          <p:cNvPr id="1048611" name="TextBox 5"/>
          <p:cNvSpPr txBox="1"/>
          <p:nvPr/>
        </p:nvSpPr>
        <p:spPr>
          <a:xfrm>
            <a:off x="446907" y="1220102"/>
            <a:ext cx="6275672" cy="369332"/>
          </a:xfrm>
          <a:prstGeom prst="rect">
            <a:avLst/>
          </a:prstGeom>
          <a:noFill/>
        </p:spPr>
        <p:txBody>
          <a:bodyPr wrap="square" rtlCol="0">
            <a:spAutoFit/>
          </a:bodyPr>
          <a:lstStyle/>
          <a:p>
            <a:r>
              <a:rPr lang="en-PK" dirty="0">
                <a:latin typeface="Centary school"/>
              </a:rPr>
              <a:t>Different modalities have fundamentally different properties.</a:t>
            </a:r>
          </a:p>
        </p:txBody>
      </p:sp>
      <p:graphicFrame>
        <p:nvGraphicFramePr>
          <p:cNvPr id="4194305" name="Diagram 6"/>
          <p:cNvGraphicFramePr>
            <a:graphicFrameLocks/>
          </p:cNvGraphicFramePr>
          <p:nvPr>
            <p:extLst>
              <p:ext uri="{D42A27DB-BD31-4B8C-83A1-F6EECF244321}">
                <p14:modId xmlns:p14="http://schemas.microsoft.com/office/powerpoint/2010/main" val="3485427533"/>
              </p:ext>
            </p:extLst>
          </p:nvPr>
        </p:nvGraphicFramePr>
        <p:xfrm>
          <a:off x="1310104" y="1561078"/>
          <a:ext cx="9268059" cy="42718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48612" name="TextBox 17"/>
          <p:cNvSpPr txBox="1"/>
          <p:nvPr/>
        </p:nvSpPr>
        <p:spPr>
          <a:xfrm>
            <a:off x="500247" y="5491213"/>
            <a:ext cx="10481912" cy="1463041"/>
          </a:xfrm>
          <a:prstGeom prst="rect">
            <a:avLst/>
          </a:prstGeom>
          <a:noFill/>
        </p:spPr>
        <p:txBody>
          <a:bodyPr wrap="square" rtlCol="0">
            <a:spAutoFit/>
          </a:bodyPr>
          <a:lstStyle/>
          <a:p>
            <a:r>
              <a:rPr lang="en-PK" sz="2000" b="1" dirty="0">
                <a:latin typeface="Centary school"/>
              </a:rPr>
              <a:t>The challenge</a:t>
            </a:r>
          </a:p>
          <a:p>
            <a:pPr lvl="1"/>
            <a:r>
              <a:rPr lang="en-PK" dirty="0">
                <a:latin typeface="Centary school"/>
              </a:rPr>
              <a:t>A model cannot automatically assume that information represented differently is directly comparable.</a:t>
            </a:r>
          </a:p>
          <a:p>
            <a:r>
              <a:rPr lang="en-PK" dirty="0">
                <a:latin typeface="Centary school"/>
              </a:rPr>
              <a:t>This is why multimodal systems require </a:t>
            </a:r>
            <a:r>
              <a:rPr lang="en-PK" b="1" dirty="0">
                <a:latin typeface="Centary school"/>
              </a:rPr>
              <a:t>representation learning, alignment, and fusion mechanisms</a:t>
            </a:r>
            <a:r>
              <a:rPr lang="en-PK" dirty="0">
                <a:latin typeface="Centary school"/>
              </a:rPr>
              <a:t>.</a:t>
            </a:r>
          </a:p>
          <a:p>
            <a:endParaRPr lang="en-PK" dirty="0">
              <a:latin typeface="Centary school"/>
            </a:endParaRPr>
          </a:p>
        </p:txBody>
      </p:sp>
      <p:pic>
        <p:nvPicPr>
          <p:cNvPr id="3" name="Graphic 2" descr="Eye with solid fill">
            <a:extLst>
              <a:ext uri="{FF2B5EF4-FFF2-40B4-BE49-F238E27FC236}">
                <a16:creationId xmlns:a16="http://schemas.microsoft.com/office/drawing/2014/main" id="{03F5F56B-1214-E793-8544-39C71758573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61360" y="2057677"/>
            <a:ext cx="914400" cy="914400"/>
          </a:xfrm>
          <a:prstGeom prst="rect">
            <a:avLst/>
          </a:prstGeom>
        </p:spPr>
      </p:pic>
      <p:pic>
        <p:nvPicPr>
          <p:cNvPr id="5" name="Graphic 4" descr="Document with solid fill">
            <a:extLst>
              <a:ext uri="{FF2B5EF4-FFF2-40B4-BE49-F238E27FC236}">
                <a16:creationId xmlns:a16="http://schemas.microsoft.com/office/drawing/2014/main" id="{B54F34B2-EAE6-17B2-856A-6B680F528B8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553200" y="2194737"/>
            <a:ext cx="914400" cy="914400"/>
          </a:xfrm>
          <a:prstGeom prst="rect">
            <a:avLst/>
          </a:prstGeom>
        </p:spPr>
      </p:pic>
      <p:pic>
        <p:nvPicPr>
          <p:cNvPr id="7" name="Graphic 6" descr="Music with solid fill">
            <a:extLst>
              <a:ext uri="{FF2B5EF4-FFF2-40B4-BE49-F238E27FC236}">
                <a16:creationId xmlns:a16="http://schemas.microsoft.com/office/drawing/2014/main" id="{8C5E4BBD-131E-5562-64BC-D0117C764EF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663763" y="1994702"/>
            <a:ext cx="914400" cy="914400"/>
          </a:xfrm>
          <a:prstGeom prst="rect">
            <a:avLst/>
          </a:prstGeom>
        </p:spPr>
      </p:pic>
      <p:pic>
        <p:nvPicPr>
          <p:cNvPr id="9" name="Graphic 8" descr="Video camera with solid fill">
            <a:extLst>
              <a:ext uri="{FF2B5EF4-FFF2-40B4-BE49-F238E27FC236}">
                <a16:creationId xmlns:a16="http://schemas.microsoft.com/office/drawing/2014/main" id="{0215B2EB-A472-326F-BA3D-8FE44234900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467215" y="4702782"/>
            <a:ext cx="816787" cy="816787"/>
          </a:xfrm>
          <a:prstGeom prst="rect">
            <a:avLst/>
          </a:prstGeom>
        </p:spPr>
      </p:pic>
      <p:pic>
        <p:nvPicPr>
          <p:cNvPr id="11" name="Graphic 10" descr="Heartbeat with solid fill">
            <a:extLst>
              <a:ext uri="{FF2B5EF4-FFF2-40B4-BE49-F238E27FC236}">
                <a16:creationId xmlns:a16="http://schemas.microsoft.com/office/drawing/2014/main" id="{9BF890E9-08D8-9BCC-4AA7-2A1776165A3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370662" y="4406325"/>
            <a:ext cx="914400" cy="914400"/>
          </a:xfrm>
          <a:prstGeom prst="rect">
            <a:avLst/>
          </a:prstGeom>
        </p:spPr>
      </p:pic>
      <p:sp>
        <p:nvSpPr>
          <p:cNvPr id="13" name="Rectangle 4">
            <a:extLst>
              <a:ext uri="{FF2B5EF4-FFF2-40B4-BE49-F238E27FC236}">
                <a16:creationId xmlns:a16="http://schemas.microsoft.com/office/drawing/2014/main" id="{699B9C7C-6D34-0E74-5A0C-82810E33CDA1}"/>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26</a:t>
            </a:r>
            <a:endParaRPr lang="en-PK" sz="4400" dirty="0">
              <a:latin typeface="Centary schoo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3" name="Rectangle 4"/>
          <p:cNvSpPr/>
          <p:nvPr/>
        </p:nvSpPr>
        <p:spPr>
          <a:xfrm>
            <a:off x="0" y="0"/>
            <a:ext cx="12192000" cy="831273"/>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4000" b="1" dirty="0">
                <a:latin typeface="Centary school"/>
              </a:rPr>
              <a:t>9 (vi): </a:t>
            </a:r>
            <a:r>
              <a:rPr lang="en-PK" sz="4000" b="1" dirty="0">
                <a:latin typeface="Centary school"/>
              </a:rPr>
              <a:t>The Multimodal Pipeline</a:t>
            </a:r>
            <a:endParaRPr kumimoji="0" lang="en-PK" sz="4000" b="1" i="0" u="none" strike="noStrike" kern="1200" cap="none" spc="0" normalizeH="0" baseline="0" noProof="0" dirty="0">
              <a:ln>
                <a:noFill/>
              </a:ln>
              <a:solidFill>
                <a:prstClr val="white"/>
              </a:solidFill>
              <a:effectLst/>
              <a:uLnTx/>
              <a:uFillTx/>
              <a:latin typeface="Centary school"/>
            </a:endParaRPr>
          </a:p>
        </p:txBody>
      </p:sp>
      <p:graphicFrame>
        <p:nvGraphicFramePr>
          <p:cNvPr id="4194306" name="Diagram 5"/>
          <p:cNvGraphicFramePr>
            <a:graphicFrameLocks/>
          </p:cNvGraphicFramePr>
          <p:nvPr/>
        </p:nvGraphicFramePr>
        <p:xfrm>
          <a:off x="-265544" y="1369218"/>
          <a:ext cx="5308599" cy="40008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48614" name="TextBox 21"/>
          <p:cNvSpPr txBox="1"/>
          <p:nvPr/>
        </p:nvSpPr>
        <p:spPr>
          <a:xfrm>
            <a:off x="248920" y="896292"/>
            <a:ext cx="4511040" cy="369332"/>
          </a:xfrm>
          <a:prstGeom prst="rect">
            <a:avLst/>
          </a:prstGeom>
          <a:noFill/>
        </p:spPr>
        <p:txBody>
          <a:bodyPr wrap="square" rtlCol="0">
            <a:spAutoFit/>
          </a:bodyPr>
          <a:lstStyle/>
          <a:p>
            <a:r>
              <a:rPr lang="en-PK" dirty="0">
                <a:latin typeface="Centary school"/>
              </a:rPr>
              <a:t>A useful mental model</a:t>
            </a:r>
            <a:r>
              <a:rPr lang="en-GB" dirty="0">
                <a:latin typeface="Centary school"/>
              </a:rPr>
              <a:t> does the following:</a:t>
            </a:r>
            <a:endParaRPr lang="en-PK" dirty="0">
              <a:latin typeface="Centary school"/>
            </a:endParaRPr>
          </a:p>
        </p:txBody>
      </p:sp>
      <p:sp>
        <p:nvSpPr>
          <p:cNvPr id="1048615" name="TextBox 22"/>
          <p:cNvSpPr txBox="1"/>
          <p:nvPr/>
        </p:nvSpPr>
        <p:spPr>
          <a:xfrm>
            <a:off x="248920" y="3573956"/>
            <a:ext cx="8585200" cy="2796540"/>
          </a:xfrm>
          <a:prstGeom prst="rect">
            <a:avLst/>
          </a:prstGeom>
          <a:noFill/>
        </p:spPr>
        <p:txBody>
          <a:bodyPr wrap="square" rtlCol="0">
            <a:spAutoFit/>
          </a:bodyPr>
          <a:lstStyle/>
          <a:p>
            <a:r>
              <a:rPr lang="en-PK" b="1" dirty="0">
                <a:latin typeface="Centary school"/>
              </a:rPr>
              <a:t>Example</a:t>
            </a:r>
            <a:r>
              <a:rPr lang="en-GB" b="1" dirty="0">
                <a:latin typeface="Centary school"/>
              </a:rPr>
              <a:t>: </a:t>
            </a:r>
            <a:endParaRPr lang="en-PK" b="1" dirty="0">
              <a:latin typeface="Centary school"/>
            </a:endParaRPr>
          </a:p>
          <a:p>
            <a:r>
              <a:rPr lang="en-PK" sz="2000" b="1" dirty="0">
                <a:latin typeface="Centary school"/>
              </a:rPr>
              <a:t>Image + question</a:t>
            </a:r>
            <a:endParaRPr lang="en-PK" sz="2000" dirty="0">
              <a:latin typeface="Centary school"/>
            </a:endParaRPr>
          </a:p>
          <a:p>
            <a:pPr lvl="1"/>
            <a:r>
              <a:rPr lang="en-PK" dirty="0">
                <a:latin typeface="Centary school"/>
              </a:rPr>
              <a:t>Image: a dog sitting beside a bicycle</a:t>
            </a:r>
          </a:p>
          <a:p>
            <a:r>
              <a:rPr lang="en-PK" b="1" dirty="0">
                <a:latin typeface="Centary school"/>
              </a:rPr>
              <a:t>Question:</a:t>
            </a:r>
            <a:br>
              <a:rPr lang="en-PK" dirty="0">
                <a:latin typeface="Centary school"/>
              </a:rPr>
            </a:br>
            <a:r>
              <a:rPr lang="en-GB" dirty="0">
                <a:latin typeface="Centary school"/>
              </a:rPr>
              <a:t>	</a:t>
            </a:r>
            <a:r>
              <a:rPr lang="en-PK" i="1" dirty="0">
                <a:latin typeface="Centary school"/>
              </a:rPr>
              <a:t>"What is beside the bicycle?"</a:t>
            </a:r>
            <a:endParaRPr lang="en-PK" dirty="0">
              <a:latin typeface="Centary school"/>
            </a:endParaRPr>
          </a:p>
          <a:p>
            <a:r>
              <a:rPr lang="en-PK" b="1" dirty="0">
                <a:latin typeface="Centary school"/>
              </a:rPr>
              <a:t>System must:</a:t>
            </a:r>
          </a:p>
          <a:p>
            <a:r>
              <a:rPr lang="en-PK" dirty="0">
                <a:latin typeface="Centary school"/>
              </a:rPr>
              <a:t>Image → visual representation</a:t>
            </a:r>
            <a:br>
              <a:rPr lang="en-PK" dirty="0">
                <a:latin typeface="Centary school"/>
              </a:rPr>
            </a:br>
            <a:r>
              <a:rPr lang="en-PK" dirty="0">
                <a:latin typeface="Centary school"/>
              </a:rPr>
              <a:t>Question → language representation →</a:t>
            </a:r>
            <a:r>
              <a:rPr lang="en-PK" b="1" dirty="0">
                <a:latin typeface="Centary school"/>
              </a:rPr>
              <a:t> Alignment </a:t>
            </a:r>
            <a:r>
              <a:rPr lang="en-PK" dirty="0">
                <a:latin typeface="Centary school"/>
              </a:rPr>
              <a:t>→ </a:t>
            </a:r>
            <a:r>
              <a:rPr lang="en-PK" b="1" dirty="0">
                <a:latin typeface="Centary school"/>
              </a:rPr>
              <a:t>Multimodal reasoning</a:t>
            </a:r>
            <a:br>
              <a:rPr lang="en-PK" dirty="0">
                <a:latin typeface="Centary school"/>
              </a:rPr>
            </a:br>
            <a:r>
              <a:rPr lang="en-PK" dirty="0">
                <a:latin typeface="Centary school"/>
              </a:rPr>
              <a:t>Answer: </a:t>
            </a:r>
            <a:r>
              <a:rPr lang="en-PK" b="1" dirty="0">
                <a:latin typeface="Centary school"/>
              </a:rPr>
              <a:t>Dog</a:t>
            </a:r>
            <a:endParaRPr lang="en-PK" dirty="0">
              <a:latin typeface="Centary school"/>
            </a:endParaRPr>
          </a:p>
          <a:p>
            <a:endParaRPr lang="en-PK" dirty="0">
              <a:latin typeface="Centary school"/>
            </a:endParaRPr>
          </a:p>
        </p:txBody>
      </p:sp>
      <p:sp>
        <p:nvSpPr>
          <p:cNvPr id="1048616" name="Arrow: Curved Right 23"/>
          <p:cNvSpPr/>
          <p:nvPr/>
        </p:nvSpPr>
        <p:spPr>
          <a:xfrm>
            <a:off x="177800" y="5438515"/>
            <a:ext cx="142240" cy="320040"/>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solidFill>
                <a:schemeClr val="tx1"/>
              </a:solidFill>
            </a:endParaRPr>
          </a:p>
        </p:txBody>
      </p:sp>
      <p:pic>
        <p:nvPicPr>
          <p:cNvPr id="2097164" name="Picture 25"/>
          <p:cNvPicPr>
            <a:picLocks noChangeAspect="1"/>
          </p:cNvPicPr>
          <p:nvPr/>
        </p:nvPicPr>
        <p:blipFill>
          <a:blip r:embed="rId7"/>
          <a:srcRect t="18732" b="11741"/>
          <a:stretch>
            <a:fillRect/>
          </a:stretch>
        </p:blipFill>
        <p:spPr>
          <a:xfrm>
            <a:off x="5112902" y="1951438"/>
            <a:ext cx="7079098" cy="3245037"/>
          </a:xfrm>
          <a:prstGeom prst="rect">
            <a:avLst/>
          </a:prstGeom>
        </p:spPr>
      </p:pic>
      <p:sp>
        <p:nvSpPr>
          <p:cNvPr id="3" name="Rectangle 4">
            <a:extLst>
              <a:ext uri="{FF2B5EF4-FFF2-40B4-BE49-F238E27FC236}">
                <a16:creationId xmlns:a16="http://schemas.microsoft.com/office/drawing/2014/main" id="{28EB86BD-882C-6EB4-CF24-40D7914089D5}"/>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27</a:t>
            </a:r>
            <a:endParaRPr lang="en-PK" sz="4400" dirty="0">
              <a:latin typeface="Centary schoo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Rectangle 4"/>
          <p:cNvSpPr/>
          <p:nvPr/>
        </p:nvSpPr>
        <p:spPr>
          <a:xfrm>
            <a:off x="0" y="0"/>
            <a:ext cx="12192000" cy="831273"/>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kumimoji="0" lang="en-GB" sz="4000" b="1" i="0" u="none" strike="noStrike" kern="1200" cap="none" spc="0" normalizeH="0" baseline="0" noProof="0" dirty="0">
                <a:ln>
                  <a:noFill/>
                </a:ln>
                <a:solidFill>
                  <a:prstClr val="white"/>
                </a:solidFill>
                <a:effectLst/>
                <a:uLnTx/>
                <a:uFillTx/>
                <a:latin typeface="Centary school"/>
              </a:rPr>
              <a:t>9 (vii): The Three Core Concepts</a:t>
            </a:r>
            <a:endParaRPr kumimoji="0" lang="en-PK" sz="4000" b="1" i="0" u="none" strike="noStrike" kern="1200" cap="none" spc="0" normalizeH="0" baseline="0" noProof="0" dirty="0">
              <a:ln>
                <a:noFill/>
              </a:ln>
              <a:solidFill>
                <a:prstClr val="white"/>
              </a:solidFill>
              <a:effectLst/>
              <a:uLnTx/>
              <a:uFillTx/>
              <a:latin typeface="Centary school"/>
            </a:endParaRPr>
          </a:p>
        </p:txBody>
      </p:sp>
      <p:sp>
        <p:nvSpPr>
          <p:cNvPr id="1048618" name="TextBox 7"/>
          <p:cNvSpPr txBox="1"/>
          <p:nvPr/>
        </p:nvSpPr>
        <p:spPr>
          <a:xfrm>
            <a:off x="240632" y="914400"/>
            <a:ext cx="5855368" cy="5170646"/>
          </a:xfrm>
          <a:prstGeom prst="rect">
            <a:avLst/>
          </a:prstGeom>
          <a:noFill/>
        </p:spPr>
        <p:txBody>
          <a:bodyPr wrap="square" rtlCol="0">
            <a:spAutoFit/>
          </a:bodyPr>
          <a:lstStyle/>
          <a:p>
            <a:r>
              <a:rPr lang="en-PK" sz="2400" b="1" dirty="0">
                <a:latin typeface="Centary school"/>
              </a:rPr>
              <a:t>Concept 1: Representation</a:t>
            </a:r>
          </a:p>
          <a:p>
            <a:pPr marL="285750" indent="-285750">
              <a:buFont typeface="Wingdings" panose="05000000000000000000" pitchFamily="2" charset="2"/>
              <a:buChar char="§"/>
            </a:pPr>
            <a:r>
              <a:rPr lang="en-PK" b="1" dirty="0">
                <a:latin typeface="Centary school"/>
              </a:rPr>
              <a:t>How do we represent multimodal data?</a:t>
            </a:r>
          </a:p>
          <a:p>
            <a:pPr lvl="1"/>
            <a:r>
              <a:rPr lang="en-PK" dirty="0">
                <a:latin typeface="Centary school"/>
              </a:rPr>
              <a:t>Before different modalities can interact, each must be transformed into a </a:t>
            </a:r>
            <a:r>
              <a:rPr lang="en-PK" b="1" dirty="0">
                <a:latin typeface="Centary school"/>
              </a:rPr>
              <a:t>shared computational form</a:t>
            </a:r>
            <a:r>
              <a:rPr lang="en-PK" dirty="0">
                <a:latin typeface="Centary school"/>
              </a:rPr>
              <a:t>.</a:t>
            </a:r>
            <a:endParaRPr lang="en-GB" dirty="0">
              <a:latin typeface="Centary school"/>
            </a:endParaRPr>
          </a:p>
          <a:p>
            <a:pPr lvl="1"/>
            <a:endParaRPr lang="en-PK" dirty="0">
              <a:latin typeface="Centary school"/>
            </a:endParaRPr>
          </a:p>
          <a:p>
            <a:pPr lvl="1"/>
            <a:r>
              <a:rPr lang="en-PK" dirty="0">
                <a:latin typeface="Centary school"/>
              </a:rPr>
              <a:t>Raw inputs are encoded into </a:t>
            </a:r>
            <a:r>
              <a:rPr lang="en-PK" b="1" dirty="0">
                <a:latin typeface="Centary school"/>
              </a:rPr>
              <a:t>learned representations (embeddings)</a:t>
            </a:r>
            <a:r>
              <a:rPr lang="en-PK" dirty="0">
                <a:latin typeface="Centary school"/>
              </a:rPr>
              <a:t>:</a:t>
            </a:r>
            <a:endParaRPr lang="en-GB" dirty="0">
              <a:latin typeface="Centary school"/>
            </a:endParaRPr>
          </a:p>
          <a:p>
            <a:pPr lvl="1"/>
            <a:endParaRPr lang="en-PK" dirty="0">
              <a:latin typeface="Centary school"/>
            </a:endParaRPr>
          </a:p>
          <a:p>
            <a:pPr marL="285750" indent="-285750">
              <a:buFont typeface="Wingdings" panose="05000000000000000000" pitchFamily="2" charset="2"/>
              <a:buChar char="§"/>
            </a:pPr>
            <a:r>
              <a:rPr lang="en-PK" b="1" dirty="0">
                <a:latin typeface="Centary school"/>
              </a:rPr>
              <a:t>Why representation matters</a:t>
            </a:r>
            <a:r>
              <a:rPr lang="en-US" b="1" dirty="0">
                <a:latin typeface="Centary school"/>
              </a:rPr>
              <a:t>?</a:t>
            </a:r>
            <a:endParaRPr lang="en-PK" b="1" dirty="0">
              <a:latin typeface="Centary school"/>
            </a:endParaRPr>
          </a:p>
          <a:p>
            <a:r>
              <a:rPr lang="en-PK" dirty="0">
                <a:latin typeface="Centary school"/>
              </a:rPr>
              <a:t>Representation is the </a:t>
            </a:r>
            <a:r>
              <a:rPr lang="en-PK" b="1" dirty="0">
                <a:latin typeface="Centary school"/>
              </a:rPr>
              <a:t>foundation layer</a:t>
            </a:r>
            <a:r>
              <a:rPr lang="en-PK" dirty="0">
                <a:latin typeface="Centary school"/>
              </a:rPr>
              <a:t> of multimodal learning:</a:t>
            </a:r>
            <a:endParaRPr lang="en-GB" dirty="0">
              <a:latin typeface="Centary school"/>
            </a:endParaRPr>
          </a:p>
          <a:p>
            <a:endParaRPr lang="en-PK" dirty="0">
              <a:latin typeface="Centary school"/>
            </a:endParaRPr>
          </a:p>
          <a:p>
            <a:pPr lvl="1"/>
            <a:r>
              <a:rPr lang="en-PK" dirty="0">
                <a:latin typeface="Centary school"/>
              </a:rPr>
              <a:t>Without meaningful representations, alignment and fusion are not possible.</a:t>
            </a:r>
            <a:endParaRPr lang="en-GB" dirty="0">
              <a:latin typeface="Centary school"/>
            </a:endParaRPr>
          </a:p>
          <a:p>
            <a:pPr lvl="1"/>
            <a:endParaRPr lang="en-PK" dirty="0">
              <a:latin typeface="Centary school"/>
            </a:endParaRPr>
          </a:p>
          <a:p>
            <a:r>
              <a:rPr lang="en-PK" dirty="0">
                <a:latin typeface="Centary school"/>
              </a:rPr>
              <a:t>It determines how well information from different modalities can later be compared and integrated.</a:t>
            </a:r>
          </a:p>
          <a:p>
            <a:endParaRPr lang="en-PK" dirty="0">
              <a:latin typeface="Centary school"/>
            </a:endParaRPr>
          </a:p>
        </p:txBody>
      </p:sp>
      <p:pic>
        <p:nvPicPr>
          <p:cNvPr id="2097165" name="Picture 9"/>
          <p:cNvPicPr>
            <a:picLocks noChangeAspect="1"/>
          </p:cNvPicPr>
          <p:nvPr/>
        </p:nvPicPr>
        <p:blipFill>
          <a:blip r:embed="rId2" cstate="print"/>
          <a:srcRect l="1342" t="9149" r="78053" b="825"/>
          <a:stretch>
            <a:fillRect/>
          </a:stretch>
        </p:blipFill>
        <p:spPr>
          <a:xfrm>
            <a:off x="6192254" y="2114728"/>
            <a:ext cx="1155031" cy="2752602"/>
          </a:xfrm>
          <a:prstGeom prst="rect">
            <a:avLst/>
          </a:prstGeom>
        </p:spPr>
      </p:pic>
      <p:sp>
        <p:nvSpPr>
          <p:cNvPr id="1048619" name="Rectangle: Rounded Corners 10"/>
          <p:cNvSpPr/>
          <p:nvPr/>
        </p:nvSpPr>
        <p:spPr>
          <a:xfrm>
            <a:off x="8104468" y="2214110"/>
            <a:ext cx="1155031" cy="38501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PK"/>
          </a:p>
        </p:txBody>
      </p:sp>
      <p:sp>
        <p:nvSpPr>
          <p:cNvPr id="1048620" name="Rectangle: Rounded Corners 12"/>
          <p:cNvSpPr/>
          <p:nvPr/>
        </p:nvSpPr>
        <p:spPr>
          <a:xfrm>
            <a:off x="8104469" y="2778490"/>
            <a:ext cx="1155031" cy="38501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PK"/>
          </a:p>
        </p:txBody>
      </p:sp>
      <p:sp>
        <p:nvSpPr>
          <p:cNvPr id="1048621" name="Rectangle: Rounded Corners 14"/>
          <p:cNvSpPr/>
          <p:nvPr/>
        </p:nvSpPr>
        <p:spPr>
          <a:xfrm>
            <a:off x="8104469" y="3827263"/>
            <a:ext cx="1155031" cy="38501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PK"/>
          </a:p>
        </p:txBody>
      </p:sp>
      <p:sp>
        <p:nvSpPr>
          <p:cNvPr id="1048622" name="Rectangle: Rounded Corners 16"/>
          <p:cNvSpPr/>
          <p:nvPr/>
        </p:nvSpPr>
        <p:spPr>
          <a:xfrm>
            <a:off x="8104470" y="4396379"/>
            <a:ext cx="1155031" cy="38501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PK"/>
          </a:p>
        </p:txBody>
      </p:sp>
      <p:sp>
        <p:nvSpPr>
          <p:cNvPr id="1048623" name="Rectangle: Rounded Corners 18"/>
          <p:cNvSpPr/>
          <p:nvPr/>
        </p:nvSpPr>
        <p:spPr>
          <a:xfrm>
            <a:off x="8104469" y="3319718"/>
            <a:ext cx="1155031" cy="38501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PK"/>
          </a:p>
        </p:txBody>
      </p:sp>
      <p:pic>
        <p:nvPicPr>
          <p:cNvPr id="2097166" name="Picture 20"/>
          <p:cNvPicPr>
            <a:picLocks noChangeAspect="1"/>
          </p:cNvPicPr>
          <p:nvPr/>
        </p:nvPicPr>
        <p:blipFill>
          <a:blip r:embed="rId3" cstate="print"/>
          <a:srcRect l="65605" t="9582" r="763" b="970"/>
          <a:stretch>
            <a:fillRect/>
          </a:stretch>
        </p:blipFill>
        <p:spPr>
          <a:xfrm>
            <a:off x="9864645" y="2114728"/>
            <a:ext cx="1897424" cy="2752602"/>
          </a:xfrm>
          <a:prstGeom prst="rect">
            <a:avLst/>
          </a:prstGeom>
        </p:spPr>
      </p:pic>
      <p:cxnSp>
        <p:nvCxnSpPr>
          <p:cNvPr id="3145731" name="Straight Arrow Connector 22"/>
          <p:cNvCxnSpPr>
            <a:cxnSpLocks/>
            <a:endCxn id="1048619" idx="1"/>
          </p:cNvCxnSpPr>
          <p:nvPr/>
        </p:nvCxnSpPr>
        <p:spPr>
          <a:xfrm flipV="1">
            <a:off x="7347285" y="2406615"/>
            <a:ext cx="757183" cy="932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45732" name="Straight Arrow Connector 23"/>
          <p:cNvCxnSpPr>
            <a:cxnSpLocks/>
          </p:cNvCxnSpPr>
          <p:nvPr/>
        </p:nvCxnSpPr>
        <p:spPr>
          <a:xfrm flipV="1">
            <a:off x="7355307" y="2975766"/>
            <a:ext cx="757183" cy="359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45733" name="Straight Arrow Connector 24"/>
          <p:cNvCxnSpPr>
            <a:cxnSpLocks/>
          </p:cNvCxnSpPr>
          <p:nvPr/>
        </p:nvCxnSpPr>
        <p:spPr>
          <a:xfrm flipV="1">
            <a:off x="7353702" y="3522805"/>
            <a:ext cx="757183" cy="359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45734" name="Straight Arrow Connector 25"/>
          <p:cNvCxnSpPr>
            <a:cxnSpLocks/>
          </p:cNvCxnSpPr>
          <p:nvPr/>
        </p:nvCxnSpPr>
        <p:spPr>
          <a:xfrm flipV="1">
            <a:off x="7352100" y="4012086"/>
            <a:ext cx="757183" cy="359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45735" name="Straight Arrow Connector 26"/>
          <p:cNvCxnSpPr>
            <a:cxnSpLocks/>
          </p:cNvCxnSpPr>
          <p:nvPr/>
        </p:nvCxnSpPr>
        <p:spPr>
          <a:xfrm flipV="1">
            <a:off x="7350493" y="4568749"/>
            <a:ext cx="757183" cy="359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048624" name="TextBox 27"/>
          <p:cNvSpPr txBox="1"/>
          <p:nvPr/>
        </p:nvSpPr>
        <p:spPr>
          <a:xfrm>
            <a:off x="6304547" y="1742173"/>
            <a:ext cx="1155031" cy="369332"/>
          </a:xfrm>
          <a:prstGeom prst="rect">
            <a:avLst/>
          </a:prstGeom>
          <a:noFill/>
        </p:spPr>
        <p:txBody>
          <a:bodyPr wrap="square" rtlCol="0">
            <a:spAutoFit/>
          </a:bodyPr>
          <a:lstStyle/>
          <a:p>
            <a:r>
              <a:rPr lang="en-GB" b="1" dirty="0"/>
              <a:t>INPUT</a:t>
            </a:r>
            <a:endParaRPr lang="en-PK" b="1" dirty="0"/>
          </a:p>
        </p:txBody>
      </p:sp>
      <p:sp>
        <p:nvSpPr>
          <p:cNvPr id="1048625" name="TextBox 29"/>
          <p:cNvSpPr txBox="1"/>
          <p:nvPr/>
        </p:nvSpPr>
        <p:spPr>
          <a:xfrm>
            <a:off x="7719467" y="1635429"/>
            <a:ext cx="1912215" cy="646331"/>
          </a:xfrm>
          <a:prstGeom prst="rect">
            <a:avLst/>
          </a:prstGeom>
          <a:noFill/>
        </p:spPr>
        <p:txBody>
          <a:bodyPr wrap="square" rtlCol="0">
            <a:spAutoFit/>
          </a:bodyPr>
          <a:lstStyle/>
          <a:p>
            <a:pPr algn="ctr"/>
            <a:r>
              <a:rPr lang="en-GB" b="1" dirty="0"/>
              <a:t>Representation</a:t>
            </a:r>
          </a:p>
          <a:p>
            <a:pPr algn="ctr"/>
            <a:r>
              <a:rPr lang="en-GB" b="1" dirty="0"/>
              <a:t>Model</a:t>
            </a:r>
            <a:endParaRPr lang="en-PK" b="1" dirty="0"/>
          </a:p>
        </p:txBody>
      </p:sp>
      <p:sp>
        <p:nvSpPr>
          <p:cNvPr id="1048626" name="TextBox 31"/>
          <p:cNvSpPr txBox="1"/>
          <p:nvPr/>
        </p:nvSpPr>
        <p:spPr>
          <a:xfrm>
            <a:off x="10039153" y="1673192"/>
            <a:ext cx="1912215" cy="369332"/>
          </a:xfrm>
          <a:prstGeom prst="rect">
            <a:avLst/>
          </a:prstGeom>
          <a:noFill/>
        </p:spPr>
        <p:txBody>
          <a:bodyPr wrap="square" rtlCol="0">
            <a:spAutoFit/>
          </a:bodyPr>
          <a:lstStyle/>
          <a:p>
            <a:r>
              <a:rPr lang="en-GB" b="1" dirty="0"/>
              <a:t>Embedding</a:t>
            </a:r>
            <a:endParaRPr lang="en-PK" b="1" dirty="0"/>
          </a:p>
        </p:txBody>
      </p:sp>
      <p:cxnSp>
        <p:nvCxnSpPr>
          <p:cNvPr id="3145736" name="Straight Arrow Connector 32"/>
          <p:cNvCxnSpPr>
            <a:cxnSpLocks/>
            <a:stCxn id="1048619" idx="3"/>
          </p:cNvCxnSpPr>
          <p:nvPr/>
        </p:nvCxnSpPr>
        <p:spPr>
          <a:xfrm flipV="1">
            <a:off x="9259499" y="2405011"/>
            <a:ext cx="575908" cy="160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45737" name="Straight Arrow Connector 33"/>
          <p:cNvCxnSpPr>
            <a:cxnSpLocks/>
            <a:stCxn id="1048620" idx="3"/>
          </p:cNvCxnSpPr>
          <p:nvPr/>
        </p:nvCxnSpPr>
        <p:spPr>
          <a:xfrm>
            <a:off x="9259500" y="2970995"/>
            <a:ext cx="583929" cy="316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45738" name="Straight Arrow Connector 34"/>
          <p:cNvCxnSpPr>
            <a:cxnSpLocks/>
            <a:stCxn id="1048623" idx="3"/>
          </p:cNvCxnSpPr>
          <p:nvPr/>
        </p:nvCxnSpPr>
        <p:spPr>
          <a:xfrm>
            <a:off x="9259500" y="3512223"/>
            <a:ext cx="582324" cy="897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45739" name="Straight Arrow Connector 35"/>
          <p:cNvCxnSpPr>
            <a:cxnSpLocks/>
            <a:stCxn id="1048621" idx="3"/>
          </p:cNvCxnSpPr>
          <p:nvPr/>
        </p:nvCxnSpPr>
        <p:spPr>
          <a:xfrm flipV="1">
            <a:off x="9259500" y="4010482"/>
            <a:ext cx="580722" cy="928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45740" name="Straight Arrow Connector 36"/>
          <p:cNvCxnSpPr>
            <a:cxnSpLocks/>
            <a:stCxn id="1048622" idx="3"/>
          </p:cNvCxnSpPr>
          <p:nvPr/>
        </p:nvCxnSpPr>
        <p:spPr>
          <a:xfrm flipV="1">
            <a:off x="9259501" y="4567145"/>
            <a:ext cx="579114"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 name="Rectangle 4">
            <a:extLst>
              <a:ext uri="{FF2B5EF4-FFF2-40B4-BE49-F238E27FC236}">
                <a16:creationId xmlns:a16="http://schemas.microsoft.com/office/drawing/2014/main" id="{7BF2CE2B-9494-5C58-1C16-5AF58F2A356D}"/>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28</a:t>
            </a:r>
            <a:endParaRPr lang="en-PK" sz="4400" dirty="0">
              <a:latin typeface="Centary schoo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7" name="Rectangle 4"/>
          <p:cNvSpPr/>
          <p:nvPr/>
        </p:nvSpPr>
        <p:spPr>
          <a:xfrm>
            <a:off x="0" y="0"/>
            <a:ext cx="12192000" cy="831273"/>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GB" sz="4000" b="1" dirty="0">
                <a:solidFill>
                  <a:prstClr val="white"/>
                </a:solidFill>
                <a:latin typeface="Centary school"/>
              </a:rPr>
              <a:t>9 (vii): The Three Core Concepts</a:t>
            </a:r>
            <a:endParaRPr kumimoji="0" lang="en-PK" sz="4000" b="1" i="0" u="none" strike="noStrike" kern="1200" cap="none" spc="0" normalizeH="0" baseline="0" noProof="0" dirty="0">
              <a:ln>
                <a:noFill/>
              </a:ln>
              <a:solidFill>
                <a:prstClr val="white"/>
              </a:solidFill>
              <a:effectLst/>
              <a:uLnTx/>
              <a:uFillTx/>
              <a:latin typeface="Centary school"/>
            </a:endParaRPr>
          </a:p>
        </p:txBody>
      </p:sp>
      <p:sp>
        <p:nvSpPr>
          <p:cNvPr id="1048628" name="TextBox 7"/>
          <p:cNvSpPr txBox="1"/>
          <p:nvPr/>
        </p:nvSpPr>
        <p:spPr>
          <a:xfrm>
            <a:off x="308344" y="831273"/>
            <a:ext cx="9343656" cy="6063198"/>
          </a:xfrm>
          <a:prstGeom prst="rect">
            <a:avLst/>
          </a:prstGeom>
          <a:noFill/>
        </p:spPr>
        <p:txBody>
          <a:bodyPr wrap="square" rtlCol="0">
            <a:spAutoFit/>
          </a:bodyPr>
          <a:lstStyle/>
          <a:p>
            <a:r>
              <a:rPr lang="en-PK" sz="2800" b="1" dirty="0">
                <a:latin typeface="Centary school"/>
              </a:rPr>
              <a:t>What is an Embedding?</a:t>
            </a:r>
          </a:p>
          <a:p>
            <a:r>
              <a:rPr lang="en-PK" dirty="0">
                <a:latin typeface="Centary school"/>
              </a:rPr>
              <a:t>An </a:t>
            </a:r>
            <a:r>
              <a:rPr lang="en-PK" b="1" dirty="0">
                <a:latin typeface="Centary school"/>
              </a:rPr>
              <a:t>embedding</a:t>
            </a:r>
            <a:r>
              <a:rPr lang="en-PK" dirty="0">
                <a:latin typeface="Centary school"/>
              </a:rPr>
              <a:t> is a learned, dense </a:t>
            </a:r>
            <a:r>
              <a:rPr lang="en-PK" i="1" u="sng" dirty="0">
                <a:latin typeface="Centary school"/>
              </a:rPr>
              <a:t>vector</a:t>
            </a:r>
            <a:r>
              <a:rPr lang="en-PK" dirty="0">
                <a:latin typeface="Centary school"/>
              </a:rPr>
              <a:t> representation that maps raw data</a:t>
            </a:r>
            <a:endParaRPr lang="en-GB" dirty="0">
              <a:latin typeface="Centary school"/>
            </a:endParaRPr>
          </a:p>
          <a:p>
            <a:r>
              <a:rPr lang="en-PK" dirty="0">
                <a:latin typeface="Centary school"/>
              </a:rPr>
              <a:t>into a continuous geometric space where semantic relationships are preserved.</a:t>
            </a:r>
            <a:endParaRPr lang="en-GB" dirty="0">
              <a:latin typeface="Centary school"/>
            </a:endParaRPr>
          </a:p>
          <a:p>
            <a:endParaRPr lang="en-PK" dirty="0">
              <a:latin typeface="Centary school"/>
            </a:endParaRPr>
          </a:p>
          <a:p>
            <a:r>
              <a:rPr lang="en-PK" dirty="0">
                <a:latin typeface="Centary school"/>
              </a:rPr>
              <a:t>Formally:</a:t>
            </a:r>
          </a:p>
          <a:p>
            <a:pPr lvl="1"/>
            <a:r>
              <a:rPr lang="en-PK" b="1" dirty="0">
                <a:latin typeface="Centary school"/>
              </a:rPr>
              <a:t>Semantically similar inputs → nearby vectors</a:t>
            </a:r>
            <a:br>
              <a:rPr lang="en-PK" dirty="0">
                <a:latin typeface="Centary school"/>
              </a:rPr>
            </a:br>
            <a:r>
              <a:rPr lang="en-PK" b="1" dirty="0">
                <a:latin typeface="Centary school"/>
              </a:rPr>
              <a:t>Semantically different inputs → distant vectors</a:t>
            </a:r>
            <a:endParaRPr lang="en-PK" dirty="0">
              <a:latin typeface="Centary school"/>
            </a:endParaRPr>
          </a:p>
          <a:p>
            <a:r>
              <a:rPr lang="en-PK" dirty="0">
                <a:latin typeface="Centary school"/>
              </a:rPr>
              <a:t>This allows different types of data to be compared and processed in </a:t>
            </a:r>
            <a:endParaRPr lang="en-GB" dirty="0">
              <a:latin typeface="Centary school"/>
            </a:endParaRPr>
          </a:p>
          <a:p>
            <a:r>
              <a:rPr lang="en-PK" dirty="0">
                <a:latin typeface="Centary school"/>
              </a:rPr>
              <a:t>a unified mathematical space.</a:t>
            </a:r>
            <a:endParaRPr lang="en-GB" dirty="0">
              <a:latin typeface="Centary school"/>
            </a:endParaRPr>
          </a:p>
          <a:p>
            <a:endParaRPr lang="en-PK" dirty="0">
              <a:latin typeface="Centary school"/>
            </a:endParaRPr>
          </a:p>
          <a:p>
            <a:r>
              <a:rPr lang="en-PK" b="1" dirty="0">
                <a:latin typeface="Centary school"/>
              </a:rPr>
              <a:t>Example intuition:</a:t>
            </a:r>
            <a:endParaRPr lang="en-PK" dirty="0">
              <a:latin typeface="Centary school"/>
            </a:endParaRPr>
          </a:p>
          <a:p>
            <a:pPr lvl="1"/>
            <a:r>
              <a:rPr lang="en-PK" dirty="0">
                <a:latin typeface="Centary school"/>
              </a:rPr>
              <a:t>“cat” (text) → vector</a:t>
            </a:r>
          </a:p>
          <a:p>
            <a:pPr lvl="1"/>
            <a:r>
              <a:rPr lang="en-PK" dirty="0">
                <a:latin typeface="Centary school"/>
              </a:rPr>
              <a:t>image of a cat → vector</a:t>
            </a:r>
          </a:p>
          <a:p>
            <a:pPr lvl="1"/>
            <a:r>
              <a:rPr lang="en-PK" dirty="0">
                <a:latin typeface="Centary school"/>
              </a:rPr>
              <a:t>sound of a cat → vector</a:t>
            </a:r>
            <a:endParaRPr lang="en-GB" dirty="0">
              <a:latin typeface="Centary school"/>
            </a:endParaRPr>
          </a:p>
          <a:p>
            <a:pPr lvl="1"/>
            <a:endParaRPr lang="en-PK" dirty="0">
              <a:latin typeface="Centary school"/>
            </a:endParaRPr>
          </a:p>
          <a:p>
            <a:pPr marL="285750" indent="-285750">
              <a:buFont typeface="Wingdings" panose="05000000000000000000" pitchFamily="2" charset="2"/>
              <a:buChar char="v"/>
            </a:pPr>
            <a:r>
              <a:rPr lang="en-PK" dirty="0"/>
              <a:t>Although these inputs come from different modalities, their embeddings can still be placed close together in the model if they describe the same idea or concept.</a:t>
            </a:r>
          </a:p>
          <a:p>
            <a:pPr marL="285750" indent="-285750">
              <a:buFont typeface="Wingdings" panose="05000000000000000000" pitchFamily="2" charset="2"/>
              <a:buChar char="v"/>
            </a:pPr>
            <a:r>
              <a:rPr lang="en-PK" dirty="0"/>
              <a:t>When the model learns well, embeddings form an organized “meaning space,” where similar concepts are located near each other, even if they come from different types of data (like text, images, or audio).</a:t>
            </a:r>
          </a:p>
          <a:p>
            <a:endParaRPr lang="en-PK" dirty="0">
              <a:latin typeface="Centary school"/>
            </a:endParaRPr>
          </a:p>
        </p:txBody>
      </p:sp>
      <p:pic>
        <p:nvPicPr>
          <p:cNvPr id="2097167" name="Picture 11"/>
          <p:cNvPicPr>
            <a:picLocks noChangeAspect="1"/>
          </p:cNvPicPr>
          <p:nvPr/>
        </p:nvPicPr>
        <p:blipFill>
          <a:blip r:embed="rId2" cstate="print"/>
          <a:stretch>
            <a:fillRect/>
          </a:stretch>
        </p:blipFill>
        <p:spPr>
          <a:xfrm>
            <a:off x="8026578" y="1194095"/>
            <a:ext cx="4165422" cy="3679456"/>
          </a:xfrm>
          <a:prstGeom prst="rect">
            <a:avLst/>
          </a:prstGeom>
        </p:spPr>
      </p:pic>
      <mc:AlternateContent xmlns:mc="http://schemas.openxmlformats.org/markup-compatibility/2006" xmlns:p14="http://schemas.microsoft.com/office/powerpoint/2010/main">
        <mc:Choice Requires="p14">
          <p:contentPart p14:bwMode="auto" r:id="rId3">
            <p14:nvContentPartPr>
              <p14:cNvPr id="1048889" name="Ink 1048888"/>
              <p14:cNvContentPartPr/>
              <p14:nvPr/>
            </p14:nvContentPartPr>
            <p14:xfrm>
              <a:off x="4541855" y="6377086"/>
              <a:ext cx="0" cy="0"/>
            </p14:xfrm>
          </p:contentPart>
        </mc:Choice>
        <mc:Fallback xmlns="">
          <p:sp>
            <p:nvSpPr>
              <p:cNvPr id="1048889" name=""/>
              <p:cNvSpPr/>
              <p:nvPr/>
            </p:nvSpPr>
            <p:spPr>
              <a:xfrm>
                <a:off x="4541855" y="6377086"/>
                <a:ext cx="0" cy="0"/>
              </a:xfrm>
            </p:spPr>
          </p:sp>
        </mc:Fallback>
      </mc:AlternateContent>
      <p:sp>
        <p:nvSpPr>
          <p:cNvPr id="3" name="Rectangle 4">
            <a:extLst>
              <a:ext uri="{FF2B5EF4-FFF2-40B4-BE49-F238E27FC236}">
                <a16:creationId xmlns:a16="http://schemas.microsoft.com/office/drawing/2014/main" id="{CCB7840B-2741-6A63-48FB-B7B3020BBD1D}"/>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29</a:t>
            </a:r>
            <a:endParaRPr lang="en-PK" sz="4400" dirty="0">
              <a:latin typeface="Centary schoo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9" name="Rectangle 4"/>
          <p:cNvSpPr/>
          <p:nvPr/>
        </p:nvSpPr>
        <p:spPr>
          <a:xfrm>
            <a:off x="0" y="0"/>
            <a:ext cx="12192000" cy="831273"/>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GB" sz="4000" b="1" dirty="0">
                <a:solidFill>
                  <a:prstClr val="white"/>
                </a:solidFill>
                <a:latin typeface="Centary school"/>
              </a:rPr>
              <a:t>9 (vii): The Three Core Concepts</a:t>
            </a:r>
            <a:endParaRPr lang="en-PK" sz="4000" b="1" dirty="0">
              <a:solidFill>
                <a:prstClr val="white"/>
              </a:solidFill>
              <a:latin typeface="Centary school"/>
            </a:endParaRPr>
          </a:p>
        </p:txBody>
      </p:sp>
      <p:sp>
        <p:nvSpPr>
          <p:cNvPr id="1048630" name="TextBox 6"/>
          <p:cNvSpPr txBox="1"/>
          <p:nvPr/>
        </p:nvSpPr>
        <p:spPr>
          <a:xfrm>
            <a:off x="255182" y="831273"/>
            <a:ext cx="8867553" cy="6217087"/>
          </a:xfrm>
          <a:prstGeom prst="rect">
            <a:avLst/>
          </a:prstGeom>
          <a:noFill/>
        </p:spPr>
        <p:txBody>
          <a:bodyPr wrap="square" rtlCol="0">
            <a:spAutoFit/>
          </a:bodyPr>
          <a:lstStyle/>
          <a:p>
            <a:r>
              <a:rPr lang="en-PK" sz="2800" b="1" dirty="0">
                <a:latin typeface="Centary school"/>
              </a:rPr>
              <a:t>Concept 2: Alignment</a:t>
            </a:r>
            <a:br>
              <a:rPr lang="en-GB" sz="2800" b="1" dirty="0">
                <a:latin typeface="Centary school"/>
              </a:rPr>
            </a:br>
            <a:br>
              <a:rPr lang="en-GB" sz="2800" b="1" dirty="0">
                <a:latin typeface="Centary school"/>
              </a:rPr>
            </a:br>
            <a:r>
              <a:rPr lang="en-PK" b="1" dirty="0">
                <a:latin typeface="Centary school"/>
              </a:rPr>
              <a:t>What is multimodal alignment?</a:t>
            </a:r>
          </a:p>
          <a:p>
            <a:r>
              <a:rPr lang="en-PK" dirty="0">
                <a:latin typeface="Centary school"/>
              </a:rPr>
              <a:t>Multimodal alignment is the process of learning correspondences between elements across different modalities.</a:t>
            </a:r>
          </a:p>
          <a:p>
            <a:pPr lvl="1"/>
            <a:r>
              <a:rPr lang="en-PK" b="1" dirty="0">
                <a:latin typeface="Centary school"/>
              </a:rPr>
              <a:t>It answers:</a:t>
            </a:r>
          </a:p>
          <a:p>
            <a:pPr lvl="1"/>
            <a:r>
              <a:rPr lang="en-GB" dirty="0">
                <a:latin typeface="Centary school"/>
              </a:rPr>
              <a:t>	</a:t>
            </a:r>
            <a:r>
              <a:rPr lang="en-PK" dirty="0">
                <a:latin typeface="Centary school"/>
              </a:rPr>
              <a:t>What in one modality refers to what in another?</a:t>
            </a:r>
            <a:br>
              <a:rPr lang="en-PK" dirty="0">
                <a:latin typeface="Centary school"/>
              </a:rPr>
            </a:br>
            <a:endParaRPr lang="en-PK" dirty="0">
              <a:latin typeface="Centary school"/>
            </a:endParaRPr>
          </a:p>
          <a:p>
            <a:r>
              <a:rPr lang="en-PK" b="1" dirty="0">
                <a:latin typeface="Centary school"/>
              </a:rPr>
              <a:t>Core idea</a:t>
            </a:r>
          </a:p>
          <a:p>
            <a:r>
              <a:rPr lang="en-PK" dirty="0">
                <a:latin typeface="Centary school"/>
              </a:rPr>
              <a:t>Alignment establishes cross-modal correspondence at the semantic or temporal level.</a:t>
            </a:r>
          </a:p>
          <a:p>
            <a:br>
              <a:rPr lang="en-PK" dirty="0">
                <a:latin typeface="Centary school"/>
              </a:rPr>
            </a:br>
            <a:r>
              <a:rPr lang="en-PK" b="1" dirty="0">
                <a:latin typeface="Centary school"/>
              </a:rPr>
              <a:t>Why </a:t>
            </a:r>
            <a:r>
              <a:rPr lang="en-US" b="1" dirty="0">
                <a:latin typeface="Centary school"/>
              </a:rPr>
              <a:t>is </a:t>
            </a:r>
            <a:r>
              <a:rPr lang="en-PK" b="1" dirty="0">
                <a:latin typeface="Centary school"/>
              </a:rPr>
              <a:t>alignment challenging</a:t>
            </a:r>
            <a:r>
              <a:rPr lang="en-US" b="1" dirty="0">
                <a:latin typeface="Centary school"/>
              </a:rPr>
              <a:t>?</a:t>
            </a:r>
            <a:endParaRPr lang="en-PK" b="1" dirty="0">
              <a:latin typeface="Centary school"/>
            </a:endParaRPr>
          </a:p>
          <a:p>
            <a:r>
              <a:rPr lang="en-PK" dirty="0">
                <a:latin typeface="Centary school"/>
              </a:rPr>
              <a:t>Alignment is non-trivial</a:t>
            </a:r>
            <a:r>
              <a:rPr lang="en-US" dirty="0">
                <a:latin typeface="Centary school"/>
              </a:rPr>
              <a:t> (</a:t>
            </a:r>
            <a:r>
              <a:rPr lang="en-US" sz="1000" dirty="0">
                <a:latin typeface="Centary school"/>
              </a:rPr>
              <a:t>complex, needing reasoning/effort</a:t>
            </a:r>
            <a:r>
              <a:rPr lang="en-US" dirty="0">
                <a:latin typeface="Centary school"/>
              </a:rPr>
              <a:t>)</a:t>
            </a:r>
            <a:r>
              <a:rPr lang="en-PK" dirty="0">
                <a:latin typeface="Centary school"/>
              </a:rPr>
              <a:t> because modalities differ in:</a:t>
            </a:r>
          </a:p>
          <a:p>
            <a:pPr marL="742950" lvl="1" indent="-285750">
              <a:buFont typeface="Arial" panose="020B0604020202020204" pitchFamily="34" charset="0"/>
              <a:buChar char="•"/>
            </a:pPr>
            <a:r>
              <a:rPr lang="en-PK" dirty="0">
                <a:latin typeface="Centary school"/>
              </a:rPr>
              <a:t>Representation structure (continuous vs discrete)</a:t>
            </a:r>
          </a:p>
          <a:p>
            <a:pPr marL="742950" lvl="1" indent="-285750">
              <a:buFont typeface="Arial" panose="020B0604020202020204" pitchFamily="34" charset="0"/>
              <a:buChar char="•"/>
            </a:pPr>
            <a:r>
              <a:rPr lang="en-PK" dirty="0">
                <a:latin typeface="Centary school"/>
              </a:rPr>
              <a:t>Temporal resolution (frame rate vs tokens vs signals)</a:t>
            </a:r>
          </a:p>
          <a:p>
            <a:pPr marL="742950" lvl="1" indent="-285750">
              <a:buFont typeface="Arial" panose="020B0604020202020204" pitchFamily="34" charset="0"/>
              <a:buChar char="•"/>
            </a:pPr>
            <a:r>
              <a:rPr lang="en-PK" dirty="0">
                <a:latin typeface="Centary school"/>
              </a:rPr>
              <a:t>Spatial structure (pixels vs sequences vs vectors)</a:t>
            </a:r>
          </a:p>
          <a:p>
            <a:pPr marL="742950" lvl="1" indent="-285750">
              <a:buFont typeface="Arial" panose="020B0604020202020204" pitchFamily="34" charset="0"/>
              <a:buChar char="•"/>
            </a:pPr>
            <a:r>
              <a:rPr lang="en-PK" dirty="0">
                <a:latin typeface="Centary school"/>
              </a:rPr>
              <a:t>Noise and missing information</a:t>
            </a:r>
          </a:p>
          <a:p>
            <a:pPr marL="742950" lvl="1" indent="-285750">
              <a:buFont typeface="Arial" panose="020B0604020202020204" pitchFamily="34" charset="0"/>
              <a:buChar char="•"/>
            </a:pPr>
            <a:r>
              <a:rPr lang="en-PK" dirty="0">
                <a:latin typeface="Centary school"/>
              </a:rPr>
              <a:t>Level of abstraction (raw signal vs semantic meaning)</a:t>
            </a:r>
          </a:p>
          <a:p>
            <a:br>
              <a:rPr lang="en-PK" dirty="0">
                <a:latin typeface="Centary school"/>
              </a:rPr>
            </a:br>
            <a:endParaRPr lang="en-PK" dirty="0">
              <a:latin typeface="Centary school"/>
            </a:endParaRPr>
          </a:p>
          <a:p>
            <a:endParaRPr lang="en-PK" dirty="0">
              <a:latin typeface="Centary school"/>
            </a:endParaRPr>
          </a:p>
        </p:txBody>
      </p:sp>
      <p:sp>
        <p:nvSpPr>
          <p:cNvPr id="1048631" name="Arrow: Right 7"/>
          <p:cNvSpPr/>
          <p:nvPr/>
        </p:nvSpPr>
        <p:spPr>
          <a:xfrm>
            <a:off x="818707" y="2860157"/>
            <a:ext cx="340242" cy="191386"/>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PK"/>
          </a:p>
        </p:txBody>
      </p:sp>
      <p:sp>
        <p:nvSpPr>
          <p:cNvPr id="1048632" name="Rectangle 8"/>
          <p:cNvSpPr/>
          <p:nvPr/>
        </p:nvSpPr>
        <p:spPr>
          <a:xfrm>
            <a:off x="7315200" y="4298869"/>
            <a:ext cx="3944679" cy="1953076"/>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r>
              <a:rPr lang="en-PK" b="1" dirty="0"/>
              <a:t>Key distinction</a:t>
            </a:r>
            <a:r>
              <a:rPr lang="en-GB" b="1" dirty="0"/>
              <a:t>:</a:t>
            </a:r>
            <a:endParaRPr lang="en-PK" b="1" dirty="0"/>
          </a:p>
          <a:p>
            <a:r>
              <a:rPr lang="en-PK" dirty="0"/>
              <a:t>Representation defines </a:t>
            </a:r>
            <a:r>
              <a:rPr lang="en-PK" i="1" dirty="0"/>
              <a:t>what each modality is</a:t>
            </a:r>
            <a:r>
              <a:rPr lang="en-PK" dirty="0"/>
              <a:t>.</a:t>
            </a:r>
            <a:br>
              <a:rPr lang="en-PK" dirty="0"/>
            </a:br>
            <a:r>
              <a:rPr lang="en-GB" dirty="0"/>
              <a:t>“</a:t>
            </a:r>
            <a:r>
              <a:rPr lang="en-PK" dirty="0"/>
              <a:t>Alignment defines </a:t>
            </a:r>
            <a:r>
              <a:rPr lang="en-PK" i="1" dirty="0"/>
              <a:t>what corresponds across modalities</a:t>
            </a:r>
            <a:r>
              <a:rPr lang="en-PK" dirty="0"/>
              <a:t>.</a:t>
            </a:r>
            <a:r>
              <a:rPr lang="en-GB" dirty="0"/>
              <a:t>”</a:t>
            </a:r>
            <a:endParaRPr lang="en-PK" dirty="0"/>
          </a:p>
          <a:p>
            <a:pPr algn="ctr"/>
            <a:endParaRPr lang="en-PK" dirty="0"/>
          </a:p>
        </p:txBody>
      </p:sp>
      <p:sp>
        <p:nvSpPr>
          <p:cNvPr id="1048633" name="Rectangle 10"/>
          <p:cNvSpPr/>
          <p:nvPr/>
        </p:nvSpPr>
        <p:spPr>
          <a:xfrm>
            <a:off x="9011093" y="2025501"/>
            <a:ext cx="2729023" cy="1669311"/>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r>
              <a:rPr lang="en-GB" b="1" dirty="0"/>
              <a:t>Example:</a:t>
            </a:r>
          </a:p>
          <a:p>
            <a:r>
              <a:rPr lang="en-PK" b="1" dirty="0"/>
              <a:t>Video ↔ Action</a:t>
            </a:r>
            <a:br>
              <a:rPr lang="en-PK" dirty="0"/>
            </a:br>
            <a:r>
              <a:rPr lang="en-PK" dirty="0"/>
              <a:t>Temporal frames correspond to events (e.g., </a:t>
            </a:r>
            <a:r>
              <a:rPr lang="en-PK" i="1" dirty="0"/>
              <a:t>opening a door</a:t>
            </a:r>
            <a:r>
              <a:rPr lang="en-PK" dirty="0"/>
              <a:t>)</a:t>
            </a:r>
          </a:p>
        </p:txBody>
      </p:sp>
      <p:sp>
        <p:nvSpPr>
          <p:cNvPr id="3" name="Rectangle 4">
            <a:extLst>
              <a:ext uri="{FF2B5EF4-FFF2-40B4-BE49-F238E27FC236}">
                <a16:creationId xmlns:a16="http://schemas.microsoft.com/office/drawing/2014/main" id="{81C9F7CB-5D88-CDAC-EF25-A506ACF319E5}"/>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30</a:t>
            </a:r>
            <a:endParaRPr lang="en-PK" sz="4400" dirty="0">
              <a:latin typeface="Centary schoo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Rectangle 4"/>
          <p:cNvSpPr/>
          <p:nvPr/>
        </p:nvSpPr>
        <p:spPr>
          <a:xfrm>
            <a:off x="0" y="0"/>
            <a:ext cx="12192000" cy="831273"/>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GB" sz="4000" b="1" dirty="0">
                <a:solidFill>
                  <a:prstClr val="white"/>
                </a:solidFill>
                <a:latin typeface="Centary school"/>
              </a:rPr>
              <a:t>9 (vii): The Three Core Concepts</a:t>
            </a:r>
            <a:endParaRPr lang="en-PK" sz="4000" b="1" dirty="0">
              <a:solidFill>
                <a:prstClr val="white"/>
              </a:solidFill>
              <a:latin typeface="Centary school"/>
            </a:endParaRPr>
          </a:p>
        </p:txBody>
      </p:sp>
      <p:sp>
        <p:nvSpPr>
          <p:cNvPr id="1048635" name="TextBox 5"/>
          <p:cNvSpPr txBox="1"/>
          <p:nvPr/>
        </p:nvSpPr>
        <p:spPr>
          <a:xfrm>
            <a:off x="141486" y="971340"/>
            <a:ext cx="6614279" cy="5768340"/>
          </a:xfrm>
          <a:prstGeom prst="rect">
            <a:avLst/>
          </a:prstGeom>
          <a:noFill/>
        </p:spPr>
        <p:txBody>
          <a:bodyPr wrap="square" rtlCol="0">
            <a:spAutoFit/>
          </a:bodyPr>
          <a:lstStyle/>
          <a:p>
            <a:r>
              <a:rPr lang="en-PK" sz="2800" b="1" dirty="0">
                <a:latin typeface="Centary school"/>
              </a:rPr>
              <a:t>Concept 3: Fusion</a:t>
            </a:r>
            <a:endParaRPr lang="en-GB" sz="2800" b="1" dirty="0">
              <a:latin typeface="Centary school"/>
            </a:endParaRPr>
          </a:p>
          <a:p>
            <a:endParaRPr lang="en-PK" sz="2800" b="1" dirty="0">
              <a:latin typeface="Centary school"/>
            </a:endParaRPr>
          </a:p>
          <a:p>
            <a:r>
              <a:rPr lang="en-PK" b="1" dirty="0">
                <a:latin typeface="Centary school"/>
              </a:rPr>
              <a:t>What is multimodal fusion?</a:t>
            </a:r>
          </a:p>
          <a:p>
            <a:r>
              <a:rPr lang="en-PK" dirty="0">
                <a:latin typeface="Centary school"/>
              </a:rPr>
              <a:t>Fusion is the process of integrating information from multiple modalities into a unified representation or decision space.</a:t>
            </a:r>
            <a:endParaRPr lang="en-US" dirty="0">
              <a:latin typeface="Centary school"/>
            </a:endParaRPr>
          </a:p>
          <a:p>
            <a:endParaRPr lang="en-PK" dirty="0">
              <a:latin typeface="Centary school"/>
            </a:endParaRPr>
          </a:p>
          <a:p>
            <a:r>
              <a:rPr lang="en-GB" dirty="0">
                <a:latin typeface="Centary school"/>
              </a:rPr>
              <a:t>	</a:t>
            </a:r>
            <a:r>
              <a:rPr lang="en-PK" b="1" dirty="0">
                <a:latin typeface="Centary school"/>
              </a:rPr>
              <a:t>It answers:</a:t>
            </a:r>
          </a:p>
          <a:p>
            <a:r>
              <a:rPr lang="en-GB" b="1" dirty="0">
                <a:latin typeface="Centary school"/>
              </a:rPr>
              <a:t>	</a:t>
            </a:r>
            <a:r>
              <a:rPr lang="en-PK" dirty="0">
                <a:latin typeface="Centary school"/>
              </a:rPr>
              <a:t>How should aligned information be combined for reasoning or prediction?</a:t>
            </a:r>
          </a:p>
          <a:p>
            <a:endParaRPr lang="en-GB" b="1" dirty="0">
              <a:latin typeface="Centary school"/>
            </a:endParaRPr>
          </a:p>
          <a:p>
            <a:r>
              <a:rPr lang="en-PK" sz="2000" b="1" dirty="0">
                <a:latin typeface="Centary school"/>
              </a:rPr>
              <a:t>Types of fusion</a:t>
            </a:r>
            <a:endParaRPr lang="en-GB" sz="2000" b="1" dirty="0">
              <a:latin typeface="Centary school"/>
            </a:endParaRPr>
          </a:p>
          <a:p>
            <a:endParaRPr lang="en-PK" b="1" dirty="0">
              <a:latin typeface="Centary school"/>
            </a:endParaRPr>
          </a:p>
          <a:p>
            <a:pPr marL="342900" indent="-342900">
              <a:buFont typeface="+mj-lt"/>
              <a:buAutoNum type="arabicPeriod"/>
            </a:pPr>
            <a:r>
              <a:rPr lang="en-PK" b="1" dirty="0">
                <a:latin typeface="Centary school"/>
              </a:rPr>
              <a:t>Early Fusion (Input-level integration)</a:t>
            </a:r>
          </a:p>
          <a:p>
            <a:pPr lvl="1"/>
            <a:r>
              <a:rPr lang="en-PK" dirty="0">
                <a:latin typeface="Centary school"/>
              </a:rPr>
              <a:t>Raw or low-level features are combined before deep processing.</a:t>
            </a:r>
          </a:p>
          <a:p>
            <a:pPr marL="742950" lvl="1" indent="-285750">
              <a:buFont typeface="Wingdings" panose="05000000000000000000" pitchFamily="2" charset="2"/>
              <a:buChar char="Ø"/>
            </a:pPr>
            <a:r>
              <a:rPr lang="en-PK" dirty="0">
                <a:latin typeface="Centary school"/>
              </a:rPr>
              <a:t>Image features + text features → joint input representation</a:t>
            </a:r>
          </a:p>
          <a:p>
            <a:pPr lvl="2"/>
            <a:r>
              <a:rPr lang="en-PK" dirty="0">
                <a:latin typeface="Centary school"/>
              </a:rPr>
              <a:t>✔ Simple</a:t>
            </a:r>
            <a:br>
              <a:rPr lang="en-PK" dirty="0">
                <a:latin typeface="Centary school"/>
              </a:rPr>
            </a:br>
            <a:r>
              <a:rPr lang="en-PK" dirty="0">
                <a:latin typeface="Centary school"/>
              </a:rPr>
              <a:t>✖ Limited modality-specific processing</a:t>
            </a:r>
          </a:p>
          <a:p>
            <a:endParaRPr lang="en-GB" dirty="0">
              <a:latin typeface="Centary school"/>
            </a:endParaRPr>
          </a:p>
        </p:txBody>
      </p:sp>
      <p:pic>
        <p:nvPicPr>
          <p:cNvPr id="2097168" name="Picture 4" descr="Literature Review] A systematic review of challenges and proposed solutions  in modeling multimodal data"/>
          <p:cNvPicPr>
            <a:picLocks noChangeAspect="1" noChangeArrowheads="1"/>
          </p:cNvPicPr>
          <p:nvPr/>
        </p:nvPicPr>
        <p:blipFill>
          <a:blip r:embed="rId2" cstate="print"/>
          <a:srcRect/>
          <a:stretch>
            <a:fillRect/>
          </a:stretch>
        </p:blipFill>
        <p:spPr bwMode="auto">
          <a:xfrm>
            <a:off x="6096000" y="973782"/>
            <a:ext cx="6072250" cy="4102982"/>
          </a:xfrm>
          <a:prstGeom prst="rect">
            <a:avLst/>
          </a:prstGeom>
          <a:noFill/>
        </p:spPr>
      </p:pic>
      <p:pic>
        <p:nvPicPr>
          <p:cNvPr id="2097169" name="Picture 8"/>
          <p:cNvPicPr>
            <a:picLocks noChangeAspect="1"/>
          </p:cNvPicPr>
          <p:nvPr/>
        </p:nvPicPr>
        <p:blipFill>
          <a:blip r:embed="rId3"/>
          <a:srcRect l="4440" t="11703" r="4992" b="67907"/>
          <a:stretch>
            <a:fillRect/>
          </a:stretch>
        </p:blipFill>
        <p:spPr>
          <a:xfrm>
            <a:off x="7260878" y="5154824"/>
            <a:ext cx="4208261" cy="1388475"/>
          </a:xfrm>
          <a:prstGeom prst="rect">
            <a:avLst/>
          </a:prstGeom>
        </p:spPr>
      </p:pic>
      <p:sp>
        <p:nvSpPr>
          <p:cNvPr id="3" name="Rectangle 4">
            <a:extLst>
              <a:ext uri="{FF2B5EF4-FFF2-40B4-BE49-F238E27FC236}">
                <a16:creationId xmlns:a16="http://schemas.microsoft.com/office/drawing/2014/main" id="{9468BB11-13F3-ED8E-C2B9-773DACE42E31}"/>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31</a:t>
            </a:r>
            <a:endParaRPr lang="en-PK" sz="4400" dirty="0">
              <a:latin typeface="Centary schoo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6" name="Rectangle 4"/>
          <p:cNvSpPr/>
          <p:nvPr/>
        </p:nvSpPr>
        <p:spPr>
          <a:xfrm>
            <a:off x="0" y="0"/>
            <a:ext cx="12192000" cy="831273"/>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r>
              <a:rPr lang="en-GB" sz="4000" b="1" dirty="0">
                <a:solidFill>
                  <a:prstClr val="white"/>
                </a:solidFill>
                <a:latin typeface="Centary school"/>
              </a:rPr>
              <a:t>9 (vii): The Three Core Concepts</a:t>
            </a:r>
            <a:endParaRPr lang="en-PK" sz="4000" b="1" dirty="0">
              <a:solidFill>
                <a:prstClr val="white"/>
              </a:solidFill>
              <a:latin typeface="Centary school"/>
            </a:endParaRPr>
          </a:p>
        </p:txBody>
      </p:sp>
      <p:sp>
        <p:nvSpPr>
          <p:cNvPr id="1048637" name="TextBox 5"/>
          <p:cNvSpPr txBox="1"/>
          <p:nvPr/>
        </p:nvSpPr>
        <p:spPr>
          <a:xfrm>
            <a:off x="350874" y="920799"/>
            <a:ext cx="7251405" cy="4091941"/>
          </a:xfrm>
          <a:prstGeom prst="rect">
            <a:avLst/>
          </a:prstGeom>
          <a:noFill/>
        </p:spPr>
        <p:txBody>
          <a:bodyPr wrap="square" rtlCol="0">
            <a:spAutoFit/>
          </a:bodyPr>
          <a:lstStyle/>
          <a:p>
            <a:r>
              <a:rPr lang="en-PK" b="1" dirty="0">
                <a:latin typeface="Centary school"/>
              </a:rPr>
              <a:t>2. Intermediate Fusion (Representation-level interaction)</a:t>
            </a:r>
          </a:p>
          <a:p>
            <a:pPr lvl="1"/>
            <a:r>
              <a:rPr lang="en-PK" dirty="0">
                <a:latin typeface="Centary school"/>
              </a:rPr>
              <a:t>Each modality is encoded separately, then combined through interaction layers.</a:t>
            </a:r>
          </a:p>
          <a:p>
            <a:pPr marL="742950" lvl="1" indent="-285750">
              <a:buFont typeface="Wingdings" panose="05000000000000000000" pitchFamily="2" charset="2"/>
              <a:buChar char="Ø"/>
            </a:pPr>
            <a:r>
              <a:rPr lang="en-PK" dirty="0">
                <a:latin typeface="Centary school"/>
              </a:rPr>
              <a:t>Vision encoder + Language encoder → cross-modal attention / interaction</a:t>
            </a:r>
          </a:p>
          <a:p>
            <a:pPr lvl="2"/>
            <a:r>
              <a:rPr lang="en-PK" dirty="0">
                <a:latin typeface="Centary school"/>
              </a:rPr>
              <a:t>✔ Most widely used in modern multimodal models</a:t>
            </a:r>
            <a:br>
              <a:rPr lang="en-PK" dirty="0">
                <a:latin typeface="Centary school"/>
              </a:rPr>
            </a:br>
            <a:r>
              <a:rPr lang="en-PK" dirty="0">
                <a:latin typeface="Centary school"/>
              </a:rPr>
              <a:t>✔ Preserves modality-specific structure</a:t>
            </a:r>
          </a:p>
          <a:p>
            <a:endParaRPr lang="en-PK" dirty="0">
              <a:latin typeface="Centary school"/>
            </a:endParaRPr>
          </a:p>
          <a:p>
            <a:r>
              <a:rPr lang="en-PK" b="1" dirty="0">
                <a:latin typeface="Centary school"/>
              </a:rPr>
              <a:t>3. Late Fusion (Decision-level integration)</a:t>
            </a:r>
          </a:p>
          <a:p>
            <a:pPr lvl="1"/>
            <a:r>
              <a:rPr lang="en-PK" dirty="0">
                <a:latin typeface="Centary school"/>
              </a:rPr>
              <a:t>Each modality produces independent predictions, which are then combined.</a:t>
            </a:r>
          </a:p>
          <a:p>
            <a:pPr marL="742950" lvl="1" indent="-285750">
              <a:buFont typeface="Wingdings" panose="05000000000000000000" pitchFamily="2" charset="2"/>
              <a:buChar char="Ø"/>
            </a:pPr>
            <a:r>
              <a:rPr lang="en-PK" dirty="0">
                <a:latin typeface="Centary school"/>
              </a:rPr>
              <a:t>Vision prediction + Audio prediction → final decision</a:t>
            </a:r>
          </a:p>
          <a:p>
            <a:pPr lvl="2"/>
            <a:r>
              <a:rPr lang="en-PK" dirty="0">
                <a:latin typeface="Centary school"/>
              </a:rPr>
              <a:t>✔ Robust to missing modalities</a:t>
            </a:r>
            <a:br>
              <a:rPr lang="en-PK" dirty="0">
                <a:latin typeface="Centary school"/>
              </a:rPr>
            </a:br>
            <a:r>
              <a:rPr lang="en-PK" dirty="0">
                <a:latin typeface="Centary school"/>
              </a:rPr>
              <a:t>✖ Limited deep interaction</a:t>
            </a:r>
          </a:p>
          <a:p>
            <a:endParaRPr lang="en-PK" dirty="0">
              <a:latin typeface="Centary school"/>
            </a:endParaRPr>
          </a:p>
        </p:txBody>
      </p:sp>
      <p:sp>
        <p:nvSpPr>
          <p:cNvPr id="1048638" name="TextBox 6"/>
          <p:cNvSpPr txBox="1"/>
          <p:nvPr/>
        </p:nvSpPr>
        <p:spPr>
          <a:xfrm>
            <a:off x="350874" y="4822538"/>
            <a:ext cx="6694968" cy="1754326"/>
          </a:xfrm>
          <a:prstGeom prst="rect">
            <a:avLst/>
          </a:prstGeom>
          <a:noFill/>
        </p:spPr>
        <p:txBody>
          <a:bodyPr wrap="square" rtlCol="0">
            <a:spAutoFit/>
          </a:bodyPr>
          <a:lstStyle/>
          <a:p>
            <a:r>
              <a:rPr lang="en-PK" b="1" dirty="0">
                <a:latin typeface="Centary school"/>
              </a:rPr>
              <a:t>Key principle</a:t>
            </a:r>
          </a:p>
          <a:p>
            <a:r>
              <a:rPr lang="en-PK" dirty="0">
                <a:latin typeface="Centary school"/>
              </a:rPr>
              <a:t>Fusion is most effective when modalities provide:</a:t>
            </a:r>
          </a:p>
          <a:p>
            <a:pPr marL="285750" lvl="0" indent="-285750">
              <a:buFont typeface="Arial" panose="020B0604020202020204" pitchFamily="34" charset="0"/>
              <a:buChar char="•"/>
            </a:pPr>
            <a:r>
              <a:rPr lang="en-PK" b="1" dirty="0">
                <a:latin typeface="Centary school"/>
              </a:rPr>
              <a:t>Complementary information</a:t>
            </a:r>
            <a:r>
              <a:rPr lang="en-PK" dirty="0">
                <a:latin typeface="Centary school"/>
              </a:rPr>
              <a:t> (different aspects of same event)</a:t>
            </a:r>
          </a:p>
          <a:p>
            <a:pPr marL="285750" lvl="0" indent="-285750">
              <a:buFont typeface="Arial" panose="020B0604020202020204" pitchFamily="34" charset="0"/>
              <a:buChar char="•"/>
            </a:pPr>
            <a:r>
              <a:rPr lang="en-PK" b="1" dirty="0">
                <a:latin typeface="Centary school"/>
              </a:rPr>
              <a:t>Redundant information</a:t>
            </a:r>
            <a:r>
              <a:rPr lang="en-PK" dirty="0">
                <a:latin typeface="Centary school"/>
              </a:rPr>
              <a:t> (confirmation across sources)</a:t>
            </a:r>
          </a:p>
          <a:p>
            <a:pPr marL="285750" lvl="0" indent="-285750">
              <a:buFont typeface="Arial" panose="020B0604020202020204" pitchFamily="34" charset="0"/>
              <a:buChar char="•"/>
            </a:pPr>
            <a:r>
              <a:rPr lang="en-PK" b="1" dirty="0">
                <a:latin typeface="Centary school"/>
              </a:rPr>
              <a:t>Contextual information</a:t>
            </a:r>
            <a:r>
              <a:rPr lang="en-PK" dirty="0">
                <a:latin typeface="Centary school"/>
              </a:rPr>
              <a:t> (one modality </a:t>
            </a:r>
            <a:r>
              <a:rPr lang="en-PK" i="1" u="sng" dirty="0">
                <a:latin typeface="Centary school"/>
              </a:rPr>
              <a:t>disambiguates</a:t>
            </a:r>
            <a:r>
              <a:rPr lang="en-PK" dirty="0">
                <a:latin typeface="Centary school"/>
              </a:rPr>
              <a:t> another)</a:t>
            </a:r>
          </a:p>
          <a:p>
            <a:endParaRPr lang="en-PK" dirty="0">
              <a:latin typeface="Centary school"/>
            </a:endParaRPr>
          </a:p>
        </p:txBody>
      </p:sp>
      <p:pic>
        <p:nvPicPr>
          <p:cNvPr id="2097170" name="Picture 8"/>
          <p:cNvPicPr>
            <a:picLocks noChangeAspect="1"/>
          </p:cNvPicPr>
          <p:nvPr/>
        </p:nvPicPr>
        <p:blipFill>
          <a:blip r:embed="rId3"/>
          <a:srcRect l="4647" t="33178" r="3958" b="35969"/>
          <a:stretch>
            <a:fillRect/>
          </a:stretch>
        </p:blipFill>
        <p:spPr>
          <a:xfrm>
            <a:off x="7315201" y="1023576"/>
            <a:ext cx="4699590" cy="2115881"/>
          </a:xfrm>
          <a:prstGeom prst="rect">
            <a:avLst/>
          </a:prstGeom>
        </p:spPr>
      </p:pic>
      <p:pic>
        <p:nvPicPr>
          <p:cNvPr id="2097171" name="Picture 10"/>
          <p:cNvPicPr>
            <a:picLocks noChangeAspect="1"/>
          </p:cNvPicPr>
          <p:nvPr/>
        </p:nvPicPr>
        <p:blipFill>
          <a:blip r:embed="rId3"/>
          <a:srcRect l="4233" t="66203" r="4371" b="4185"/>
          <a:stretch>
            <a:fillRect/>
          </a:stretch>
        </p:blipFill>
        <p:spPr>
          <a:xfrm>
            <a:off x="7315201" y="3864178"/>
            <a:ext cx="4699590" cy="2030819"/>
          </a:xfrm>
          <a:prstGeom prst="rect">
            <a:avLst/>
          </a:prstGeom>
        </p:spPr>
      </p:pic>
      <p:sp>
        <p:nvSpPr>
          <p:cNvPr id="3" name="Rectangle 4">
            <a:extLst>
              <a:ext uri="{FF2B5EF4-FFF2-40B4-BE49-F238E27FC236}">
                <a16:creationId xmlns:a16="http://schemas.microsoft.com/office/drawing/2014/main" id="{48CDD85B-FE65-AB1B-D657-DC5513ACFEE6}"/>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32</a:t>
            </a:r>
            <a:endParaRPr lang="en-PK" sz="4400" dirty="0">
              <a:latin typeface="Centary schoo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9" name="Rectangle 4"/>
          <p:cNvSpPr/>
          <p:nvPr/>
        </p:nvSpPr>
        <p:spPr>
          <a:xfrm>
            <a:off x="0" y="0"/>
            <a:ext cx="12192000" cy="831273"/>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kumimoji="0" lang="en-GB" sz="4000" b="1" i="0" u="none" strike="noStrike" kern="1200" cap="none" spc="0" normalizeH="0" baseline="0" noProof="0" dirty="0">
                <a:ln>
                  <a:noFill/>
                </a:ln>
                <a:solidFill>
                  <a:prstClr val="white"/>
                </a:solidFill>
                <a:effectLst/>
                <a:uLnTx/>
                <a:uFillTx/>
                <a:latin typeface="Centary school"/>
              </a:rPr>
              <a:t>9 (viii): Application Landscape</a:t>
            </a:r>
            <a:endParaRPr kumimoji="0" lang="en-PK" sz="4000" b="1" i="0" u="none" strike="noStrike" kern="1200" cap="none" spc="0" normalizeH="0" baseline="0" noProof="0" dirty="0">
              <a:ln>
                <a:noFill/>
              </a:ln>
              <a:solidFill>
                <a:prstClr val="white"/>
              </a:solidFill>
              <a:effectLst/>
              <a:uLnTx/>
              <a:uFillTx/>
              <a:latin typeface="Centary school"/>
            </a:endParaRPr>
          </a:p>
        </p:txBody>
      </p:sp>
      <p:sp>
        <p:nvSpPr>
          <p:cNvPr id="1048640" name="TextBox 5"/>
          <p:cNvSpPr txBox="1"/>
          <p:nvPr/>
        </p:nvSpPr>
        <p:spPr>
          <a:xfrm>
            <a:off x="0" y="862196"/>
            <a:ext cx="5730948" cy="646331"/>
          </a:xfrm>
          <a:prstGeom prst="rect">
            <a:avLst/>
          </a:prstGeom>
          <a:noFill/>
        </p:spPr>
        <p:txBody>
          <a:bodyPr wrap="square" rtlCol="0">
            <a:spAutoFit/>
          </a:bodyPr>
          <a:lstStyle/>
          <a:p>
            <a:r>
              <a:rPr lang="en-PK" b="1" dirty="0">
                <a:latin typeface="Centary school"/>
              </a:rPr>
              <a:t>Where Is Multimodal AI Used?</a:t>
            </a:r>
          </a:p>
          <a:p>
            <a:r>
              <a:rPr lang="en-PK" dirty="0">
                <a:latin typeface="Centary school"/>
              </a:rPr>
              <a:t>Multimodal AI spans multiple real-world domain</a:t>
            </a:r>
            <a:r>
              <a:rPr lang="en-GB" dirty="0">
                <a:latin typeface="Centary school"/>
              </a:rPr>
              <a:t>s.</a:t>
            </a:r>
            <a:endParaRPr lang="en-PK" b="1" dirty="0">
              <a:latin typeface="Centary school"/>
            </a:endParaRPr>
          </a:p>
        </p:txBody>
      </p:sp>
      <p:pic>
        <p:nvPicPr>
          <p:cNvPr id="2097172" name="Picture 7"/>
          <p:cNvPicPr>
            <a:picLocks noChangeAspect="1"/>
          </p:cNvPicPr>
          <p:nvPr/>
        </p:nvPicPr>
        <p:blipFill>
          <a:blip r:embed="rId2"/>
          <a:srcRect l="1921" t="11834" r="1356"/>
          <a:stretch>
            <a:fillRect/>
          </a:stretch>
        </p:blipFill>
        <p:spPr>
          <a:xfrm>
            <a:off x="514294" y="1508527"/>
            <a:ext cx="9866978" cy="5019940"/>
          </a:xfrm>
          <a:prstGeom prst="rect">
            <a:avLst/>
          </a:prstGeom>
        </p:spPr>
      </p:pic>
      <p:sp>
        <p:nvSpPr>
          <p:cNvPr id="3" name="Rectangle 4">
            <a:extLst>
              <a:ext uri="{FF2B5EF4-FFF2-40B4-BE49-F238E27FC236}">
                <a16:creationId xmlns:a16="http://schemas.microsoft.com/office/drawing/2014/main" id="{22E76593-ED92-6C4F-1E44-53D18729D4C0}"/>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33</a:t>
            </a:r>
            <a:endParaRPr lang="en-PK" sz="4400" dirty="0">
              <a:latin typeface="Centary schoo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1" name="Rectangle 4"/>
          <p:cNvSpPr/>
          <p:nvPr/>
        </p:nvSpPr>
        <p:spPr>
          <a:xfrm>
            <a:off x="0" y="0"/>
            <a:ext cx="12192000" cy="831273"/>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4000" b="1" dirty="0">
                <a:latin typeface="Centary school"/>
              </a:rPr>
              <a:t>9 (ix): </a:t>
            </a:r>
            <a:r>
              <a:rPr lang="en-PK" sz="4000" b="1" dirty="0">
                <a:latin typeface="Centary school"/>
              </a:rPr>
              <a:t>Course Case Studies</a:t>
            </a:r>
            <a:endParaRPr kumimoji="0" lang="en-PK" sz="4000" b="1" i="0" u="none" strike="noStrike" kern="1200" cap="none" spc="0" normalizeH="0" baseline="0" noProof="0" dirty="0">
              <a:ln>
                <a:noFill/>
              </a:ln>
              <a:solidFill>
                <a:prstClr val="white"/>
              </a:solidFill>
              <a:effectLst/>
              <a:uLnTx/>
              <a:uFillTx/>
              <a:latin typeface="Centary school"/>
            </a:endParaRPr>
          </a:p>
        </p:txBody>
      </p:sp>
      <p:sp>
        <p:nvSpPr>
          <p:cNvPr id="1048642" name="TextBox 5"/>
          <p:cNvSpPr txBox="1"/>
          <p:nvPr/>
        </p:nvSpPr>
        <p:spPr>
          <a:xfrm>
            <a:off x="0" y="643216"/>
            <a:ext cx="11174819" cy="4987290"/>
          </a:xfrm>
          <a:prstGeom prst="rect">
            <a:avLst/>
          </a:prstGeom>
          <a:noFill/>
        </p:spPr>
        <p:txBody>
          <a:bodyPr wrap="square" rtlCol="0">
            <a:spAutoFit/>
          </a:bodyPr>
          <a:lstStyle/>
          <a:p>
            <a:pPr>
              <a:lnSpc>
                <a:spcPct val="150000"/>
              </a:lnSpc>
            </a:pPr>
            <a:r>
              <a:rPr lang="en-PK" sz="2800" b="1" dirty="0">
                <a:latin typeface="Centary school"/>
              </a:rPr>
              <a:t>From Theory to Real Systems</a:t>
            </a:r>
            <a:endParaRPr lang="en-GB" sz="2800" b="1" dirty="0">
              <a:latin typeface="Centary school"/>
            </a:endParaRPr>
          </a:p>
          <a:p>
            <a:pPr>
              <a:lnSpc>
                <a:spcPct val="150000"/>
              </a:lnSpc>
            </a:pPr>
            <a:r>
              <a:rPr lang="en-PK" dirty="0">
                <a:latin typeface="Centary school"/>
              </a:rPr>
              <a:t>The course is structured to bridge foundational multimodal AI theory with real-world intelligent systems deployed in perception, monitoring, and decision-making tasks.</a:t>
            </a:r>
          </a:p>
          <a:p>
            <a:pPr>
              <a:lnSpc>
                <a:spcPct val="150000"/>
              </a:lnSpc>
            </a:pPr>
            <a:r>
              <a:rPr lang="en-PK" dirty="0">
                <a:latin typeface="Centary school"/>
              </a:rPr>
              <a:t>Each case study represents a progression in system complexity — from low-level perception to high-level reasoning and action.</a:t>
            </a:r>
          </a:p>
          <a:p>
            <a:br>
              <a:rPr lang="en-PK" dirty="0">
                <a:latin typeface="Centary school"/>
              </a:rPr>
            </a:br>
            <a:endParaRPr lang="en-PK" dirty="0">
              <a:latin typeface="Centary school"/>
            </a:endParaRPr>
          </a:p>
          <a:p>
            <a:pPr marL="285750" indent="-285750">
              <a:buFont typeface="Wingdings" panose="05000000000000000000" pitchFamily="2" charset="2"/>
              <a:buChar char="q"/>
            </a:pPr>
            <a:r>
              <a:rPr lang="en-PK" b="1" dirty="0">
                <a:latin typeface="Centary school"/>
              </a:rPr>
              <a:t>LOW-LEVEL PERCEPTION SYSTEMS</a:t>
            </a:r>
            <a:r>
              <a:rPr lang="en-GB" b="1" dirty="0">
                <a:latin typeface="Centary school"/>
              </a:rPr>
              <a:t>:</a:t>
            </a:r>
          </a:p>
          <a:p>
            <a:endParaRPr lang="en-PK" b="1" dirty="0">
              <a:latin typeface="Centary school"/>
            </a:endParaRPr>
          </a:p>
          <a:p>
            <a:pPr marL="800100" lvl="1" indent="-342900">
              <a:buFont typeface="+mj-lt"/>
              <a:buAutoNum type="arabicPeriod"/>
            </a:pPr>
            <a:r>
              <a:rPr lang="en-PK" b="1" dirty="0">
                <a:latin typeface="Centary school"/>
              </a:rPr>
              <a:t>Image Enhancement &amp; Restoration</a:t>
            </a:r>
            <a:endParaRPr lang="en-PK" dirty="0">
              <a:latin typeface="Centary school"/>
            </a:endParaRPr>
          </a:p>
          <a:p>
            <a:pPr lvl="1"/>
            <a:r>
              <a:rPr lang="en-PK" dirty="0">
                <a:latin typeface="Centary school"/>
              </a:rPr>
              <a:t>Focus:</a:t>
            </a:r>
          </a:p>
          <a:p>
            <a:pPr marL="742950" lvl="1" indent="-285750">
              <a:buFont typeface="Arial" panose="020B0604020202020204" pitchFamily="34" charset="0"/>
              <a:buChar char="•"/>
            </a:pPr>
            <a:r>
              <a:rPr lang="en-PK" dirty="0">
                <a:latin typeface="Centary school"/>
              </a:rPr>
              <a:t>Improving visual quality and signal fidelity</a:t>
            </a:r>
          </a:p>
          <a:p>
            <a:pPr marL="742950" lvl="1" indent="-285750">
              <a:buFont typeface="Arial" panose="020B0604020202020204" pitchFamily="34" charset="0"/>
              <a:buChar char="•"/>
            </a:pPr>
            <a:r>
              <a:rPr lang="en-PK" dirty="0">
                <a:latin typeface="Centary school"/>
              </a:rPr>
              <a:t>Noise removal, deblurring, and reconstruction</a:t>
            </a:r>
          </a:p>
          <a:p>
            <a:pPr marL="742950" lvl="1" indent="-285750">
              <a:buFont typeface="Arial" panose="020B0604020202020204" pitchFamily="34" charset="0"/>
              <a:buChar char="•"/>
            </a:pPr>
            <a:r>
              <a:rPr lang="en-PK" dirty="0">
                <a:latin typeface="Centary school"/>
              </a:rPr>
              <a:t>Foundational step for all vision-based AI systems</a:t>
            </a:r>
          </a:p>
          <a:p>
            <a:endParaRPr lang="en-PK" dirty="0">
              <a:latin typeface="Centary school"/>
            </a:endParaRPr>
          </a:p>
        </p:txBody>
      </p:sp>
      <p:sp>
        <p:nvSpPr>
          <p:cNvPr id="3" name="Rectangle 4">
            <a:extLst>
              <a:ext uri="{FF2B5EF4-FFF2-40B4-BE49-F238E27FC236}">
                <a16:creationId xmlns:a16="http://schemas.microsoft.com/office/drawing/2014/main" id="{BADD1C3B-665B-6276-CC01-37576C07F302}"/>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34</a:t>
            </a:r>
            <a:endParaRPr lang="en-PK" sz="4400" dirty="0">
              <a:latin typeface="Centary school"/>
            </a:endParaRPr>
          </a:p>
        </p:txBody>
      </p:sp>
      <p:pic>
        <p:nvPicPr>
          <p:cNvPr id="4" name="Picture 3">
            <a:extLst>
              <a:ext uri="{FF2B5EF4-FFF2-40B4-BE49-F238E27FC236}">
                <a16:creationId xmlns:a16="http://schemas.microsoft.com/office/drawing/2014/main" id="{07C5B194-1547-8BAD-A4A9-8A47C90348F7}"/>
              </a:ext>
            </a:extLst>
          </p:cNvPr>
          <p:cNvPicPr>
            <a:picLocks noChangeAspect="1"/>
          </p:cNvPicPr>
          <p:nvPr/>
        </p:nvPicPr>
        <p:blipFill>
          <a:blip r:embed="rId2"/>
          <a:stretch>
            <a:fillRect/>
          </a:stretch>
        </p:blipFill>
        <p:spPr>
          <a:xfrm>
            <a:off x="5678435" y="2761709"/>
            <a:ext cx="6254415" cy="2868797"/>
          </a:xfrm>
          <a:prstGeom prst="rect">
            <a:avLst/>
          </a:prstGeom>
        </p:spPr>
      </p:pic>
      <p:sp>
        <p:nvSpPr>
          <p:cNvPr id="6" name="TextBox 5">
            <a:extLst>
              <a:ext uri="{FF2B5EF4-FFF2-40B4-BE49-F238E27FC236}">
                <a16:creationId xmlns:a16="http://schemas.microsoft.com/office/drawing/2014/main" id="{C6688DE5-AC34-BDA8-939E-232C5AD9D0EF}"/>
              </a:ext>
            </a:extLst>
          </p:cNvPr>
          <p:cNvSpPr txBox="1"/>
          <p:nvPr/>
        </p:nvSpPr>
        <p:spPr>
          <a:xfrm>
            <a:off x="136195" y="5891618"/>
            <a:ext cx="11796655" cy="646331"/>
          </a:xfrm>
          <a:prstGeom prst="rect">
            <a:avLst/>
          </a:prstGeom>
          <a:noFill/>
        </p:spPr>
        <p:txBody>
          <a:bodyPr wrap="square" rtlCol="0">
            <a:spAutoFit/>
          </a:bodyPr>
          <a:lstStyle/>
          <a:p>
            <a:r>
              <a:rPr lang="en-US" b="1" dirty="0">
                <a:hlinkClick r:id="rId3"/>
              </a:rPr>
              <a:t>LoLI-Street: Benchmarking Low-Light Image Enhancement and Beyond</a:t>
            </a:r>
            <a:r>
              <a:rPr lang="en-US" b="1" dirty="0"/>
              <a:t>, </a:t>
            </a:r>
            <a:r>
              <a:rPr lang="en-US" dirty="0"/>
              <a:t>The 17</a:t>
            </a:r>
            <a:r>
              <a:rPr lang="en-US" baseline="30000" dirty="0"/>
              <a:t>th</a:t>
            </a:r>
            <a:r>
              <a:rPr lang="en-US" dirty="0"/>
              <a:t> Asian Conference on Computer Vision (ACCV), 2024, Hanoi, Vietnam. BK IF=1.</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75F52-E368-7063-D999-CFC816DB8B5A}"/>
            </a:ext>
          </a:extLst>
        </p:cNvPr>
        <p:cNvGrpSpPr/>
        <p:nvPr/>
      </p:nvGrpSpPr>
      <p:grpSpPr>
        <a:xfrm>
          <a:off x="0" y="0"/>
          <a:ext cx="0" cy="0"/>
          <a:chOff x="0" y="0"/>
          <a:chExt cx="0" cy="0"/>
        </a:xfrm>
      </p:grpSpPr>
      <p:sp>
        <p:nvSpPr>
          <p:cNvPr id="1048641" name="Rectangle 4">
            <a:extLst>
              <a:ext uri="{FF2B5EF4-FFF2-40B4-BE49-F238E27FC236}">
                <a16:creationId xmlns:a16="http://schemas.microsoft.com/office/drawing/2014/main" id="{E7914A4E-F507-4057-B649-9BEE125939DB}"/>
              </a:ext>
            </a:extLst>
          </p:cNvPr>
          <p:cNvSpPr/>
          <p:nvPr/>
        </p:nvSpPr>
        <p:spPr>
          <a:xfrm>
            <a:off x="0" y="0"/>
            <a:ext cx="12192000" cy="831273"/>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4000" b="1" dirty="0">
                <a:latin typeface="Centary school"/>
              </a:rPr>
              <a:t>9 (ix): </a:t>
            </a:r>
            <a:r>
              <a:rPr lang="en-PK" sz="4000" b="1" dirty="0">
                <a:latin typeface="Centary school"/>
              </a:rPr>
              <a:t>Course Case Studies</a:t>
            </a:r>
            <a:endParaRPr kumimoji="0" lang="en-PK" sz="4000" b="1" i="0" u="none" strike="noStrike" kern="1200" cap="none" spc="0" normalizeH="0" baseline="0" noProof="0" dirty="0">
              <a:ln>
                <a:noFill/>
              </a:ln>
              <a:solidFill>
                <a:prstClr val="white"/>
              </a:solidFill>
              <a:effectLst/>
              <a:uLnTx/>
              <a:uFillTx/>
              <a:latin typeface="Centary school"/>
            </a:endParaRPr>
          </a:p>
        </p:txBody>
      </p:sp>
      <p:sp>
        <p:nvSpPr>
          <p:cNvPr id="1048642" name="TextBox 5">
            <a:extLst>
              <a:ext uri="{FF2B5EF4-FFF2-40B4-BE49-F238E27FC236}">
                <a16:creationId xmlns:a16="http://schemas.microsoft.com/office/drawing/2014/main" id="{6355AD59-6421-325B-974A-F2BFA8288230}"/>
              </a:ext>
            </a:extLst>
          </p:cNvPr>
          <p:cNvSpPr txBox="1"/>
          <p:nvPr/>
        </p:nvSpPr>
        <p:spPr>
          <a:xfrm>
            <a:off x="0" y="643216"/>
            <a:ext cx="11174819" cy="1569660"/>
          </a:xfrm>
          <a:prstGeom prst="rect">
            <a:avLst/>
          </a:prstGeom>
          <a:noFill/>
        </p:spPr>
        <p:txBody>
          <a:bodyPr wrap="square" rtlCol="0">
            <a:spAutoFit/>
          </a:bodyPr>
          <a:lstStyle/>
          <a:p>
            <a:pPr>
              <a:lnSpc>
                <a:spcPct val="150000"/>
              </a:lnSpc>
            </a:pPr>
            <a:r>
              <a:rPr lang="en-PK" sz="2800" b="1" dirty="0">
                <a:latin typeface="Centary school"/>
              </a:rPr>
              <a:t>From Theory to Real Systems</a:t>
            </a:r>
            <a:endParaRPr lang="en-GB" sz="2800" b="1" dirty="0">
              <a:latin typeface="Centary school"/>
            </a:endParaRPr>
          </a:p>
          <a:p>
            <a:pPr marL="285750" indent="-285750">
              <a:buFont typeface="Wingdings" panose="05000000000000000000" pitchFamily="2" charset="2"/>
              <a:buChar char="q"/>
            </a:pPr>
            <a:r>
              <a:rPr lang="en-PK" b="1" dirty="0">
                <a:latin typeface="Centary school"/>
              </a:rPr>
              <a:t>LOW-LEVEL PERCEPTION SYSTEMS</a:t>
            </a:r>
            <a:r>
              <a:rPr lang="en-GB" b="1" dirty="0">
                <a:latin typeface="Centary school"/>
              </a:rPr>
              <a:t>:</a:t>
            </a:r>
          </a:p>
          <a:p>
            <a:pPr marL="342900" indent="-342900">
              <a:buFont typeface="+mj-lt"/>
              <a:buAutoNum type="arabicPeriod"/>
            </a:pPr>
            <a:r>
              <a:rPr lang="en-US" dirty="0">
                <a:latin typeface="Centary school"/>
              </a:rPr>
              <a:t>Image Enhancement &amp; Restoration</a:t>
            </a:r>
          </a:p>
          <a:p>
            <a:pPr marL="342900" indent="-342900">
              <a:buFont typeface="+mj-lt"/>
              <a:buAutoNum type="arabicPeriod"/>
            </a:pPr>
            <a:r>
              <a:rPr lang="en-US" b="1" dirty="0">
                <a:latin typeface="Centary school"/>
              </a:rPr>
              <a:t>Haze-Aware </a:t>
            </a:r>
            <a:r>
              <a:rPr lang="en-PK" b="1" dirty="0">
                <a:latin typeface="Centary school"/>
              </a:rPr>
              <a:t>Image </a:t>
            </a:r>
            <a:r>
              <a:rPr lang="en-US" b="1" dirty="0">
                <a:latin typeface="Centary school"/>
              </a:rPr>
              <a:t>Dehazing</a:t>
            </a:r>
            <a:endParaRPr lang="en-PK" dirty="0">
              <a:latin typeface="Centary school"/>
            </a:endParaRPr>
          </a:p>
        </p:txBody>
      </p:sp>
      <p:sp>
        <p:nvSpPr>
          <p:cNvPr id="3" name="Rectangle 4">
            <a:extLst>
              <a:ext uri="{FF2B5EF4-FFF2-40B4-BE49-F238E27FC236}">
                <a16:creationId xmlns:a16="http://schemas.microsoft.com/office/drawing/2014/main" id="{33EE41D3-E1C9-6976-1236-E71249D434BA}"/>
              </a:ext>
            </a:extLst>
          </p:cNvPr>
          <p:cNvSpPr/>
          <p:nvPr/>
        </p:nvSpPr>
        <p:spPr>
          <a:xfrm>
            <a:off x="-3075" y="6512349"/>
            <a:ext cx="12192000" cy="345651"/>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35</a:t>
            </a:r>
          </a:p>
        </p:txBody>
      </p:sp>
      <p:pic>
        <p:nvPicPr>
          <p:cNvPr id="5" name="Picture 4">
            <a:extLst>
              <a:ext uri="{FF2B5EF4-FFF2-40B4-BE49-F238E27FC236}">
                <a16:creationId xmlns:a16="http://schemas.microsoft.com/office/drawing/2014/main" id="{5A5A7280-3EF1-3A92-68CF-689697874C17}"/>
              </a:ext>
            </a:extLst>
          </p:cNvPr>
          <p:cNvPicPr>
            <a:picLocks noChangeAspect="1"/>
          </p:cNvPicPr>
          <p:nvPr/>
        </p:nvPicPr>
        <p:blipFill>
          <a:blip r:embed="rId2"/>
          <a:stretch>
            <a:fillRect/>
          </a:stretch>
        </p:blipFill>
        <p:spPr>
          <a:xfrm>
            <a:off x="3659556" y="1227838"/>
            <a:ext cx="8502210" cy="3417287"/>
          </a:xfrm>
          <a:prstGeom prst="rect">
            <a:avLst/>
          </a:prstGeom>
          <a:ln w="19050">
            <a:noFill/>
          </a:ln>
        </p:spPr>
      </p:pic>
      <p:sp>
        <p:nvSpPr>
          <p:cNvPr id="8" name="TextBox 7">
            <a:extLst>
              <a:ext uri="{FF2B5EF4-FFF2-40B4-BE49-F238E27FC236}">
                <a16:creationId xmlns:a16="http://schemas.microsoft.com/office/drawing/2014/main" id="{37CD0235-A0E1-069A-162B-E85BAE24E1E5}"/>
              </a:ext>
            </a:extLst>
          </p:cNvPr>
          <p:cNvSpPr txBox="1"/>
          <p:nvPr/>
        </p:nvSpPr>
        <p:spPr>
          <a:xfrm>
            <a:off x="4022638" y="4698555"/>
            <a:ext cx="8036578" cy="276999"/>
          </a:xfrm>
          <a:prstGeom prst="rect">
            <a:avLst/>
          </a:prstGeom>
          <a:noFill/>
        </p:spPr>
        <p:txBody>
          <a:bodyPr wrap="square" rtlCol="0">
            <a:spAutoFit/>
          </a:bodyPr>
          <a:lstStyle/>
          <a:p>
            <a:r>
              <a:rPr lang="en-US" sz="1200" b="1" dirty="0">
                <a:latin typeface="Microsoft GothicNeo (Body)"/>
                <a:ea typeface="Open Sans" panose="020B0606030504020204" pitchFamily="34" charset="0"/>
                <a:cs typeface="Open Sans" panose="020B0606030504020204" pitchFamily="34" charset="0"/>
              </a:rPr>
              <a:t>Fig. 2: </a:t>
            </a:r>
            <a:r>
              <a:rPr lang="en-US" sz="1200" dirty="0">
                <a:latin typeface="Microsoft GothicNeo (Body)"/>
                <a:ea typeface="Open Sans" panose="020B0606030504020204" pitchFamily="34" charset="0"/>
                <a:cs typeface="Open Sans" panose="020B0606030504020204" pitchFamily="34" charset="0"/>
              </a:rPr>
              <a:t>Our proposed framework for haze-aware single-image dehazing using specialized dehazers.</a:t>
            </a:r>
          </a:p>
        </p:txBody>
      </p:sp>
      <p:sp>
        <p:nvSpPr>
          <p:cNvPr id="10" name="Content Placeholder 2">
            <a:extLst>
              <a:ext uri="{FF2B5EF4-FFF2-40B4-BE49-F238E27FC236}">
                <a16:creationId xmlns:a16="http://schemas.microsoft.com/office/drawing/2014/main" id="{EC93F94D-AB96-2062-7DDF-C036039E3A70}"/>
              </a:ext>
            </a:extLst>
          </p:cNvPr>
          <p:cNvSpPr txBox="1">
            <a:spLocks/>
          </p:cNvSpPr>
          <p:nvPr/>
        </p:nvSpPr>
        <p:spPr>
          <a:xfrm>
            <a:off x="104607" y="5239757"/>
            <a:ext cx="4650012" cy="1272593"/>
          </a:xfrm>
          <a:prstGeom prst="rect">
            <a:avLst/>
          </a:prstGeom>
        </p:spPr>
        <p:txBody>
          <a:bodyPr lIns="109728" tIns="109728" rIns="109728" bIns="91440"/>
          <a:lstStyle>
            <a:lvl1pPr marL="228600" indent="-228600" algn="l" defTabSz="914400" rtl="0" eaLnBrk="1" latinLnBrk="0" hangingPunct="1">
              <a:lnSpc>
                <a:spcPct val="112000"/>
              </a:lnSpc>
              <a:spcBef>
                <a:spcPts val="1000"/>
              </a:spcBef>
              <a:buSzPct val="70000"/>
              <a:buFont typeface="Arial" panose="020B0604020202020204" pitchFamily="34" charset="0"/>
              <a:buChar char="•"/>
              <a:defRPr sz="2400" kern="1200" spc="50">
                <a:solidFill>
                  <a:schemeClr val="tx2"/>
                </a:solidFill>
                <a:latin typeface="+mj-lt"/>
                <a:ea typeface="+mn-ea"/>
                <a:cs typeface="+mn-cs"/>
              </a:defRPr>
            </a:lvl1pPr>
            <a:lvl2pPr marL="685800" indent="-228600" algn="l" defTabSz="914400" rtl="0" eaLnBrk="1" latinLnBrk="0" hangingPunct="1">
              <a:lnSpc>
                <a:spcPct val="112000"/>
              </a:lnSpc>
              <a:spcBef>
                <a:spcPts val="500"/>
              </a:spcBef>
              <a:buSzPct val="70000"/>
              <a:buFont typeface="Arial" panose="020B0604020202020204" pitchFamily="34" charset="0"/>
              <a:buChar char="•"/>
              <a:defRPr sz="2000" kern="1200" spc="50">
                <a:solidFill>
                  <a:schemeClr val="tx2"/>
                </a:solidFill>
                <a:latin typeface="+mj-lt"/>
                <a:ea typeface="+mn-ea"/>
                <a:cs typeface="+mn-cs"/>
              </a:defRPr>
            </a:lvl2pPr>
            <a:lvl3pPr marL="1143000" indent="-228600" algn="l" defTabSz="914400" rtl="0" eaLnBrk="1" latinLnBrk="0" hangingPunct="1">
              <a:lnSpc>
                <a:spcPct val="112000"/>
              </a:lnSpc>
              <a:spcBef>
                <a:spcPts val="500"/>
              </a:spcBef>
              <a:buSzPct val="70000"/>
              <a:buFont typeface="Arial" panose="020B0604020202020204" pitchFamily="34" charset="0"/>
              <a:buChar char="•"/>
              <a:defRPr sz="1800" kern="1200" spc="50">
                <a:solidFill>
                  <a:schemeClr val="tx2"/>
                </a:solidFill>
                <a:latin typeface="+mj-lt"/>
                <a:ea typeface="+mn-ea"/>
                <a:cs typeface="+mn-cs"/>
              </a:defRPr>
            </a:lvl3pPr>
            <a:lvl4pPr marL="1600200" indent="-228600" algn="l" defTabSz="914400" rtl="0" eaLnBrk="1" latinLnBrk="0" hangingPunct="1">
              <a:lnSpc>
                <a:spcPct val="112000"/>
              </a:lnSpc>
              <a:spcBef>
                <a:spcPts val="500"/>
              </a:spcBef>
              <a:buSzPct val="70000"/>
              <a:buFont typeface="Arial" panose="020B0604020202020204" pitchFamily="34" charset="0"/>
              <a:buChar char="•"/>
              <a:defRPr sz="1600" kern="1200" spc="50">
                <a:solidFill>
                  <a:schemeClr val="tx2"/>
                </a:solidFill>
                <a:latin typeface="+mj-lt"/>
                <a:ea typeface="+mn-ea"/>
                <a:cs typeface="+mn-cs"/>
              </a:defRPr>
            </a:lvl4pPr>
            <a:lvl5pPr marL="2057400" indent="-228600" algn="l" defTabSz="914400" rtl="0" eaLnBrk="1" latinLnBrk="0" hangingPunct="1">
              <a:lnSpc>
                <a:spcPct val="112000"/>
              </a:lnSpc>
              <a:spcBef>
                <a:spcPts val="500"/>
              </a:spcBef>
              <a:buSzPct val="70000"/>
              <a:buFont typeface="Arial" panose="020B0604020202020204" pitchFamily="34" charset="0"/>
              <a:buChar char="•"/>
              <a:defRPr sz="1600" kern="1200" spc="5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1800" b="1" spc="0" dirty="0">
                <a:solidFill>
                  <a:schemeClr val="tx1"/>
                </a:solidFill>
                <a:latin typeface="Microsoft GothicNeo (Body)"/>
                <a:ea typeface="Open Sans" panose="020B0606030504020204" pitchFamily="34" charset="0"/>
                <a:cs typeface="Open Sans" panose="020B0606030504020204" pitchFamily="34" charset="0"/>
              </a:rPr>
              <a:t>Dataset: HazeSpace2M</a:t>
            </a:r>
          </a:p>
          <a:p>
            <a:pPr marL="171450" indent="-171450">
              <a:lnSpc>
                <a:spcPct val="100000"/>
              </a:lnSpc>
              <a:buFont typeface="Wingdings" panose="05000000000000000000" pitchFamily="2" charset="2"/>
              <a:buChar char="v"/>
            </a:pPr>
            <a:r>
              <a:rPr lang="en-US" sz="1600" spc="0" dirty="0">
                <a:solidFill>
                  <a:schemeClr val="tx1"/>
                </a:solidFill>
                <a:latin typeface="Microsoft GothicNeo (Body)"/>
                <a:ea typeface="Open Sans" panose="020B0606030504020204" pitchFamily="34" charset="0"/>
                <a:cs typeface="Open Sans" panose="020B0606030504020204" pitchFamily="34" charset="0"/>
              </a:rPr>
              <a:t>A large-scale paired dehazing dataset</a:t>
            </a:r>
          </a:p>
          <a:p>
            <a:pPr marL="171450" indent="-171450">
              <a:lnSpc>
                <a:spcPct val="100000"/>
              </a:lnSpc>
              <a:buFont typeface="Wingdings" panose="05000000000000000000" pitchFamily="2" charset="2"/>
              <a:buChar char="v"/>
            </a:pPr>
            <a:r>
              <a:rPr lang="en-US" sz="1600" spc="0" dirty="0">
                <a:solidFill>
                  <a:schemeClr val="tx1"/>
                </a:solidFill>
                <a:latin typeface="Microsoft GothicNeo (Body)"/>
                <a:ea typeface="Open Sans" panose="020B0606030504020204" pitchFamily="34" charset="0"/>
                <a:cs typeface="Open Sans" panose="020B0606030504020204" pitchFamily="34" charset="0"/>
              </a:rPr>
              <a:t>Features over 2 million hazy images</a:t>
            </a:r>
          </a:p>
        </p:txBody>
      </p:sp>
      <p:sp>
        <p:nvSpPr>
          <p:cNvPr id="12" name="Content Placeholder 2">
            <a:extLst>
              <a:ext uri="{FF2B5EF4-FFF2-40B4-BE49-F238E27FC236}">
                <a16:creationId xmlns:a16="http://schemas.microsoft.com/office/drawing/2014/main" id="{FE994E40-0068-8B74-72C1-DA6B433C11F8}"/>
              </a:ext>
            </a:extLst>
          </p:cNvPr>
          <p:cNvSpPr txBox="1">
            <a:spLocks/>
          </p:cNvSpPr>
          <p:nvPr/>
        </p:nvSpPr>
        <p:spPr>
          <a:xfrm>
            <a:off x="7125216" y="5239756"/>
            <a:ext cx="4342229" cy="1272593"/>
          </a:xfrm>
          <a:prstGeom prst="rect">
            <a:avLst/>
          </a:prstGeom>
        </p:spPr>
        <p:txBody>
          <a:bodyPr lIns="109728" tIns="109728" rIns="109728" bIns="91440"/>
          <a:lstStyle>
            <a:lvl1pPr marL="228600" indent="-228600" algn="l" defTabSz="914400" rtl="0" eaLnBrk="1" latinLnBrk="0" hangingPunct="1">
              <a:lnSpc>
                <a:spcPct val="112000"/>
              </a:lnSpc>
              <a:spcBef>
                <a:spcPts val="1000"/>
              </a:spcBef>
              <a:buSzPct val="70000"/>
              <a:buFont typeface="Arial" panose="020B0604020202020204" pitchFamily="34" charset="0"/>
              <a:buChar char="•"/>
              <a:defRPr sz="2400" kern="1200" spc="50">
                <a:solidFill>
                  <a:schemeClr val="tx2"/>
                </a:solidFill>
                <a:latin typeface="+mj-lt"/>
                <a:ea typeface="+mn-ea"/>
                <a:cs typeface="+mn-cs"/>
              </a:defRPr>
            </a:lvl1pPr>
            <a:lvl2pPr marL="685800" indent="-228600" algn="l" defTabSz="914400" rtl="0" eaLnBrk="1" latinLnBrk="0" hangingPunct="1">
              <a:lnSpc>
                <a:spcPct val="112000"/>
              </a:lnSpc>
              <a:spcBef>
                <a:spcPts val="500"/>
              </a:spcBef>
              <a:buSzPct val="70000"/>
              <a:buFont typeface="Arial" panose="020B0604020202020204" pitchFamily="34" charset="0"/>
              <a:buChar char="•"/>
              <a:defRPr sz="2000" kern="1200" spc="50">
                <a:solidFill>
                  <a:schemeClr val="tx2"/>
                </a:solidFill>
                <a:latin typeface="+mj-lt"/>
                <a:ea typeface="+mn-ea"/>
                <a:cs typeface="+mn-cs"/>
              </a:defRPr>
            </a:lvl2pPr>
            <a:lvl3pPr marL="1143000" indent="-228600" algn="l" defTabSz="914400" rtl="0" eaLnBrk="1" latinLnBrk="0" hangingPunct="1">
              <a:lnSpc>
                <a:spcPct val="112000"/>
              </a:lnSpc>
              <a:spcBef>
                <a:spcPts val="500"/>
              </a:spcBef>
              <a:buSzPct val="70000"/>
              <a:buFont typeface="Arial" panose="020B0604020202020204" pitchFamily="34" charset="0"/>
              <a:buChar char="•"/>
              <a:defRPr sz="1800" kern="1200" spc="50">
                <a:solidFill>
                  <a:schemeClr val="tx2"/>
                </a:solidFill>
                <a:latin typeface="+mj-lt"/>
                <a:ea typeface="+mn-ea"/>
                <a:cs typeface="+mn-cs"/>
              </a:defRPr>
            </a:lvl3pPr>
            <a:lvl4pPr marL="1600200" indent="-228600" algn="l" defTabSz="914400" rtl="0" eaLnBrk="1" latinLnBrk="0" hangingPunct="1">
              <a:lnSpc>
                <a:spcPct val="112000"/>
              </a:lnSpc>
              <a:spcBef>
                <a:spcPts val="500"/>
              </a:spcBef>
              <a:buSzPct val="70000"/>
              <a:buFont typeface="Arial" panose="020B0604020202020204" pitchFamily="34" charset="0"/>
              <a:buChar char="•"/>
              <a:defRPr sz="1600" kern="1200" spc="50">
                <a:solidFill>
                  <a:schemeClr val="tx2"/>
                </a:solidFill>
                <a:latin typeface="+mj-lt"/>
                <a:ea typeface="+mn-ea"/>
                <a:cs typeface="+mn-cs"/>
              </a:defRPr>
            </a:lvl4pPr>
            <a:lvl5pPr marL="2057400" indent="-228600" algn="l" defTabSz="914400" rtl="0" eaLnBrk="1" latinLnBrk="0" hangingPunct="1">
              <a:lnSpc>
                <a:spcPct val="112000"/>
              </a:lnSpc>
              <a:spcBef>
                <a:spcPts val="500"/>
              </a:spcBef>
              <a:buSzPct val="70000"/>
              <a:buFont typeface="Arial" panose="020B0604020202020204" pitchFamily="34" charset="0"/>
              <a:buChar char="•"/>
              <a:defRPr sz="1600" kern="1200" spc="5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US" sz="1800" b="1" spc="0" dirty="0">
                <a:solidFill>
                  <a:schemeClr val="tx1"/>
                </a:solidFill>
                <a:latin typeface="Microsoft GothicNeo (Body)"/>
                <a:ea typeface="Open Sans" panose="020B0606030504020204" pitchFamily="34" charset="0"/>
                <a:cs typeface="Open Sans" panose="020B0606030504020204" pitchFamily="34" charset="0"/>
              </a:rPr>
              <a:t>Key Features</a:t>
            </a:r>
          </a:p>
          <a:p>
            <a:pPr marL="171450" indent="-171450">
              <a:lnSpc>
                <a:spcPct val="100000"/>
              </a:lnSpc>
              <a:buFont typeface="Wingdings" panose="05000000000000000000" pitchFamily="2" charset="2"/>
              <a:buChar char="v"/>
            </a:pPr>
            <a:r>
              <a:rPr lang="en-US" sz="1600" spc="0" dirty="0">
                <a:solidFill>
                  <a:schemeClr val="tx1"/>
                </a:solidFill>
                <a:latin typeface="Microsoft GothicNeo (Body)"/>
                <a:ea typeface="Open Sans" panose="020B0606030504020204" pitchFamily="34" charset="0"/>
                <a:cs typeface="Open Sans" panose="020B0606030504020204" pitchFamily="34" charset="0"/>
              </a:rPr>
              <a:t>Features four different scene types</a:t>
            </a:r>
          </a:p>
          <a:p>
            <a:pPr marL="171450" indent="-171450">
              <a:lnSpc>
                <a:spcPct val="100000"/>
              </a:lnSpc>
              <a:buFont typeface="Wingdings" panose="05000000000000000000" pitchFamily="2" charset="2"/>
              <a:buChar char="v"/>
            </a:pPr>
            <a:r>
              <a:rPr lang="en-US" sz="1600" spc="0" dirty="0">
                <a:solidFill>
                  <a:schemeClr val="tx1"/>
                </a:solidFill>
                <a:latin typeface="Microsoft GothicNeo (Body)"/>
                <a:ea typeface="Open Sans" panose="020B0606030504020204" pitchFamily="34" charset="0"/>
                <a:cs typeface="Open Sans" panose="020B0606030504020204" pitchFamily="34" charset="0"/>
              </a:rPr>
              <a:t>Includes three different haze types</a:t>
            </a:r>
          </a:p>
          <a:p>
            <a:pPr marL="171450" indent="-171450">
              <a:lnSpc>
                <a:spcPct val="100000"/>
              </a:lnSpc>
              <a:buFont typeface="Wingdings" panose="05000000000000000000" pitchFamily="2" charset="2"/>
              <a:buChar char="v"/>
            </a:pPr>
            <a:endParaRPr lang="en-US" sz="1600" spc="0" dirty="0">
              <a:solidFill>
                <a:schemeClr val="tx1"/>
              </a:solidFill>
              <a:latin typeface="Microsoft GothicNeo (Body)"/>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0609347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3" name="Rectangle 4"/>
          <p:cNvSpPr/>
          <p:nvPr/>
        </p:nvSpPr>
        <p:spPr>
          <a:xfrm>
            <a:off x="0" y="0"/>
            <a:ext cx="12192000" cy="831273"/>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PK" sz="3600" b="1" dirty="0">
                <a:latin typeface="Centary school"/>
              </a:rPr>
              <a:t>Course Case Studies: From Theory to Real Systems</a:t>
            </a:r>
            <a:endParaRPr kumimoji="0" lang="en-PK" sz="3600" b="1" i="0" u="none" strike="noStrike" kern="1200" cap="none" spc="0" normalizeH="0" baseline="0" noProof="0" dirty="0">
              <a:ln>
                <a:noFill/>
              </a:ln>
              <a:solidFill>
                <a:prstClr val="white"/>
              </a:solidFill>
              <a:effectLst/>
              <a:uLnTx/>
              <a:uFillTx/>
              <a:latin typeface="Centary school"/>
            </a:endParaRPr>
          </a:p>
        </p:txBody>
      </p:sp>
      <p:sp>
        <p:nvSpPr>
          <p:cNvPr id="1048644" name="TextBox 5"/>
          <p:cNvSpPr txBox="1"/>
          <p:nvPr/>
        </p:nvSpPr>
        <p:spPr>
          <a:xfrm>
            <a:off x="97063" y="946298"/>
            <a:ext cx="8378455" cy="1754326"/>
          </a:xfrm>
          <a:prstGeom prst="rect">
            <a:avLst/>
          </a:prstGeom>
          <a:noFill/>
        </p:spPr>
        <p:txBody>
          <a:bodyPr wrap="square" rtlCol="0">
            <a:spAutoFit/>
          </a:bodyPr>
          <a:lstStyle/>
          <a:p>
            <a:pPr marL="285750" indent="-285750">
              <a:buFont typeface="Wingdings" panose="05000000000000000000" pitchFamily="2" charset="2"/>
              <a:buChar char="q"/>
            </a:pPr>
            <a:r>
              <a:rPr lang="en-PK" b="1" dirty="0">
                <a:latin typeface="Centary school"/>
              </a:rPr>
              <a:t>ENVIRONMENTAL UNDERSTANDING SYSTEMS</a:t>
            </a:r>
          </a:p>
          <a:p>
            <a:pPr marL="800100" lvl="1" indent="-342900">
              <a:buFont typeface="+mj-lt"/>
              <a:buAutoNum type="arabicPeriod"/>
            </a:pPr>
            <a:r>
              <a:rPr lang="en-PK" b="1" dirty="0">
                <a:latin typeface="Centary school"/>
              </a:rPr>
              <a:t>Intelligent Baby Monitoring</a:t>
            </a:r>
            <a:endParaRPr lang="en-PK" dirty="0">
              <a:latin typeface="Centary school"/>
            </a:endParaRPr>
          </a:p>
          <a:p>
            <a:pPr lvl="1"/>
            <a:r>
              <a:rPr lang="en-PK" dirty="0">
                <a:latin typeface="Centary school"/>
              </a:rPr>
              <a:t>Focus:</a:t>
            </a:r>
          </a:p>
          <a:p>
            <a:pPr marL="742950" lvl="1" indent="-285750">
              <a:buFont typeface="Arial" panose="020B0604020202020204" pitchFamily="34" charset="0"/>
              <a:buChar char="•"/>
            </a:pPr>
            <a:r>
              <a:rPr lang="en-PK" dirty="0">
                <a:latin typeface="Centary school"/>
              </a:rPr>
              <a:t>Continuous multimodal scene understanding</a:t>
            </a:r>
          </a:p>
          <a:p>
            <a:pPr marL="742950" lvl="1" indent="-285750">
              <a:buFont typeface="Arial" panose="020B0604020202020204" pitchFamily="34" charset="0"/>
              <a:buChar char="•"/>
            </a:pPr>
            <a:r>
              <a:rPr lang="en-PK" dirty="0">
                <a:latin typeface="Centary school"/>
              </a:rPr>
              <a:t>Detection of activity patterns and anomalies</a:t>
            </a:r>
          </a:p>
          <a:p>
            <a:pPr marL="742950" lvl="1" indent="-285750">
              <a:buFont typeface="Arial" panose="020B0604020202020204" pitchFamily="34" charset="0"/>
              <a:buChar char="•"/>
            </a:pPr>
            <a:r>
              <a:rPr lang="en-PK" dirty="0">
                <a:latin typeface="Centary school"/>
              </a:rPr>
              <a:t>Early-stage event recognition in dynamic environments</a:t>
            </a:r>
            <a:endParaRPr lang="en-GB" dirty="0">
              <a:latin typeface="Centary school"/>
            </a:endParaRPr>
          </a:p>
        </p:txBody>
      </p:sp>
      <p:pic>
        <p:nvPicPr>
          <p:cNvPr id="2097174" name="Picture 6"/>
          <p:cNvPicPr>
            <a:picLocks noChangeAspect="1"/>
          </p:cNvPicPr>
          <p:nvPr/>
        </p:nvPicPr>
        <p:blipFill>
          <a:blip r:embed="rId2"/>
          <a:stretch>
            <a:fillRect/>
          </a:stretch>
        </p:blipFill>
        <p:spPr>
          <a:xfrm>
            <a:off x="6752409" y="891636"/>
            <a:ext cx="5312308" cy="2585323"/>
          </a:xfrm>
          <a:prstGeom prst="rect">
            <a:avLst/>
          </a:prstGeom>
        </p:spPr>
      </p:pic>
      <p:sp>
        <p:nvSpPr>
          <p:cNvPr id="3" name="Rectangle 4">
            <a:extLst>
              <a:ext uri="{FF2B5EF4-FFF2-40B4-BE49-F238E27FC236}">
                <a16:creationId xmlns:a16="http://schemas.microsoft.com/office/drawing/2014/main" id="{F98E08D5-10CA-26A3-1151-0EE3D2E28702}"/>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US" sz="2000" dirty="0">
                <a:latin typeface="Centary school"/>
              </a:rPr>
              <a:t>36</a:t>
            </a:r>
            <a:endParaRPr lang="en-PK" sz="2000" dirty="0">
              <a:latin typeface="Centary school"/>
            </a:endParaRPr>
          </a:p>
        </p:txBody>
      </p:sp>
      <p:pic>
        <p:nvPicPr>
          <p:cNvPr id="4" name="Picture 3">
            <a:extLst>
              <a:ext uri="{FF2B5EF4-FFF2-40B4-BE49-F238E27FC236}">
                <a16:creationId xmlns:a16="http://schemas.microsoft.com/office/drawing/2014/main" id="{A9EFA216-1817-6708-CBBB-5E3EC56A383B}"/>
              </a:ext>
            </a:extLst>
          </p:cNvPr>
          <p:cNvPicPr>
            <a:picLocks noChangeAspect="1"/>
          </p:cNvPicPr>
          <p:nvPr/>
        </p:nvPicPr>
        <p:blipFill>
          <a:blip r:embed="rId3"/>
          <a:stretch>
            <a:fillRect/>
          </a:stretch>
        </p:blipFill>
        <p:spPr>
          <a:xfrm>
            <a:off x="561614" y="2700624"/>
            <a:ext cx="5810202" cy="3803254"/>
          </a:xfrm>
          <a:prstGeom prst="rect">
            <a:avLst/>
          </a:prstGeom>
        </p:spPr>
      </p:pic>
      <p:sp>
        <p:nvSpPr>
          <p:cNvPr id="5" name="TextBox 4">
            <a:extLst>
              <a:ext uri="{FF2B5EF4-FFF2-40B4-BE49-F238E27FC236}">
                <a16:creationId xmlns:a16="http://schemas.microsoft.com/office/drawing/2014/main" id="{B82FF214-ED41-9722-1552-A1D38A71DE06}"/>
              </a:ext>
            </a:extLst>
          </p:cNvPr>
          <p:cNvSpPr txBox="1"/>
          <p:nvPr/>
        </p:nvSpPr>
        <p:spPr>
          <a:xfrm>
            <a:off x="6551157" y="3918555"/>
            <a:ext cx="5513560" cy="2677656"/>
          </a:xfrm>
          <a:prstGeom prst="rect">
            <a:avLst/>
          </a:prstGeom>
          <a:noFill/>
        </p:spPr>
        <p:txBody>
          <a:bodyPr wrap="square" rtlCol="0">
            <a:spAutoFit/>
          </a:bodyPr>
          <a:lstStyle/>
          <a:p>
            <a:r>
              <a:rPr lang="en-US" sz="1400" dirty="0"/>
              <a:t>Proposed baby </a:t>
            </a:r>
            <a:r>
              <a:rPr lang="en-US" sz="1400" dirty="0" err="1"/>
              <a:t>behaviour</a:t>
            </a:r>
            <a:r>
              <a:rPr lang="en-US" sz="1400" dirty="0"/>
              <a:t> monitoring framework. (A): Input is acquired from smart camera attached to RPi, (B): motion computation where two different algorithms are executed to compute motion of baby, and (C): control chart construction from the detected motion, abnormal breathing </a:t>
            </a:r>
            <a:r>
              <a:rPr lang="en-US" sz="1400" dirty="0" err="1"/>
              <a:t>behaviour</a:t>
            </a:r>
            <a:r>
              <a:rPr lang="en-US" sz="1400" dirty="0"/>
              <a:t> detection based on one interval of control chart, and alert transmission in case of any abnormal breathing or motion </a:t>
            </a:r>
            <a:r>
              <a:rPr lang="en-US" sz="1400" dirty="0" err="1"/>
              <a:t>behaviour</a:t>
            </a:r>
            <a:r>
              <a:rPr lang="en-US" sz="1400" dirty="0"/>
              <a:t>.</a:t>
            </a:r>
          </a:p>
          <a:p>
            <a:endParaRPr lang="en-US" sz="1400" dirty="0"/>
          </a:p>
          <a:p>
            <a:r>
              <a:rPr lang="en-US" sz="1400" dirty="0"/>
              <a:t>Hussain, T., </a:t>
            </a:r>
            <a:r>
              <a:rPr lang="en-US" sz="1400" b="1" dirty="0"/>
              <a:t>Muhammad, K</a:t>
            </a:r>
            <a:r>
              <a:rPr lang="en-US" sz="1400" dirty="0"/>
              <a:t>., Khan, S., Ullah, A., Lee, M. Y., &amp; Baik, S. W. (2019). </a:t>
            </a:r>
            <a:r>
              <a:rPr lang="en-US" sz="1400" dirty="0">
                <a:hlinkClick r:id="rId4"/>
              </a:rPr>
              <a:t>Intelligent baby behavior monitoring using embedded vision in IoT for smart healthcare centers</a:t>
            </a:r>
            <a:r>
              <a:rPr lang="en-US" sz="1400" dirty="0"/>
              <a:t>. </a:t>
            </a:r>
            <a:r>
              <a:rPr lang="en-US" sz="1400" i="1" dirty="0"/>
              <a:t>Journal of Artificial Intelligence and Systems</a:t>
            </a:r>
            <a:r>
              <a:rPr lang="en-US" sz="1400" dirty="0"/>
              <a:t>, </a:t>
            </a:r>
            <a:r>
              <a:rPr lang="en-US" sz="1400" i="1" dirty="0"/>
              <a:t>1</a:t>
            </a:r>
            <a:r>
              <a:rPr lang="en-US" sz="1400" dirty="0"/>
              <a:t>(1), 110-124.</a:t>
            </a:r>
            <a:endParaRPr lang="en-PK" sz="1400" dirty="0">
              <a:latin typeface="Centary schoo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FCD07-1ADC-0320-EE8F-8EDE2603D368}"/>
            </a:ext>
          </a:extLst>
        </p:cNvPr>
        <p:cNvGrpSpPr/>
        <p:nvPr/>
      </p:nvGrpSpPr>
      <p:grpSpPr>
        <a:xfrm>
          <a:off x="0" y="0"/>
          <a:ext cx="0" cy="0"/>
          <a:chOff x="0" y="0"/>
          <a:chExt cx="0" cy="0"/>
        </a:xfrm>
      </p:grpSpPr>
      <p:sp>
        <p:nvSpPr>
          <p:cNvPr id="1048643" name="Rectangle 4">
            <a:extLst>
              <a:ext uri="{FF2B5EF4-FFF2-40B4-BE49-F238E27FC236}">
                <a16:creationId xmlns:a16="http://schemas.microsoft.com/office/drawing/2014/main" id="{B9B7BD56-7DEA-CB2A-F61D-2B933308D358}"/>
              </a:ext>
            </a:extLst>
          </p:cNvPr>
          <p:cNvSpPr/>
          <p:nvPr/>
        </p:nvSpPr>
        <p:spPr>
          <a:xfrm>
            <a:off x="0" y="0"/>
            <a:ext cx="12192000" cy="831273"/>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PK" sz="3600" b="1" dirty="0">
                <a:latin typeface="Centary school"/>
              </a:rPr>
              <a:t>Course Case Studies: From Theory to Real Systems</a:t>
            </a:r>
            <a:endParaRPr kumimoji="0" lang="en-PK" sz="3600" b="1" i="0" u="none" strike="noStrike" kern="1200" cap="none" spc="0" normalizeH="0" baseline="0" noProof="0" dirty="0">
              <a:ln>
                <a:noFill/>
              </a:ln>
              <a:solidFill>
                <a:prstClr val="white"/>
              </a:solidFill>
              <a:effectLst/>
              <a:uLnTx/>
              <a:uFillTx/>
              <a:latin typeface="Centary school"/>
            </a:endParaRPr>
          </a:p>
        </p:txBody>
      </p:sp>
      <p:sp>
        <p:nvSpPr>
          <p:cNvPr id="1048644" name="TextBox 5">
            <a:extLst>
              <a:ext uri="{FF2B5EF4-FFF2-40B4-BE49-F238E27FC236}">
                <a16:creationId xmlns:a16="http://schemas.microsoft.com/office/drawing/2014/main" id="{B3F79563-755A-96F6-D6B4-3C2AB0047584}"/>
              </a:ext>
            </a:extLst>
          </p:cNvPr>
          <p:cNvSpPr txBox="1"/>
          <p:nvPr/>
        </p:nvSpPr>
        <p:spPr>
          <a:xfrm>
            <a:off x="14964" y="836917"/>
            <a:ext cx="5236045" cy="2308324"/>
          </a:xfrm>
          <a:prstGeom prst="rect">
            <a:avLst/>
          </a:prstGeom>
          <a:noFill/>
        </p:spPr>
        <p:txBody>
          <a:bodyPr wrap="square" rtlCol="0">
            <a:spAutoFit/>
          </a:bodyPr>
          <a:lstStyle/>
          <a:p>
            <a:pPr marL="285750" indent="-285750">
              <a:buFont typeface="Wingdings" panose="05000000000000000000" pitchFamily="2" charset="2"/>
              <a:buChar char="q"/>
            </a:pPr>
            <a:r>
              <a:rPr lang="en-PK" b="1" dirty="0">
                <a:latin typeface="Centary school"/>
              </a:rPr>
              <a:t>ENVIRONMENTAL UNDERSTANDING SYSTEMS</a:t>
            </a:r>
          </a:p>
          <a:p>
            <a:pPr marL="342900" indent="-342900">
              <a:buFont typeface="+mj-lt"/>
              <a:buAutoNum type="arabicPeriod"/>
            </a:pPr>
            <a:r>
              <a:rPr lang="en-PK" b="1" dirty="0">
                <a:latin typeface="Centary school"/>
              </a:rPr>
              <a:t>Intelligent Baby Monitoring</a:t>
            </a:r>
            <a:endParaRPr lang="en-PK" dirty="0">
              <a:latin typeface="Centary school"/>
            </a:endParaRPr>
          </a:p>
          <a:p>
            <a:pPr marL="342900" indent="-342900">
              <a:buFont typeface="+mj-lt"/>
              <a:buAutoNum type="arabicPeriod" startAt="2"/>
            </a:pPr>
            <a:r>
              <a:rPr lang="en-PK" b="1" dirty="0">
                <a:latin typeface="Centary school"/>
              </a:rPr>
              <a:t>Fire &amp; Smoke Detection</a:t>
            </a:r>
            <a:endParaRPr lang="en-PK" dirty="0">
              <a:latin typeface="Centary school"/>
            </a:endParaRPr>
          </a:p>
          <a:p>
            <a:r>
              <a:rPr lang="en-PK" dirty="0">
                <a:latin typeface="Centary school"/>
              </a:rPr>
              <a:t>Focus:</a:t>
            </a:r>
          </a:p>
          <a:p>
            <a:pPr marL="285750" indent="-285750">
              <a:buFont typeface="Arial" panose="020B0604020202020204" pitchFamily="34" charset="0"/>
              <a:buChar char="•"/>
            </a:pPr>
            <a:r>
              <a:rPr lang="en-PK" dirty="0">
                <a:latin typeface="Centary school"/>
              </a:rPr>
              <a:t>Real-time scene interpretation</a:t>
            </a:r>
          </a:p>
          <a:p>
            <a:pPr marL="285750" indent="-285750">
              <a:buFont typeface="Arial" panose="020B0604020202020204" pitchFamily="34" charset="0"/>
              <a:buChar char="•"/>
            </a:pPr>
            <a:r>
              <a:rPr lang="en-PK" dirty="0">
                <a:latin typeface="Centary school"/>
              </a:rPr>
              <a:t>Safety-critical visual recognition</a:t>
            </a:r>
          </a:p>
          <a:p>
            <a:pPr marL="285750" indent="-285750">
              <a:buFont typeface="Arial" panose="020B0604020202020204" pitchFamily="34" charset="0"/>
              <a:buChar char="•"/>
            </a:pPr>
            <a:r>
              <a:rPr lang="en-PK" dirty="0">
                <a:latin typeface="Centary school"/>
              </a:rPr>
              <a:t>Early warning through visual</a:t>
            </a:r>
            <a:endParaRPr lang="en-US" dirty="0">
              <a:latin typeface="Centary school"/>
            </a:endParaRPr>
          </a:p>
          <a:p>
            <a:r>
              <a:rPr lang="en-PK" dirty="0">
                <a:latin typeface="Centary school"/>
              </a:rPr>
              <a:t> cues and environmental signals</a:t>
            </a:r>
          </a:p>
        </p:txBody>
      </p:sp>
      <p:sp>
        <p:nvSpPr>
          <p:cNvPr id="3" name="Rectangle 4">
            <a:extLst>
              <a:ext uri="{FF2B5EF4-FFF2-40B4-BE49-F238E27FC236}">
                <a16:creationId xmlns:a16="http://schemas.microsoft.com/office/drawing/2014/main" id="{5A3F755E-CEC7-9F07-7F57-6423415A8AB5}"/>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37</a:t>
            </a:r>
            <a:endParaRPr lang="en-PK" sz="4400" dirty="0">
              <a:latin typeface="Centary school"/>
            </a:endParaRPr>
          </a:p>
        </p:txBody>
      </p:sp>
      <p:pic>
        <p:nvPicPr>
          <p:cNvPr id="2097192" name="Picture 2097191">
            <a:extLst>
              <a:ext uri="{FF2B5EF4-FFF2-40B4-BE49-F238E27FC236}">
                <a16:creationId xmlns:a16="http://schemas.microsoft.com/office/drawing/2014/main" id="{071D7061-28B2-981B-016B-619E4B009ECC}"/>
              </a:ext>
            </a:extLst>
          </p:cNvPr>
          <p:cNvPicPr>
            <a:picLocks noChangeAspect="1"/>
          </p:cNvPicPr>
          <p:nvPr/>
        </p:nvPicPr>
        <p:blipFill rotWithShape="1">
          <a:blip r:embed="rId2"/>
          <a:srcRect l="3364" t="-237" b="7941"/>
          <a:stretch/>
        </p:blipFill>
        <p:spPr>
          <a:xfrm>
            <a:off x="3393448" y="1281577"/>
            <a:ext cx="8783588" cy="5164489"/>
          </a:xfrm>
          <a:prstGeom prst="rect">
            <a:avLst/>
          </a:prstGeom>
        </p:spPr>
      </p:pic>
    </p:spTree>
    <p:extLst>
      <p:ext uri="{BB962C8B-B14F-4D97-AF65-F5344CB8AC3E}">
        <p14:creationId xmlns:p14="http://schemas.microsoft.com/office/powerpoint/2010/main" val="3013079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A88CC-8645-71AF-34C7-CD5A997B48BD}"/>
            </a:ext>
          </a:extLst>
        </p:cNvPr>
        <p:cNvGrpSpPr/>
        <p:nvPr/>
      </p:nvGrpSpPr>
      <p:grpSpPr>
        <a:xfrm>
          <a:off x="0" y="0"/>
          <a:ext cx="0" cy="0"/>
          <a:chOff x="0" y="0"/>
          <a:chExt cx="0" cy="0"/>
        </a:xfrm>
      </p:grpSpPr>
      <p:sp>
        <p:nvSpPr>
          <p:cNvPr id="1048643" name="Rectangle 4">
            <a:extLst>
              <a:ext uri="{FF2B5EF4-FFF2-40B4-BE49-F238E27FC236}">
                <a16:creationId xmlns:a16="http://schemas.microsoft.com/office/drawing/2014/main" id="{A7E31DAB-A0B7-8F4A-D028-668B184232D7}"/>
              </a:ext>
            </a:extLst>
          </p:cNvPr>
          <p:cNvSpPr/>
          <p:nvPr/>
        </p:nvSpPr>
        <p:spPr>
          <a:xfrm>
            <a:off x="0" y="0"/>
            <a:ext cx="12192000" cy="831273"/>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PK" sz="3600" b="1" dirty="0">
                <a:latin typeface="Centary school"/>
              </a:rPr>
              <a:t>Course Case Studies: From Theory to Real Systems</a:t>
            </a:r>
            <a:endParaRPr kumimoji="0" lang="en-PK" sz="3600" b="1" i="0" u="none" strike="noStrike" kern="1200" cap="none" spc="0" normalizeH="0" baseline="0" noProof="0" dirty="0">
              <a:ln>
                <a:noFill/>
              </a:ln>
              <a:solidFill>
                <a:prstClr val="white"/>
              </a:solidFill>
              <a:effectLst/>
              <a:uLnTx/>
              <a:uFillTx/>
              <a:latin typeface="Centary school"/>
            </a:endParaRPr>
          </a:p>
        </p:txBody>
      </p:sp>
      <p:sp>
        <p:nvSpPr>
          <p:cNvPr id="1048644" name="TextBox 5">
            <a:extLst>
              <a:ext uri="{FF2B5EF4-FFF2-40B4-BE49-F238E27FC236}">
                <a16:creationId xmlns:a16="http://schemas.microsoft.com/office/drawing/2014/main" id="{B2ECDCEF-6B8E-6DA4-26CB-75CCB10236D9}"/>
              </a:ext>
            </a:extLst>
          </p:cNvPr>
          <p:cNvSpPr txBox="1"/>
          <p:nvPr/>
        </p:nvSpPr>
        <p:spPr>
          <a:xfrm>
            <a:off x="0" y="831273"/>
            <a:ext cx="5033727" cy="2308324"/>
          </a:xfrm>
          <a:prstGeom prst="rect">
            <a:avLst/>
          </a:prstGeom>
          <a:noFill/>
        </p:spPr>
        <p:txBody>
          <a:bodyPr wrap="square" rtlCol="0">
            <a:spAutoFit/>
          </a:bodyPr>
          <a:lstStyle/>
          <a:p>
            <a:pPr marL="285750" indent="-285750">
              <a:buFont typeface="Wingdings" panose="05000000000000000000" pitchFamily="2" charset="2"/>
              <a:buChar char="q"/>
            </a:pPr>
            <a:r>
              <a:rPr lang="en-PK" b="1" dirty="0">
                <a:latin typeface="Centary school"/>
              </a:rPr>
              <a:t>ENVIRONMENTAL UNDERSTANDING SYSTEMS</a:t>
            </a:r>
          </a:p>
          <a:p>
            <a:pPr marL="800100" lvl="1" indent="-342900">
              <a:buFont typeface="+mj-lt"/>
              <a:buAutoNum type="arabicPeriod"/>
            </a:pPr>
            <a:r>
              <a:rPr lang="en-PK" b="1" dirty="0">
                <a:latin typeface="Centary school"/>
              </a:rPr>
              <a:t>Intelligent Baby Monitoring</a:t>
            </a:r>
            <a:endParaRPr lang="en-PK" dirty="0">
              <a:latin typeface="Centary school"/>
            </a:endParaRPr>
          </a:p>
          <a:p>
            <a:pPr marL="800100" lvl="1" indent="-342900">
              <a:buFont typeface="+mj-lt"/>
              <a:buAutoNum type="arabicPeriod" startAt="2"/>
            </a:pPr>
            <a:r>
              <a:rPr lang="en-PK" b="1" dirty="0">
                <a:latin typeface="Centary school"/>
              </a:rPr>
              <a:t>Fire &amp; Smoke Detection</a:t>
            </a:r>
            <a:endParaRPr lang="en-PK" dirty="0">
              <a:latin typeface="Centary school"/>
            </a:endParaRPr>
          </a:p>
          <a:p>
            <a:pPr lvl="1"/>
            <a:r>
              <a:rPr lang="en-PK" dirty="0">
                <a:latin typeface="Centary school"/>
              </a:rPr>
              <a:t>Focus:</a:t>
            </a:r>
          </a:p>
          <a:p>
            <a:pPr marL="742950" lvl="1" indent="-285750">
              <a:buFont typeface="Arial" panose="020B0604020202020204" pitchFamily="34" charset="0"/>
              <a:buChar char="•"/>
            </a:pPr>
            <a:r>
              <a:rPr lang="en-PK" dirty="0">
                <a:latin typeface="Centary school"/>
              </a:rPr>
              <a:t>Real-time scene interpretation</a:t>
            </a:r>
          </a:p>
          <a:p>
            <a:pPr marL="742950" lvl="1" indent="-285750">
              <a:buFont typeface="Arial" panose="020B0604020202020204" pitchFamily="34" charset="0"/>
              <a:buChar char="•"/>
            </a:pPr>
            <a:r>
              <a:rPr lang="en-PK" dirty="0">
                <a:latin typeface="Centary school"/>
              </a:rPr>
              <a:t>Safety-critical visual recognition</a:t>
            </a:r>
          </a:p>
          <a:p>
            <a:pPr marL="742950" lvl="1" indent="-285750">
              <a:buFont typeface="Arial" panose="020B0604020202020204" pitchFamily="34" charset="0"/>
              <a:buChar char="•"/>
            </a:pPr>
            <a:r>
              <a:rPr lang="en-PK" dirty="0">
                <a:latin typeface="Centary school"/>
              </a:rPr>
              <a:t>Early warning through visual cues and environmental signals</a:t>
            </a:r>
          </a:p>
        </p:txBody>
      </p:sp>
      <p:pic>
        <p:nvPicPr>
          <p:cNvPr id="2097175" name="Picture 8">
            <a:extLst>
              <a:ext uri="{FF2B5EF4-FFF2-40B4-BE49-F238E27FC236}">
                <a16:creationId xmlns:a16="http://schemas.microsoft.com/office/drawing/2014/main" id="{E1547C8E-E658-A97F-59EA-C3037D24A2A8}"/>
              </a:ext>
            </a:extLst>
          </p:cNvPr>
          <p:cNvPicPr>
            <a:picLocks noChangeAspect="1"/>
          </p:cNvPicPr>
          <p:nvPr/>
        </p:nvPicPr>
        <p:blipFill>
          <a:blip r:embed="rId2"/>
          <a:stretch>
            <a:fillRect/>
          </a:stretch>
        </p:blipFill>
        <p:spPr>
          <a:xfrm>
            <a:off x="4372823" y="1177889"/>
            <a:ext cx="7548219" cy="5404978"/>
          </a:xfrm>
          <a:prstGeom prst="rect">
            <a:avLst/>
          </a:prstGeom>
        </p:spPr>
      </p:pic>
      <p:sp>
        <p:nvSpPr>
          <p:cNvPr id="3" name="Rectangle 4">
            <a:extLst>
              <a:ext uri="{FF2B5EF4-FFF2-40B4-BE49-F238E27FC236}">
                <a16:creationId xmlns:a16="http://schemas.microsoft.com/office/drawing/2014/main" id="{2F7FD9A4-B19A-35F1-4434-2C3FB333183E}"/>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38</a:t>
            </a:r>
            <a:endParaRPr lang="en-PK" sz="4400" dirty="0">
              <a:latin typeface="Centary school"/>
            </a:endParaRPr>
          </a:p>
        </p:txBody>
      </p:sp>
    </p:spTree>
    <p:extLst>
      <p:ext uri="{BB962C8B-B14F-4D97-AF65-F5344CB8AC3E}">
        <p14:creationId xmlns:p14="http://schemas.microsoft.com/office/powerpoint/2010/main" val="7086115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A1FDA-F499-A4D2-44A1-D7CD30942795}"/>
            </a:ext>
          </a:extLst>
        </p:cNvPr>
        <p:cNvGrpSpPr/>
        <p:nvPr/>
      </p:nvGrpSpPr>
      <p:grpSpPr>
        <a:xfrm>
          <a:off x="0" y="0"/>
          <a:ext cx="0" cy="0"/>
          <a:chOff x="0" y="0"/>
          <a:chExt cx="0" cy="0"/>
        </a:xfrm>
      </p:grpSpPr>
      <p:sp>
        <p:nvSpPr>
          <p:cNvPr id="1048643" name="Rectangle 4">
            <a:extLst>
              <a:ext uri="{FF2B5EF4-FFF2-40B4-BE49-F238E27FC236}">
                <a16:creationId xmlns:a16="http://schemas.microsoft.com/office/drawing/2014/main" id="{D58FF345-C4EB-2AA0-A41B-7CB6DFE2B32F}"/>
              </a:ext>
            </a:extLst>
          </p:cNvPr>
          <p:cNvSpPr/>
          <p:nvPr/>
        </p:nvSpPr>
        <p:spPr>
          <a:xfrm>
            <a:off x="0" y="0"/>
            <a:ext cx="12192000" cy="831273"/>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PK" sz="3600" b="1" dirty="0">
                <a:latin typeface="Centary school"/>
              </a:rPr>
              <a:t>Course Case Studies: From Theory to Real Systems</a:t>
            </a:r>
            <a:endParaRPr kumimoji="0" lang="en-PK" sz="3600" b="1" i="0" u="none" strike="noStrike" kern="1200" cap="none" spc="0" normalizeH="0" baseline="0" noProof="0" dirty="0">
              <a:ln>
                <a:noFill/>
              </a:ln>
              <a:solidFill>
                <a:prstClr val="white"/>
              </a:solidFill>
              <a:effectLst/>
              <a:uLnTx/>
              <a:uFillTx/>
              <a:latin typeface="Centary school"/>
            </a:endParaRPr>
          </a:p>
        </p:txBody>
      </p:sp>
      <p:sp>
        <p:nvSpPr>
          <p:cNvPr id="1048644" name="TextBox 5">
            <a:extLst>
              <a:ext uri="{FF2B5EF4-FFF2-40B4-BE49-F238E27FC236}">
                <a16:creationId xmlns:a16="http://schemas.microsoft.com/office/drawing/2014/main" id="{EA0E6E84-60E6-1CF1-EB87-F36DC2E93268}"/>
              </a:ext>
            </a:extLst>
          </p:cNvPr>
          <p:cNvSpPr txBox="1"/>
          <p:nvPr/>
        </p:nvSpPr>
        <p:spPr>
          <a:xfrm>
            <a:off x="97064" y="946298"/>
            <a:ext cx="4520204" cy="2031325"/>
          </a:xfrm>
          <a:prstGeom prst="rect">
            <a:avLst/>
          </a:prstGeom>
          <a:noFill/>
        </p:spPr>
        <p:txBody>
          <a:bodyPr wrap="square" rtlCol="0">
            <a:spAutoFit/>
          </a:bodyPr>
          <a:lstStyle/>
          <a:p>
            <a:pPr marL="285750" indent="-285750">
              <a:buFont typeface="Wingdings" panose="05000000000000000000" pitchFamily="2" charset="2"/>
              <a:buChar char="q"/>
            </a:pPr>
            <a:r>
              <a:rPr lang="en-PK" b="1" dirty="0">
                <a:latin typeface="Centary school"/>
              </a:rPr>
              <a:t>AGENTIC &amp; DECISION-ORIENTED SYSTEMS</a:t>
            </a:r>
          </a:p>
          <a:p>
            <a:pPr marL="342900" indent="-342900">
              <a:buFont typeface="+mj-lt"/>
              <a:buAutoNum type="arabicPeriod"/>
            </a:pPr>
            <a:r>
              <a:rPr lang="en-PK" b="1" dirty="0">
                <a:latin typeface="Centary school"/>
              </a:rPr>
              <a:t>Agent-Based Fire Monitoring</a:t>
            </a:r>
            <a:endParaRPr lang="en-PK" dirty="0">
              <a:latin typeface="Centary school"/>
            </a:endParaRPr>
          </a:p>
          <a:p>
            <a:r>
              <a:rPr lang="en-PK" dirty="0">
                <a:latin typeface="Centary school"/>
              </a:rPr>
              <a:t>Focus:</a:t>
            </a:r>
          </a:p>
          <a:p>
            <a:pPr marL="285750" indent="-285750">
              <a:buFont typeface="Arial" panose="020B0604020202020204" pitchFamily="34" charset="0"/>
              <a:buChar char="•"/>
            </a:pPr>
            <a:r>
              <a:rPr lang="en-PK" dirty="0">
                <a:latin typeface="Centary school"/>
              </a:rPr>
              <a:t>Autonomous monitoring agents</a:t>
            </a:r>
          </a:p>
          <a:p>
            <a:pPr marL="285750" indent="-285750">
              <a:buFont typeface="Arial" panose="020B0604020202020204" pitchFamily="34" charset="0"/>
              <a:buChar char="•"/>
            </a:pPr>
            <a:r>
              <a:rPr lang="en-PK" dirty="0">
                <a:latin typeface="Centary school"/>
              </a:rPr>
              <a:t>Continuous perception–decision loops</a:t>
            </a:r>
          </a:p>
          <a:p>
            <a:pPr marL="285750" indent="-285750">
              <a:buFont typeface="Arial" panose="020B0604020202020204" pitchFamily="34" charset="0"/>
              <a:buChar char="•"/>
            </a:pPr>
            <a:r>
              <a:rPr lang="en-PK" dirty="0">
                <a:latin typeface="Centary school"/>
              </a:rPr>
              <a:t>Integration of perception with response strategies</a:t>
            </a:r>
          </a:p>
        </p:txBody>
      </p:sp>
      <p:sp>
        <p:nvSpPr>
          <p:cNvPr id="3" name="Rectangle 4">
            <a:extLst>
              <a:ext uri="{FF2B5EF4-FFF2-40B4-BE49-F238E27FC236}">
                <a16:creationId xmlns:a16="http://schemas.microsoft.com/office/drawing/2014/main" id="{A38E6F87-6CC9-E7A2-51F3-9657545BC9A1}"/>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39</a:t>
            </a:r>
            <a:endParaRPr lang="en-PK" sz="4400" dirty="0">
              <a:latin typeface="Centary school"/>
            </a:endParaRPr>
          </a:p>
        </p:txBody>
      </p:sp>
      <p:grpSp>
        <p:nvGrpSpPr>
          <p:cNvPr id="2" name="Group 1">
            <a:extLst>
              <a:ext uri="{FF2B5EF4-FFF2-40B4-BE49-F238E27FC236}">
                <a16:creationId xmlns:a16="http://schemas.microsoft.com/office/drawing/2014/main" id="{F6EBEB2F-1FE3-E571-8436-CE9C8CB60738}"/>
              </a:ext>
            </a:extLst>
          </p:cNvPr>
          <p:cNvGrpSpPr/>
          <p:nvPr/>
        </p:nvGrpSpPr>
        <p:grpSpPr>
          <a:xfrm>
            <a:off x="1461916" y="1039503"/>
            <a:ext cx="10727009" cy="5510485"/>
            <a:chOff x="193516" y="367784"/>
            <a:chExt cx="9580342" cy="6286753"/>
          </a:xfrm>
        </p:grpSpPr>
        <p:sp>
          <p:nvSpPr>
            <p:cNvPr id="4" name="TextBox 3">
              <a:extLst>
                <a:ext uri="{FF2B5EF4-FFF2-40B4-BE49-F238E27FC236}">
                  <a16:creationId xmlns:a16="http://schemas.microsoft.com/office/drawing/2014/main" id="{56BA1CF3-0C45-B0E8-A084-D317EFCC082D}"/>
                </a:ext>
              </a:extLst>
            </p:cNvPr>
            <p:cNvSpPr txBox="1"/>
            <p:nvPr/>
          </p:nvSpPr>
          <p:spPr>
            <a:xfrm>
              <a:off x="193516" y="4023854"/>
              <a:ext cx="1179133" cy="246221"/>
            </a:xfrm>
            <a:prstGeom prst="rect">
              <a:avLst/>
            </a:prstGeom>
            <a:noFill/>
          </p:spPr>
          <p:txBody>
            <a:bodyPr wrap="square" rtlCol="0">
              <a:spAutoFit/>
            </a:bodyPr>
            <a:lstStyle/>
            <a:p>
              <a:r>
                <a:rPr kumimoji="1" lang="en-US" altLang="ja-JP" sz="1000" dirty="0"/>
                <a:t>Input video data</a:t>
              </a:r>
              <a:endParaRPr kumimoji="1" lang="ja-JP" altLang="en-US" sz="1000" dirty="0"/>
            </a:p>
          </p:txBody>
        </p:sp>
        <p:pic>
          <p:nvPicPr>
            <p:cNvPr id="5" name="Picture 4">
              <a:extLst>
                <a:ext uri="{FF2B5EF4-FFF2-40B4-BE49-F238E27FC236}">
                  <a16:creationId xmlns:a16="http://schemas.microsoft.com/office/drawing/2014/main" id="{A00A6C5C-0819-670A-79B9-9F22AC71B477}"/>
                </a:ext>
              </a:extLst>
            </p:cNvPr>
            <p:cNvPicPr preferRelativeResize="0">
              <a:picLocks/>
            </p:cNvPicPr>
            <p:nvPr/>
          </p:nvPicPr>
          <p:blipFill rotWithShape="1">
            <a:blip r:embed="rId2" cstate="print">
              <a:extLst>
                <a:ext uri="{28A0092B-C50C-407E-A947-70E740481C1C}">
                  <a14:useLocalDpi xmlns:a14="http://schemas.microsoft.com/office/drawing/2010/main" val="0"/>
                </a:ext>
              </a:extLst>
            </a:blip>
            <a:srcRect l="7740" t="8228" b="12173"/>
            <a:stretch/>
          </p:blipFill>
          <p:spPr>
            <a:xfrm>
              <a:off x="354749" y="3507499"/>
              <a:ext cx="706121" cy="380139"/>
            </a:xfrm>
            <a:prstGeom prst="rect">
              <a:avLst/>
            </a:prstGeom>
          </p:spPr>
        </p:pic>
        <p:pic>
          <p:nvPicPr>
            <p:cNvPr id="6" name="Picture 5">
              <a:extLst>
                <a:ext uri="{FF2B5EF4-FFF2-40B4-BE49-F238E27FC236}">
                  <a16:creationId xmlns:a16="http://schemas.microsoft.com/office/drawing/2014/main" id="{73960432-C9EF-A3B8-C0F7-D5C1A5FA1E2A}"/>
                </a:ext>
              </a:extLst>
            </p:cNvPr>
            <p:cNvPicPr preferRelativeResize="0">
              <a:picLocks/>
            </p:cNvPicPr>
            <p:nvPr/>
          </p:nvPicPr>
          <p:blipFill rotWithShape="1">
            <a:blip r:embed="rId2" cstate="print">
              <a:extLst>
                <a:ext uri="{28A0092B-C50C-407E-A947-70E740481C1C}">
                  <a14:useLocalDpi xmlns:a14="http://schemas.microsoft.com/office/drawing/2010/main" val="0"/>
                </a:ext>
              </a:extLst>
            </a:blip>
            <a:srcRect l="7740" t="8228" b="12173"/>
            <a:stretch/>
          </p:blipFill>
          <p:spPr>
            <a:xfrm>
              <a:off x="381365" y="3546620"/>
              <a:ext cx="706121" cy="380139"/>
            </a:xfrm>
            <a:prstGeom prst="rect">
              <a:avLst/>
            </a:prstGeom>
          </p:spPr>
        </p:pic>
        <p:pic>
          <p:nvPicPr>
            <p:cNvPr id="7" name="Picture 6">
              <a:extLst>
                <a:ext uri="{FF2B5EF4-FFF2-40B4-BE49-F238E27FC236}">
                  <a16:creationId xmlns:a16="http://schemas.microsoft.com/office/drawing/2014/main" id="{421D7354-D411-1CA8-8C1E-9BF73B6681C7}"/>
                </a:ext>
              </a:extLst>
            </p:cNvPr>
            <p:cNvPicPr preferRelativeResize="0">
              <a:picLocks/>
            </p:cNvPicPr>
            <p:nvPr/>
          </p:nvPicPr>
          <p:blipFill rotWithShape="1">
            <a:blip r:embed="rId2" cstate="print">
              <a:extLst>
                <a:ext uri="{28A0092B-C50C-407E-A947-70E740481C1C}">
                  <a14:useLocalDpi xmlns:a14="http://schemas.microsoft.com/office/drawing/2010/main" val="0"/>
                </a:ext>
              </a:extLst>
            </a:blip>
            <a:srcRect l="7740" t="8228" b="12173"/>
            <a:stretch/>
          </p:blipFill>
          <p:spPr>
            <a:xfrm>
              <a:off x="407981" y="3580604"/>
              <a:ext cx="706121" cy="380139"/>
            </a:xfrm>
            <a:prstGeom prst="rect">
              <a:avLst/>
            </a:prstGeom>
          </p:spPr>
        </p:pic>
        <p:pic>
          <p:nvPicPr>
            <p:cNvPr id="8" name="Picture 7">
              <a:extLst>
                <a:ext uri="{FF2B5EF4-FFF2-40B4-BE49-F238E27FC236}">
                  <a16:creationId xmlns:a16="http://schemas.microsoft.com/office/drawing/2014/main" id="{714ECB24-BEA3-2C21-DFDF-E7C287AE6ABC}"/>
                </a:ext>
              </a:extLst>
            </p:cNvPr>
            <p:cNvPicPr preferRelativeResize="0">
              <a:picLocks/>
            </p:cNvPicPr>
            <p:nvPr/>
          </p:nvPicPr>
          <p:blipFill rotWithShape="1">
            <a:blip r:embed="rId2" cstate="print">
              <a:extLst>
                <a:ext uri="{28A0092B-C50C-407E-A947-70E740481C1C}">
                  <a14:useLocalDpi xmlns:a14="http://schemas.microsoft.com/office/drawing/2010/main" val="0"/>
                </a:ext>
              </a:extLst>
            </a:blip>
            <a:srcRect l="7740" t="8228" b="12173"/>
            <a:stretch/>
          </p:blipFill>
          <p:spPr>
            <a:xfrm>
              <a:off x="438064" y="3618156"/>
              <a:ext cx="706121" cy="380139"/>
            </a:xfrm>
            <a:prstGeom prst="rect">
              <a:avLst/>
            </a:prstGeom>
          </p:spPr>
        </p:pic>
        <p:pic>
          <p:nvPicPr>
            <p:cNvPr id="9" name="Picture 8">
              <a:extLst>
                <a:ext uri="{FF2B5EF4-FFF2-40B4-BE49-F238E27FC236}">
                  <a16:creationId xmlns:a16="http://schemas.microsoft.com/office/drawing/2014/main" id="{BCAE94BA-1A8B-7164-5164-7992FECA9A18}"/>
                </a:ext>
              </a:extLst>
            </p:cNvPr>
            <p:cNvPicPr preferRelativeResize="0">
              <a:picLocks/>
            </p:cNvPicPr>
            <p:nvPr/>
          </p:nvPicPr>
          <p:blipFill rotWithShape="1">
            <a:blip r:embed="rId2" cstate="print">
              <a:extLst>
                <a:ext uri="{28A0092B-C50C-407E-A947-70E740481C1C}">
                  <a14:useLocalDpi xmlns:a14="http://schemas.microsoft.com/office/drawing/2010/main" val="0"/>
                </a:ext>
              </a:extLst>
            </a:blip>
            <a:srcRect l="7740" t="8228" b="12173"/>
            <a:stretch/>
          </p:blipFill>
          <p:spPr>
            <a:xfrm>
              <a:off x="472813" y="3671917"/>
              <a:ext cx="706121" cy="380139"/>
            </a:xfrm>
            <a:prstGeom prst="rect">
              <a:avLst/>
            </a:prstGeom>
          </p:spPr>
        </p:pic>
        <p:sp>
          <p:nvSpPr>
            <p:cNvPr id="10" name="Rounded Rectangle 59">
              <a:extLst>
                <a:ext uri="{FF2B5EF4-FFF2-40B4-BE49-F238E27FC236}">
                  <a16:creationId xmlns:a16="http://schemas.microsoft.com/office/drawing/2014/main" id="{89D7B554-2F75-4B6B-1FBE-5FBF15368D4F}"/>
                </a:ext>
              </a:extLst>
            </p:cNvPr>
            <p:cNvSpPr/>
            <p:nvPr/>
          </p:nvSpPr>
          <p:spPr>
            <a:xfrm>
              <a:off x="220747" y="3425018"/>
              <a:ext cx="1079497" cy="83771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endParaRPr>
            </a:p>
          </p:txBody>
        </p:sp>
        <p:cxnSp>
          <p:nvCxnSpPr>
            <p:cNvPr id="11" name="Straight Arrow Connector 10">
              <a:extLst>
                <a:ext uri="{FF2B5EF4-FFF2-40B4-BE49-F238E27FC236}">
                  <a16:creationId xmlns:a16="http://schemas.microsoft.com/office/drawing/2014/main" id="{0CCAAA69-538D-3EDA-E0F3-A81141736339}"/>
                </a:ext>
              </a:extLst>
            </p:cNvPr>
            <p:cNvCxnSpPr>
              <a:stCxn id="10" idx="3"/>
              <a:endCxn id="26" idx="2"/>
            </p:cNvCxnSpPr>
            <p:nvPr/>
          </p:nvCxnSpPr>
          <p:spPr>
            <a:xfrm>
              <a:off x="1300244" y="3843874"/>
              <a:ext cx="311103" cy="6044"/>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F99D199-D571-537F-BA2E-F2632DEAE959}"/>
                </a:ext>
              </a:extLst>
            </p:cNvPr>
            <p:cNvSpPr txBox="1"/>
            <p:nvPr/>
          </p:nvSpPr>
          <p:spPr>
            <a:xfrm>
              <a:off x="7601681" y="2733397"/>
              <a:ext cx="1232942" cy="553998"/>
            </a:xfrm>
            <a:prstGeom prst="rect">
              <a:avLst/>
            </a:prstGeom>
            <a:noFill/>
          </p:spPr>
          <p:txBody>
            <a:bodyPr wrap="square" rtlCol="0">
              <a:spAutoFit/>
            </a:bodyPr>
            <a:lstStyle>
              <a:defPPr>
                <a:defRPr lang="ko-KR"/>
              </a:defPPr>
              <a:lvl1pPr>
                <a:defRPr kumimoji="1" sz="1600"/>
              </a:lvl1pPr>
            </a:lstStyle>
            <a:p>
              <a:pPr algn="ctr"/>
              <a:r>
                <a:rPr lang="en-US" altLang="ja-JP" sz="1000" b="1" dirty="0"/>
                <a:t>Agent 6</a:t>
              </a:r>
            </a:p>
            <a:p>
              <a:pPr algn="ctr"/>
              <a:r>
                <a:rPr lang="en-US" altLang="ja-JP" sz="1000" dirty="0"/>
                <a:t>Object detection </a:t>
              </a:r>
            </a:p>
            <a:p>
              <a:pPr algn="ctr"/>
              <a:r>
                <a:rPr lang="en-US" altLang="ja-JP" sz="1000" dirty="0"/>
                <a:t>and recognition</a:t>
              </a:r>
              <a:endParaRPr lang="ja-JP" altLang="en-US" sz="1000" dirty="0"/>
            </a:p>
          </p:txBody>
        </p:sp>
        <p:sp>
          <p:nvSpPr>
            <p:cNvPr id="13" name="Oval 12">
              <a:extLst>
                <a:ext uri="{FF2B5EF4-FFF2-40B4-BE49-F238E27FC236}">
                  <a16:creationId xmlns:a16="http://schemas.microsoft.com/office/drawing/2014/main" id="{A5F9AEC0-BD3C-62E4-37A7-A09AC1B5D266}"/>
                </a:ext>
              </a:extLst>
            </p:cNvPr>
            <p:cNvSpPr/>
            <p:nvPr/>
          </p:nvSpPr>
          <p:spPr>
            <a:xfrm>
              <a:off x="7498187" y="4076132"/>
              <a:ext cx="1371600" cy="12801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endParaRPr>
            </a:p>
          </p:txBody>
        </p:sp>
        <p:sp>
          <p:nvSpPr>
            <p:cNvPr id="14" name="TextBox 13">
              <a:extLst>
                <a:ext uri="{FF2B5EF4-FFF2-40B4-BE49-F238E27FC236}">
                  <a16:creationId xmlns:a16="http://schemas.microsoft.com/office/drawing/2014/main" id="{268858C3-FBFE-6E8B-BE04-02D65F4BC30F}"/>
                </a:ext>
              </a:extLst>
            </p:cNvPr>
            <p:cNvSpPr txBox="1"/>
            <p:nvPr/>
          </p:nvSpPr>
          <p:spPr>
            <a:xfrm>
              <a:off x="7578386" y="4439213"/>
              <a:ext cx="1202346" cy="553998"/>
            </a:xfrm>
            <a:prstGeom prst="rect">
              <a:avLst/>
            </a:prstGeom>
            <a:noFill/>
          </p:spPr>
          <p:txBody>
            <a:bodyPr wrap="square" rtlCol="0">
              <a:spAutoFit/>
            </a:bodyPr>
            <a:lstStyle>
              <a:defPPr>
                <a:defRPr lang="ko-KR"/>
              </a:defPPr>
              <a:lvl1pPr>
                <a:defRPr kumimoji="1" sz="1600"/>
              </a:lvl1pPr>
            </a:lstStyle>
            <a:p>
              <a:pPr algn="ctr"/>
              <a:r>
                <a:rPr lang="en-US" altLang="ja-JP" sz="1000" b="1" dirty="0"/>
                <a:t>Agent 7</a:t>
              </a:r>
            </a:p>
            <a:p>
              <a:pPr algn="ctr"/>
              <a:r>
                <a:rPr lang="en-US" altLang="ja-JP" sz="1000" dirty="0"/>
                <a:t> Object type</a:t>
              </a:r>
            </a:p>
            <a:p>
              <a:pPr algn="ctr"/>
              <a:r>
                <a:rPr lang="en-US" altLang="ja-JP" sz="1000" dirty="0"/>
                <a:t>recognition</a:t>
              </a:r>
              <a:endParaRPr lang="ja-JP" altLang="en-US" sz="1000" dirty="0"/>
            </a:p>
          </p:txBody>
        </p:sp>
        <p:sp>
          <p:nvSpPr>
            <p:cNvPr id="15" name="TextBox 14">
              <a:extLst>
                <a:ext uri="{FF2B5EF4-FFF2-40B4-BE49-F238E27FC236}">
                  <a16:creationId xmlns:a16="http://schemas.microsoft.com/office/drawing/2014/main" id="{67A642C6-07E4-93A6-2F03-54FB283FF0EB}"/>
                </a:ext>
              </a:extLst>
            </p:cNvPr>
            <p:cNvSpPr txBox="1"/>
            <p:nvPr/>
          </p:nvSpPr>
          <p:spPr>
            <a:xfrm>
              <a:off x="5368070" y="3566415"/>
              <a:ext cx="1260873" cy="553998"/>
            </a:xfrm>
            <a:prstGeom prst="rect">
              <a:avLst/>
            </a:prstGeom>
            <a:noFill/>
          </p:spPr>
          <p:txBody>
            <a:bodyPr wrap="square" rtlCol="0">
              <a:spAutoFit/>
            </a:bodyPr>
            <a:lstStyle>
              <a:defPPr>
                <a:defRPr lang="ko-KR"/>
              </a:defPPr>
              <a:lvl1pPr>
                <a:defRPr kumimoji="1" sz="1600"/>
              </a:lvl1pPr>
            </a:lstStyle>
            <a:p>
              <a:pPr algn="ctr"/>
              <a:r>
                <a:rPr lang="en-US" altLang="ja-JP" sz="1000" b="1" dirty="0"/>
                <a:t>Agent 8</a:t>
              </a:r>
            </a:p>
            <a:p>
              <a:pPr algn="ctr"/>
              <a:r>
                <a:rPr lang="en-US" altLang="ja-JP" sz="1000" dirty="0"/>
                <a:t>Evacuation </a:t>
              </a:r>
            </a:p>
            <a:p>
              <a:pPr algn="ctr"/>
              <a:r>
                <a:rPr lang="en-US" altLang="ja-JP" sz="1000" dirty="0"/>
                <a:t>monitoring</a:t>
              </a:r>
              <a:endParaRPr lang="ja-JP" altLang="en-US" sz="1000" dirty="0"/>
            </a:p>
          </p:txBody>
        </p:sp>
        <p:sp>
          <p:nvSpPr>
            <p:cNvPr id="16" name="TextBox 15">
              <a:extLst>
                <a:ext uri="{FF2B5EF4-FFF2-40B4-BE49-F238E27FC236}">
                  <a16:creationId xmlns:a16="http://schemas.microsoft.com/office/drawing/2014/main" id="{AC67E7F1-114A-F613-1247-118A57BA4B04}"/>
                </a:ext>
              </a:extLst>
            </p:cNvPr>
            <p:cNvSpPr txBox="1"/>
            <p:nvPr/>
          </p:nvSpPr>
          <p:spPr>
            <a:xfrm>
              <a:off x="3312441" y="4965976"/>
              <a:ext cx="1635118" cy="246221"/>
            </a:xfrm>
            <a:prstGeom prst="rect">
              <a:avLst/>
            </a:prstGeom>
            <a:noFill/>
          </p:spPr>
          <p:txBody>
            <a:bodyPr wrap="square" rtlCol="0">
              <a:spAutoFit/>
            </a:bodyPr>
            <a:lstStyle/>
            <a:p>
              <a:r>
                <a:rPr kumimoji="1" lang="en-US" altLang="ja-JP" sz="1000" dirty="0"/>
                <a:t>Report instantly (</a:t>
              </a:r>
              <a:r>
                <a:rPr kumimoji="1" lang="en-US" altLang="ja-JP" sz="1000" b="1" dirty="0"/>
                <a:t>No. 8a</a:t>
              </a:r>
              <a:r>
                <a:rPr kumimoji="1" lang="en-US" altLang="ja-JP" sz="1000" dirty="0"/>
                <a:t>)</a:t>
              </a:r>
              <a:endParaRPr kumimoji="1" lang="ja-JP" altLang="en-US" sz="1000" dirty="0"/>
            </a:p>
          </p:txBody>
        </p:sp>
        <p:sp>
          <p:nvSpPr>
            <p:cNvPr id="17" name="TextBox 16">
              <a:extLst>
                <a:ext uri="{FF2B5EF4-FFF2-40B4-BE49-F238E27FC236}">
                  <a16:creationId xmlns:a16="http://schemas.microsoft.com/office/drawing/2014/main" id="{A3EC8280-1B54-AC80-BF21-E6C69AAAD319}"/>
                </a:ext>
              </a:extLst>
            </p:cNvPr>
            <p:cNvSpPr txBox="1"/>
            <p:nvPr/>
          </p:nvSpPr>
          <p:spPr>
            <a:xfrm>
              <a:off x="5368070" y="1585652"/>
              <a:ext cx="1184594" cy="553998"/>
            </a:xfrm>
            <a:prstGeom prst="rect">
              <a:avLst/>
            </a:prstGeom>
            <a:noFill/>
          </p:spPr>
          <p:txBody>
            <a:bodyPr wrap="square" rtlCol="0">
              <a:spAutoFit/>
            </a:bodyPr>
            <a:lstStyle>
              <a:defPPr>
                <a:defRPr lang="ko-KR"/>
              </a:defPPr>
              <a:lvl1pPr>
                <a:defRPr kumimoji="1" sz="1600"/>
              </a:lvl1pPr>
            </a:lstStyle>
            <a:p>
              <a:pPr algn="ctr"/>
              <a:r>
                <a:rPr lang="en-US" altLang="ja-JP" sz="1000" b="1" dirty="0"/>
                <a:t>Agent 4</a:t>
              </a:r>
            </a:p>
            <a:p>
              <a:pPr algn="ctr"/>
              <a:r>
                <a:rPr lang="en-US" altLang="ja-JP" sz="1000" dirty="0"/>
                <a:t>Person detection and counting</a:t>
              </a:r>
              <a:endParaRPr lang="ja-JP" altLang="en-US" sz="1000" dirty="0"/>
            </a:p>
          </p:txBody>
        </p:sp>
        <p:sp>
          <p:nvSpPr>
            <p:cNvPr id="18" name="TextBox 17">
              <a:extLst>
                <a:ext uri="{FF2B5EF4-FFF2-40B4-BE49-F238E27FC236}">
                  <a16:creationId xmlns:a16="http://schemas.microsoft.com/office/drawing/2014/main" id="{1F560F4C-1868-841E-2B90-A18380FF6CB7}"/>
                </a:ext>
              </a:extLst>
            </p:cNvPr>
            <p:cNvSpPr txBox="1"/>
            <p:nvPr/>
          </p:nvSpPr>
          <p:spPr>
            <a:xfrm>
              <a:off x="5262841" y="5737458"/>
              <a:ext cx="1402478" cy="553998"/>
            </a:xfrm>
            <a:prstGeom prst="rect">
              <a:avLst/>
            </a:prstGeom>
            <a:noFill/>
          </p:spPr>
          <p:txBody>
            <a:bodyPr wrap="square" rtlCol="0">
              <a:spAutoFit/>
            </a:bodyPr>
            <a:lstStyle>
              <a:defPPr>
                <a:defRPr lang="ko-KR"/>
              </a:defPPr>
              <a:lvl1pPr>
                <a:defRPr kumimoji="1" sz="1600"/>
              </a:lvl1pPr>
            </a:lstStyle>
            <a:p>
              <a:pPr algn="ctr"/>
              <a:r>
                <a:rPr lang="en-US" altLang="ja-JP" sz="1000" b="1" dirty="0"/>
                <a:t>Agent 5</a:t>
              </a:r>
            </a:p>
            <a:p>
              <a:pPr algn="ctr"/>
              <a:r>
                <a:rPr lang="en-US" altLang="ja-JP" sz="1000" dirty="0"/>
                <a:t>Flammable material recognition</a:t>
              </a:r>
              <a:endParaRPr lang="ja-JP" altLang="en-US" sz="1000" dirty="0"/>
            </a:p>
          </p:txBody>
        </p:sp>
        <p:sp>
          <p:nvSpPr>
            <p:cNvPr id="19" name="Oval 18">
              <a:extLst>
                <a:ext uri="{FF2B5EF4-FFF2-40B4-BE49-F238E27FC236}">
                  <a16:creationId xmlns:a16="http://schemas.microsoft.com/office/drawing/2014/main" id="{9777457C-BE6A-E8EF-5FEA-08CA722A0F1F}"/>
                </a:ext>
              </a:extLst>
            </p:cNvPr>
            <p:cNvSpPr/>
            <p:nvPr/>
          </p:nvSpPr>
          <p:spPr>
            <a:xfrm>
              <a:off x="7498187" y="2403396"/>
              <a:ext cx="1371600" cy="12801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endParaRPr>
            </a:p>
          </p:txBody>
        </p:sp>
        <p:sp>
          <p:nvSpPr>
            <p:cNvPr id="20" name="TextBox 19">
              <a:extLst>
                <a:ext uri="{FF2B5EF4-FFF2-40B4-BE49-F238E27FC236}">
                  <a16:creationId xmlns:a16="http://schemas.microsoft.com/office/drawing/2014/main" id="{DE71940C-313A-1171-CBB6-76019F3C39EA}"/>
                </a:ext>
              </a:extLst>
            </p:cNvPr>
            <p:cNvSpPr txBox="1"/>
            <p:nvPr/>
          </p:nvSpPr>
          <p:spPr>
            <a:xfrm>
              <a:off x="2854223" y="5715986"/>
              <a:ext cx="1210192" cy="553998"/>
            </a:xfrm>
            <a:prstGeom prst="rect">
              <a:avLst/>
            </a:prstGeom>
            <a:noFill/>
          </p:spPr>
          <p:txBody>
            <a:bodyPr wrap="square" rtlCol="0">
              <a:spAutoFit/>
            </a:bodyPr>
            <a:lstStyle>
              <a:defPPr>
                <a:defRPr lang="ko-KR"/>
              </a:defPPr>
              <a:lvl1pPr>
                <a:defRPr kumimoji="1" sz="1600"/>
              </a:lvl1pPr>
            </a:lstStyle>
            <a:p>
              <a:pPr algn="ctr"/>
              <a:r>
                <a:rPr lang="en-US" altLang="ja-JP" sz="1000" b="1" dirty="0"/>
                <a:t>Agent 2</a:t>
              </a:r>
            </a:p>
            <a:p>
              <a:pPr algn="ctr"/>
              <a:r>
                <a:rPr lang="en-US" altLang="ja-JP" sz="1000" dirty="0"/>
                <a:t>Fire expansion </a:t>
              </a:r>
            </a:p>
            <a:p>
              <a:pPr algn="ctr"/>
              <a:r>
                <a:rPr lang="en-US" altLang="ja-JP" sz="1000" dirty="0"/>
                <a:t>monitoring</a:t>
              </a:r>
            </a:p>
          </p:txBody>
        </p:sp>
        <p:sp>
          <p:nvSpPr>
            <p:cNvPr id="21" name="Oval 20">
              <a:extLst>
                <a:ext uri="{FF2B5EF4-FFF2-40B4-BE49-F238E27FC236}">
                  <a16:creationId xmlns:a16="http://schemas.microsoft.com/office/drawing/2014/main" id="{C3369948-6CC5-3DC4-B015-CC5EF3C9BA0E}"/>
                </a:ext>
              </a:extLst>
            </p:cNvPr>
            <p:cNvSpPr/>
            <p:nvPr/>
          </p:nvSpPr>
          <p:spPr>
            <a:xfrm>
              <a:off x="5262474" y="3209838"/>
              <a:ext cx="1371600" cy="12801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endParaRPr>
            </a:p>
          </p:txBody>
        </p:sp>
        <p:sp>
          <p:nvSpPr>
            <p:cNvPr id="22" name="Oval 21">
              <a:extLst>
                <a:ext uri="{FF2B5EF4-FFF2-40B4-BE49-F238E27FC236}">
                  <a16:creationId xmlns:a16="http://schemas.microsoft.com/office/drawing/2014/main" id="{B67F2E9A-B471-8715-A9AD-B9E2B0053F75}"/>
                </a:ext>
              </a:extLst>
            </p:cNvPr>
            <p:cNvSpPr/>
            <p:nvPr/>
          </p:nvSpPr>
          <p:spPr>
            <a:xfrm>
              <a:off x="5262474" y="5374377"/>
              <a:ext cx="1371600" cy="12801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endParaRPr>
            </a:p>
          </p:txBody>
        </p:sp>
        <p:sp>
          <p:nvSpPr>
            <p:cNvPr id="23" name="Oval 22">
              <a:extLst>
                <a:ext uri="{FF2B5EF4-FFF2-40B4-BE49-F238E27FC236}">
                  <a16:creationId xmlns:a16="http://schemas.microsoft.com/office/drawing/2014/main" id="{9FB59488-67DE-8C9A-EE08-88EE4262DE86}"/>
                </a:ext>
              </a:extLst>
            </p:cNvPr>
            <p:cNvSpPr/>
            <p:nvPr/>
          </p:nvSpPr>
          <p:spPr>
            <a:xfrm>
              <a:off x="5262474" y="1266547"/>
              <a:ext cx="1371600" cy="12801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endParaRPr>
            </a:p>
          </p:txBody>
        </p:sp>
        <p:sp>
          <p:nvSpPr>
            <p:cNvPr id="24" name="Oval 23">
              <a:extLst>
                <a:ext uri="{FF2B5EF4-FFF2-40B4-BE49-F238E27FC236}">
                  <a16:creationId xmlns:a16="http://schemas.microsoft.com/office/drawing/2014/main" id="{F38D870D-CBAD-78B8-A221-88FCE2D0D870}"/>
                </a:ext>
              </a:extLst>
            </p:cNvPr>
            <p:cNvSpPr/>
            <p:nvPr/>
          </p:nvSpPr>
          <p:spPr>
            <a:xfrm>
              <a:off x="2668601" y="5280572"/>
              <a:ext cx="1371600" cy="12801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endParaRPr>
            </a:p>
          </p:txBody>
        </p:sp>
        <p:sp>
          <p:nvSpPr>
            <p:cNvPr id="25" name="TextBox 24">
              <a:extLst>
                <a:ext uri="{FF2B5EF4-FFF2-40B4-BE49-F238E27FC236}">
                  <a16:creationId xmlns:a16="http://schemas.microsoft.com/office/drawing/2014/main" id="{5198BC2F-48D5-82B7-6E65-78C92F5D098C}"/>
                </a:ext>
              </a:extLst>
            </p:cNvPr>
            <p:cNvSpPr txBox="1"/>
            <p:nvPr/>
          </p:nvSpPr>
          <p:spPr>
            <a:xfrm>
              <a:off x="1715549" y="3575630"/>
              <a:ext cx="1265580" cy="553998"/>
            </a:xfrm>
            <a:prstGeom prst="rect">
              <a:avLst/>
            </a:prstGeom>
            <a:noFill/>
          </p:spPr>
          <p:txBody>
            <a:bodyPr wrap="square" rtlCol="0">
              <a:spAutoFit/>
            </a:bodyPr>
            <a:lstStyle>
              <a:defPPr>
                <a:defRPr lang="ko-KR"/>
              </a:defPPr>
              <a:lvl1pPr>
                <a:defRPr kumimoji="1" sz="1600"/>
              </a:lvl1pPr>
            </a:lstStyle>
            <a:p>
              <a:pPr algn="ctr"/>
              <a:r>
                <a:rPr lang="en-US" altLang="ja-JP" sz="1000" b="1" dirty="0"/>
                <a:t>Agent 1</a:t>
              </a:r>
            </a:p>
            <a:p>
              <a:pPr algn="ctr"/>
              <a:r>
                <a:rPr lang="en-US" altLang="ja-JP" sz="1000" dirty="0"/>
                <a:t>Feature extraction and classification</a:t>
              </a:r>
              <a:endParaRPr lang="ja-JP" altLang="en-US" sz="1000" dirty="0"/>
            </a:p>
          </p:txBody>
        </p:sp>
        <p:sp>
          <p:nvSpPr>
            <p:cNvPr id="26" name="Oval 25">
              <a:extLst>
                <a:ext uri="{FF2B5EF4-FFF2-40B4-BE49-F238E27FC236}">
                  <a16:creationId xmlns:a16="http://schemas.microsoft.com/office/drawing/2014/main" id="{08E1C585-6718-F85F-BC81-3A898076E5DB}"/>
                </a:ext>
              </a:extLst>
            </p:cNvPr>
            <p:cNvSpPr/>
            <p:nvPr/>
          </p:nvSpPr>
          <p:spPr>
            <a:xfrm>
              <a:off x="1611347" y="3209838"/>
              <a:ext cx="1371600" cy="12801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endParaRPr>
            </a:p>
          </p:txBody>
        </p:sp>
        <p:sp>
          <p:nvSpPr>
            <p:cNvPr id="27" name="TextBox 26">
              <a:extLst>
                <a:ext uri="{FF2B5EF4-FFF2-40B4-BE49-F238E27FC236}">
                  <a16:creationId xmlns:a16="http://schemas.microsoft.com/office/drawing/2014/main" id="{7716776D-F42A-B6C2-D116-92D1AED6AA75}"/>
                </a:ext>
              </a:extLst>
            </p:cNvPr>
            <p:cNvSpPr txBox="1"/>
            <p:nvPr/>
          </p:nvSpPr>
          <p:spPr>
            <a:xfrm>
              <a:off x="3263889" y="3566875"/>
              <a:ext cx="1324589" cy="553998"/>
            </a:xfrm>
            <a:prstGeom prst="rect">
              <a:avLst/>
            </a:prstGeom>
            <a:noFill/>
          </p:spPr>
          <p:txBody>
            <a:bodyPr wrap="square" rtlCol="0">
              <a:spAutoFit/>
            </a:bodyPr>
            <a:lstStyle>
              <a:defPPr>
                <a:defRPr lang="ko-KR"/>
              </a:defPPr>
              <a:lvl1pPr algn="ctr">
                <a:defRPr kumimoji="1" b="1"/>
              </a:lvl1pPr>
            </a:lstStyle>
            <a:p>
              <a:r>
                <a:rPr lang="en-US" altLang="ja-JP" sz="1000" dirty="0"/>
                <a:t>Agent 3</a:t>
              </a:r>
            </a:p>
            <a:p>
              <a:r>
                <a:rPr lang="en-US" altLang="ja-JP" sz="1000" b="0" dirty="0"/>
                <a:t>Objects localization and distribution</a:t>
              </a:r>
            </a:p>
          </p:txBody>
        </p:sp>
        <p:sp>
          <p:nvSpPr>
            <p:cNvPr id="28" name="Oval 27">
              <a:extLst>
                <a:ext uri="{FF2B5EF4-FFF2-40B4-BE49-F238E27FC236}">
                  <a16:creationId xmlns:a16="http://schemas.microsoft.com/office/drawing/2014/main" id="{BC4061E2-B557-1896-7490-B8012B2F850C}"/>
                </a:ext>
              </a:extLst>
            </p:cNvPr>
            <p:cNvSpPr/>
            <p:nvPr/>
          </p:nvSpPr>
          <p:spPr>
            <a:xfrm>
              <a:off x="3247424" y="3209838"/>
              <a:ext cx="1371600" cy="128016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endParaRPr>
            </a:p>
          </p:txBody>
        </p:sp>
        <p:cxnSp>
          <p:nvCxnSpPr>
            <p:cNvPr id="29" name="Straight Arrow Connector 28">
              <a:extLst>
                <a:ext uri="{FF2B5EF4-FFF2-40B4-BE49-F238E27FC236}">
                  <a16:creationId xmlns:a16="http://schemas.microsoft.com/office/drawing/2014/main" id="{9FEE648C-872B-0D02-1AA7-B6664474936B}"/>
                </a:ext>
              </a:extLst>
            </p:cNvPr>
            <p:cNvCxnSpPr>
              <a:stCxn id="26" idx="6"/>
              <a:endCxn id="28" idx="2"/>
            </p:cNvCxnSpPr>
            <p:nvPr/>
          </p:nvCxnSpPr>
          <p:spPr>
            <a:xfrm>
              <a:off x="2982947" y="3849918"/>
              <a:ext cx="264477"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03FC422F-F764-1874-C6C4-DCE24CA8B368}"/>
                </a:ext>
              </a:extLst>
            </p:cNvPr>
            <p:cNvSpPr txBox="1"/>
            <p:nvPr/>
          </p:nvSpPr>
          <p:spPr>
            <a:xfrm>
              <a:off x="7498050" y="1866294"/>
              <a:ext cx="1642878" cy="246221"/>
            </a:xfrm>
            <a:prstGeom prst="rect">
              <a:avLst/>
            </a:prstGeom>
            <a:noFill/>
          </p:spPr>
          <p:txBody>
            <a:bodyPr wrap="square" rtlCol="0">
              <a:spAutoFit/>
            </a:bodyPr>
            <a:lstStyle/>
            <a:p>
              <a:r>
                <a:rPr kumimoji="1" lang="en-US" altLang="ja-JP" sz="1000" dirty="0"/>
                <a:t>Report instantly (</a:t>
              </a:r>
              <a:r>
                <a:rPr kumimoji="1" lang="en-US" altLang="ja-JP" sz="1000" b="1" dirty="0"/>
                <a:t>No. 1</a:t>
              </a:r>
              <a:r>
                <a:rPr kumimoji="1" lang="en-US" altLang="ja-JP" sz="1000" dirty="0"/>
                <a:t>)</a:t>
              </a:r>
              <a:endParaRPr kumimoji="1" lang="ja-JP" altLang="en-US" sz="1000" dirty="0"/>
            </a:p>
          </p:txBody>
        </p:sp>
        <p:sp>
          <p:nvSpPr>
            <p:cNvPr id="31" name="TextBox 30">
              <a:extLst>
                <a:ext uri="{FF2B5EF4-FFF2-40B4-BE49-F238E27FC236}">
                  <a16:creationId xmlns:a16="http://schemas.microsoft.com/office/drawing/2014/main" id="{FF4861A6-7963-B700-3797-C5842739838F}"/>
                </a:ext>
              </a:extLst>
            </p:cNvPr>
            <p:cNvSpPr txBox="1"/>
            <p:nvPr/>
          </p:nvSpPr>
          <p:spPr>
            <a:xfrm>
              <a:off x="8501083" y="3598897"/>
              <a:ext cx="1168441" cy="400110"/>
            </a:xfrm>
            <a:prstGeom prst="rect">
              <a:avLst/>
            </a:prstGeom>
            <a:noFill/>
          </p:spPr>
          <p:txBody>
            <a:bodyPr wrap="square" rtlCol="0">
              <a:spAutoFit/>
            </a:bodyPr>
            <a:lstStyle/>
            <a:p>
              <a:pPr algn="ctr"/>
              <a:r>
                <a:rPr kumimoji="1" lang="en-US" altLang="ja-JP" sz="1000" dirty="0"/>
                <a:t>Report instantly </a:t>
              </a:r>
            </a:p>
            <a:p>
              <a:pPr algn="ctr"/>
              <a:r>
                <a:rPr kumimoji="1" lang="en-US" altLang="ja-JP" sz="1000" dirty="0"/>
                <a:t>(</a:t>
              </a:r>
              <a:r>
                <a:rPr kumimoji="1" lang="en-US" altLang="ja-JP" sz="1000" b="1" dirty="0"/>
                <a:t>No. 3</a:t>
              </a:r>
              <a:r>
                <a:rPr kumimoji="1" lang="en-US" altLang="ja-JP" sz="1000" dirty="0"/>
                <a:t>)</a:t>
              </a:r>
              <a:endParaRPr kumimoji="1" lang="ja-JP" altLang="en-US" sz="1000" dirty="0"/>
            </a:p>
          </p:txBody>
        </p:sp>
        <p:sp>
          <p:nvSpPr>
            <p:cNvPr id="32" name="TextBox 31">
              <a:extLst>
                <a:ext uri="{FF2B5EF4-FFF2-40B4-BE49-F238E27FC236}">
                  <a16:creationId xmlns:a16="http://schemas.microsoft.com/office/drawing/2014/main" id="{5F4C5816-D18B-913F-0F52-641C3632BC53}"/>
                </a:ext>
              </a:extLst>
            </p:cNvPr>
            <p:cNvSpPr txBox="1"/>
            <p:nvPr/>
          </p:nvSpPr>
          <p:spPr>
            <a:xfrm>
              <a:off x="5283517" y="728700"/>
              <a:ext cx="1702819" cy="246221"/>
            </a:xfrm>
            <a:prstGeom prst="rect">
              <a:avLst/>
            </a:prstGeom>
            <a:noFill/>
          </p:spPr>
          <p:txBody>
            <a:bodyPr wrap="square" rtlCol="0">
              <a:spAutoFit/>
            </a:bodyPr>
            <a:lstStyle/>
            <a:p>
              <a:r>
                <a:rPr kumimoji="1" lang="en-US" altLang="ja-JP" sz="1000" dirty="0"/>
                <a:t>Report instantly (</a:t>
              </a:r>
              <a:r>
                <a:rPr kumimoji="1" lang="en-US" altLang="ja-JP" sz="1000" b="1" dirty="0"/>
                <a:t>No. 2</a:t>
              </a:r>
              <a:r>
                <a:rPr kumimoji="1" lang="en-US" altLang="ja-JP" sz="1000" dirty="0"/>
                <a:t>)</a:t>
              </a:r>
              <a:endParaRPr kumimoji="1" lang="ja-JP" altLang="en-US" sz="1000" dirty="0"/>
            </a:p>
          </p:txBody>
        </p:sp>
        <p:sp>
          <p:nvSpPr>
            <p:cNvPr id="33" name="TextBox 32">
              <a:extLst>
                <a:ext uri="{FF2B5EF4-FFF2-40B4-BE49-F238E27FC236}">
                  <a16:creationId xmlns:a16="http://schemas.microsoft.com/office/drawing/2014/main" id="{4443A5D6-A235-EC72-9ADA-ED15C20A99E0}"/>
                </a:ext>
              </a:extLst>
            </p:cNvPr>
            <p:cNvSpPr txBox="1"/>
            <p:nvPr/>
          </p:nvSpPr>
          <p:spPr>
            <a:xfrm>
              <a:off x="5937522" y="5106726"/>
              <a:ext cx="1609093" cy="246221"/>
            </a:xfrm>
            <a:prstGeom prst="rect">
              <a:avLst/>
            </a:prstGeom>
            <a:noFill/>
          </p:spPr>
          <p:txBody>
            <a:bodyPr wrap="square" rtlCol="0">
              <a:spAutoFit/>
            </a:bodyPr>
            <a:lstStyle/>
            <a:p>
              <a:pPr algn="ctr"/>
              <a:r>
                <a:rPr kumimoji="1" lang="en-US" altLang="ja-JP" sz="1000" dirty="0"/>
                <a:t>Report instantly (</a:t>
              </a:r>
              <a:r>
                <a:rPr kumimoji="1" lang="en-US" altLang="ja-JP" sz="1000" b="1" dirty="0"/>
                <a:t>No. 4</a:t>
              </a:r>
              <a:r>
                <a:rPr kumimoji="1" lang="en-US" altLang="ja-JP" sz="1000" dirty="0"/>
                <a:t>)</a:t>
              </a:r>
              <a:endParaRPr kumimoji="1" lang="ja-JP" altLang="en-US" sz="1000" dirty="0"/>
            </a:p>
          </p:txBody>
        </p:sp>
        <p:sp>
          <p:nvSpPr>
            <p:cNvPr id="34" name="TextBox 33">
              <a:extLst>
                <a:ext uri="{FF2B5EF4-FFF2-40B4-BE49-F238E27FC236}">
                  <a16:creationId xmlns:a16="http://schemas.microsoft.com/office/drawing/2014/main" id="{BA90F290-EFDC-E197-86FD-B9BF830A3B5A}"/>
                </a:ext>
              </a:extLst>
            </p:cNvPr>
            <p:cNvSpPr txBox="1"/>
            <p:nvPr/>
          </p:nvSpPr>
          <p:spPr>
            <a:xfrm>
              <a:off x="5937522" y="2636325"/>
              <a:ext cx="1365479" cy="400110"/>
            </a:xfrm>
            <a:prstGeom prst="rect">
              <a:avLst/>
            </a:prstGeom>
            <a:noFill/>
          </p:spPr>
          <p:txBody>
            <a:bodyPr wrap="square" rtlCol="0">
              <a:spAutoFit/>
            </a:bodyPr>
            <a:lstStyle/>
            <a:p>
              <a:pPr algn="ctr"/>
              <a:r>
                <a:rPr kumimoji="1" lang="en-US" altLang="ja-JP" sz="1000" dirty="0"/>
                <a:t>Report instantly</a:t>
              </a:r>
            </a:p>
            <a:p>
              <a:pPr algn="ctr"/>
              <a:r>
                <a:rPr kumimoji="1" lang="en-US" altLang="ja-JP" sz="1000" dirty="0"/>
                <a:t>(</a:t>
              </a:r>
              <a:r>
                <a:rPr kumimoji="1" lang="en-US" altLang="ja-JP" sz="1000" b="1" dirty="0"/>
                <a:t>No. 5 </a:t>
              </a:r>
              <a:r>
                <a:rPr kumimoji="1" lang="en-US" altLang="ja-JP" sz="1000" dirty="0"/>
                <a:t>and </a:t>
              </a:r>
              <a:r>
                <a:rPr kumimoji="1" lang="en-US" altLang="ja-JP" sz="1000" b="1" dirty="0"/>
                <a:t>No. 8b</a:t>
              </a:r>
              <a:r>
                <a:rPr kumimoji="1" lang="en-US" altLang="ja-JP" sz="1000" dirty="0"/>
                <a:t>)</a:t>
              </a:r>
              <a:endParaRPr kumimoji="1" lang="ja-JP" altLang="en-US" sz="1000" dirty="0"/>
            </a:p>
          </p:txBody>
        </p:sp>
        <p:cxnSp>
          <p:nvCxnSpPr>
            <p:cNvPr id="35" name="Straight Arrow Connector 34">
              <a:extLst>
                <a:ext uri="{FF2B5EF4-FFF2-40B4-BE49-F238E27FC236}">
                  <a16:creationId xmlns:a16="http://schemas.microsoft.com/office/drawing/2014/main" id="{0B0C5F43-EA49-8027-AED6-612A2AF91C1A}"/>
                </a:ext>
              </a:extLst>
            </p:cNvPr>
            <p:cNvCxnSpPr>
              <a:stCxn id="28" idx="6"/>
              <a:endCxn id="23" idx="3"/>
            </p:cNvCxnSpPr>
            <p:nvPr/>
          </p:nvCxnSpPr>
          <p:spPr>
            <a:xfrm flipV="1">
              <a:off x="4619024" y="2359232"/>
              <a:ext cx="844316" cy="1490686"/>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5B90246-A326-63C4-5E2C-39E73C8A3C31}"/>
                </a:ext>
              </a:extLst>
            </p:cNvPr>
            <p:cNvCxnSpPr>
              <a:stCxn id="28" idx="6"/>
              <a:endCxn id="22" idx="1"/>
            </p:cNvCxnSpPr>
            <p:nvPr/>
          </p:nvCxnSpPr>
          <p:spPr>
            <a:xfrm>
              <a:off x="4619024" y="3849918"/>
              <a:ext cx="844316" cy="1711934"/>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A0E292FE-3662-5502-3302-B4F5EC03D025}"/>
                </a:ext>
              </a:extLst>
            </p:cNvPr>
            <p:cNvCxnSpPr>
              <a:stCxn id="26" idx="5"/>
              <a:endCxn id="24" idx="0"/>
            </p:cNvCxnSpPr>
            <p:nvPr/>
          </p:nvCxnSpPr>
          <p:spPr>
            <a:xfrm>
              <a:off x="2782081" y="4302523"/>
              <a:ext cx="572320" cy="978049"/>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8E13B37F-7BD5-D3E6-1124-BCDE1B7BBF76}"/>
                </a:ext>
              </a:extLst>
            </p:cNvPr>
            <p:cNvCxnSpPr>
              <a:stCxn id="19" idx="4"/>
              <a:endCxn id="13" idx="0"/>
            </p:cNvCxnSpPr>
            <p:nvPr/>
          </p:nvCxnSpPr>
          <p:spPr>
            <a:xfrm>
              <a:off x="8183987" y="3683556"/>
              <a:ext cx="0" cy="392576"/>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FFC90721-5076-B3D6-6207-8418B07BAF8D}"/>
                </a:ext>
              </a:extLst>
            </p:cNvPr>
            <p:cNvCxnSpPr>
              <a:stCxn id="28" idx="6"/>
              <a:endCxn id="21" idx="2"/>
            </p:cNvCxnSpPr>
            <p:nvPr/>
          </p:nvCxnSpPr>
          <p:spPr>
            <a:xfrm>
              <a:off x="4619024" y="3849918"/>
              <a:ext cx="643450" cy="0"/>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43AC2DC9-F014-605D-7E34-E6D364E7A9F6}"/>
                </a:ext>
              </a:extLst>
            </p:cNvPr>
            <p:cNvCxnSpPr>
              <a:stCxn id="22" idx="0"/>
              <a:endCxn id="21" idx="4"/>
            </p:cNvCxnSpPr>
            <p:nvPr/>
          </p:nvCxnSpPr>
          <p:spPr>
            <a:xfrm flipV="1">
              <a:off x="5948274" y="4489998"/>
              <a:ext cx="0" cy="884379"/>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96272038-D786-5891-C374-29B5ADC65897}"/>
                </a:ext>
              </a:extLst>
            </p:cNvPr>
            <p:cNvCxnSpPr>
              <a:stCxn id="23" idx="4"/>
              <a:endCxn id="21" idx="0"/>
            </p:cNvCxnSpPr>
            <p:nvPr/>
          </p:nvCxnSpPr>
          <p:spPr>
            <a:xfrm>
              <a:off x="5948274" y="2546707"/>
              <a:ext cx="0" cy="663131"/>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FFBE123-986E-0EF6-03E8-15BD085CCCA8}"/>
                </a:ext>
              </a:extLst>
            </p:cNvPr>
            <p:cNvCxnSpPr>
              <a:endCxn id="19" idx="2"/>
            </p:cNvCxnSpPr>
            <p:nvPr/>
          </p:nvCxnSpPr>
          <p:spPr>
            <a:xfrm flipV="1">
              <a:off x="6553875" y="3043476"/>
              <a:ext cx="944312" cy="493074"/>
            </a:xfrm>
            <a:prstGeom prst="line">
              <a:avLst/>
            </a:prstGeom>
            <a:ln w="19050">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43" name="Curved Connector 97">
              <a:extLst>
                <a:ext uri="{FF2B5EF4-FFF2-40B4-BE49-F238E27FC236}">
                  <a16:creationId xmlns:a16="http://schemas.microsoft.com/office/drawing/2014/main" id="{BEF9E40F-556C-BF6F-AE06-B565DABEE663}"/>
                </a:ext>
              </a:extLst>
            </p:cNvPr>
            <p:cNvCxnSpPr/>
            <p:nvPr/>
          </p:nvCxnSpPr>
          <p:spPr>
            <a:xfrm rot="5400000" flipH="1" flipV="1">
              <a:off x="5786486" y="1036021"/>
              <a:ext cx="329184" cy="118990"/>
            </a:xfrm>
            <a:prstGeom prst="curvedConnector3">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4" name="Curved Connector 98">
              <a:extLst>
                <a:ext uri="{FF2B5EF4-FFF2-40B4-BE49-F238E27FC236}">
                  <a16:creationId xmlns:a16="http://schemas.microsoft.com/office/drawing/2014/main" id="{25B3975D-42A8-BDF5-C9E3-C9CC6B13F45D}"/>
                </a:ext>
              </a:extLst>
            </p:cNvPr>
            <p:cNvCxnSpPr/>
            <p:nvPr/>
          </p:nvCxnSpPr>
          <p:spPr>
            <a:xfrm rot="5400000" flipH="1" flipV="1">
              <a:off x="8113055" y="2182398"/>
              <a:ext cx="329184" cy="118990"/>
            </a:xfrm>
            <a:prstGeom prst="curvedConnector3">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5" name="Curved Connector 99">
              <a:extLst>
                <a:ext uri="{FF2B5EF4-FFF2-40B4-BE49-F238E27FC236}">
                  <a16:creationId xmlns:a16="http://schemas.microsoft.com/office/drawing/2014/main" id="{4875E9AB-16DB-0189-4C69-DFD1B89C32D2}"/>
                </a:ext>
              </a:extLst>
            </p:cNvPr>
            <p:cNvCxnSpPr/>
            <p:nvPr/>
          </p:nvCxnSpPr>
          <p:spPr>
            <a:xfrm rot="6240000" flipH="1" flipV="1">
              <a:off x="8591336" y="4043857"/>
              <a:ext cx="329184" cy="118990"/>
            </a:xfrm>
            <a:prstGeom prst="curvedConnector3">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6" name="Curved Connector 100">
              <a:extLst>
                <a:ext uri="{FF2B5EF4-FFF2-40B4-BE49-F238E27FC236}">
                  <a16:creationId xmlns:a16="http://schemas.microsoft.com/office/drawing/2014/main" id="{7B9F2C81-AF98-EED0-FDBD-D8D59B4AFE4E}"/>
                </a:ext>
              </a:extLst>
            </p:cNvPr>
            <p:cNvCxnSpPr/>
            <p:nvPr/>
          </p:nvCxnSpPr>
          <p:spPr>
            <a:xfrm rot="6240000" flipH="1" flipV="1">
              <a:off x="6419426" y="5399166"/>
              <a:ext cx="329184" cy="118990"/>
            </a:xfrm>
            <a:prstGeom prst="curvedConnector3">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7" name="Curved Connector 101">
              <a:extLst>
                <a:ext uri="{FF2B5EF4-FFF2-40B4-BE49-F238E27FC236}">
                  <a16:creationId xmlns:a16="http://schemas.microsoft.com/office/drawing/2014/main" id="{0CCD7DBE-C7A1-08C8-9411-0EA400A19AF3}"/>
                </a:ext>
              </a:extLst>
            </p:cNvPr>
            <p:cNvCxnSpPr/>
            <p:nvPr/>
          </p:nvCxnSpPr>
          <p:spPr>
            <a:xfrm rot="6240000" flipH="1" flipV="1">
              <a:off x="3763011" y="5271111"/>
              <a:ext cx="329184" cy="118990"/>
            </a:xfrm>
            <a:prstGeom prst="curvedConnector3">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8" name="Curved Connector 102">
              <a:extLst>
                <a:ext uri="{FF2B5EF4-FFF2-40B4-BE49-F238E27FC236}">
                  <a16:creationId xmlns:a16="http://schemas.microsoft.com/office/drawing/2014/main" id="{28CAC403-DD98-B2AD-0DFE-1F627AAB3A4A}"/>
                </a:ext>
              </a:extLst>
            </p:cNvPr>
            <p:cNvCxnSpPr/>
            <p:nvPr/>
          </p:nvCxnSpPr>
          <p:spPr>
            <a:xfrm rot="6240000" flipH="1" flipV="1">
              <a:off x="6168881" y="3075572"/>
              <a:ext cx="329184" cy="118990"/>
            </a:xfrm>
            <a:prstGeom prst="curvedConnector3">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487FDF81-9007-E4FC-3560-9D91E8C61B5A}"/>
                </a:ext>
              </a:extLst>
            </p:cNvPr>
            <p:cNvCxnSpPr/>
            <p:nvPr/>
          </p:nvCxnSpPr>
          <p:spPr>
            <a:xfrm flipH="1" flipV="1">
              <a:off x="6628943" y="3991955"/>
              <a:ext cx="949443" cy="428974"/>
            </a:xfrm>
            <a:prstGeom prst="straightConnector1">
              <a:avLst/>
            </a:prstGeom>
            <a:ln w="1905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5914D863-4FD9-D723-73F0-7C4151D18FFE}"/>
                </a:ext>
              </a:extLst>
            </p:cNvPr>
            <p:cNvSpPr txBox="1"/>
            <p:nvPr/>
          </p:nvSpPr>
          <p:spPr>
            <a:xfrm>
              <a:off x="3058737" y="367784"/>
              <a:ext cx="6715121" cy="369332"/>
            </a:xfrm>
            <a:prstGeom prst="rect">
              <a:avLst/>
            </a:prstGeom>
            <a:noFill/>
          </p:spPr>
          <p:txBody>
            <a:bodyPr wrap="square" rtlCol="0">
              <a:spAutoFit/>
            </a:bodyPr>
            <a:lstStyle/>
            <a:p>
              <a:r>
                <a:rPr kumimoji="1" lang="en-US" altLang="ja-JP" b="1" dirty="0"/>
                <a:t>Collaborative monitoring of fire scene through agents</a:t>
              </a:r>
              <a:endParaRPr kumimoji="1" lang="ja-JP" altLang="en-US" b="1" dirty="0"/>
            </a:p>
          </p:txBody>
        </p:sp>
      </p:grpSp>
      <p:sp>
        <p:nvSpPr>
          <p:cNvPr id="52" name="TextBox 51">
            <a:extLst>
              <a:ext uri="{FF2B5EF4-FFF2-40B4-BE49-F238E27FC236}">
                <a16:creationId xmlns:a16="http://schemas.microsoft.com/office/drawing/2014/main" id="{5E458A82-C256-E86C-6B01-C3AD741C6075}"/>
              </a:ext>
            </a:extLst>
          </p:cNvPr>
          <p:cNvSpPr txBox="1"/>
          <p:nvPr/>
        </p:nvSpPr>
        <p:spPr>
          <a:xfrm>
            <a:off x="78814" y="5349412"/>
            <a:ext cx="4071467" cy="1200329"/>
          </a:xfrm>
          <a:prstGeom prst="rect">
            <a:avLst/>
          </a:prstGeom>
          <a:noFill/>
        </p:spPr>
        <p:txBody>
          <a:bodyPr wrap="square" rtlCol="0">
            <a:spAutoFit/>
          </a:bodyPr>
          <a:lstStyle/>
          <a:p>
            <a:r>
              <a:rPr lang="en-US" dirty="0"/>
              <a:t>Muhammad, Khan, et al. "</a:t>
            </a:r>
            <a:r>
              <a:rPr lang="en-US" dirty="0">
                <a:hlinkClick r:id="rId3"/>
              </a:rPr>
              <a:t>Energy-efficient monitoring of fire scenes for intelligent networks</a:t>
            </a:r>
            <a:r>
              <a:rPr lang="en-US" dirty="0"/>
              <a:t>." </a:t>
            </a:r>
            <a:r>
              <a:rPr lang="en-US" i="1" dirty="0" err="1"/>
              <a:t>Ieee</a:t>
            </a:r>
            <a:r>
              <a:rPr lang="en-US" i="1" dirty="0"/>
              <a:t> Network</a:t>
            </a:r>
            <a:r>
              <a:rPr lang="en-US" dirty="0"/>
              <a:t> 34.3 (2020): 108-115.</a:t>
            </a:r>
          </a:p>
        </p:txBody>
      </p:sp>
    </p:spTree>
    <p:extLst>
      <p:ext uri="{BB962C8B-B14F-4D97-AF65-F5344CB8AC3E}">
        <p14:creationId xmlns:p14="http://schemas.microsoft.com/office/powerpoint/2010/main" val="27445723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5" name="TextBox 3"/>
          <p:cNvSpPr txBox="1"/>
          <p:nvPr/>
        </p:nvSpPr>
        <p:spPr>
          <a:xfrm>
            <a:off x="118753" y="963930"/>
            <a:ext cx="9516140" cy="1754326"/>
          </a:xfrm>
          <a:prstGeom prst="rect">
            <a:avLst/>
          </a:prstGeom>
          <a:noFill/>
        </p:spPr>
        <p:txBody>
          <a:bodyPr wrap="square" rtlCol="0">
            <a:spAutoFit/>
          </a:bodyPr>
          <a:lstStyle/>
          <a:p>
            <a:pPr marL="285750" indent="-285750">
              <a:buFont typeface="Wingdings" panose="05000000000000000000" pitchFamily="2" charset="2"/>
              <a:buChar char="q"/>
            </a:pPr>
            <a:r>
              <a:rPr lang="en-PK" b="1" dirty="0">
                <a:latin typeface="Centary school"/>
              </a:rPr>
              <a:t>BEHAVIOR &amp; HUMAN ACTIVITY INTELLIGENCE</a:t>
            </a:r>
          </a:p>
          <a:p>
            <a:pPr marL="800100" lvl="1" indent="-342900">
              <a:buFont typeface="+mj-lt"/>
              <a:buAutoNum type="arabicPeriod"/>
            </a:pPr>
            <a:r>
              <a:rPr lang="en-PK" b="1" dirty="0">
                <a:latin typeface="Centary school"/>
              </a:rPr>
              <a:t>Human Action Recognition</a:t>
            </a:r>
            <a:endParaRPr lang="en-PK" dirty="0">
              <a:latin typeface="Centary school"/>
            </a:endParaRPr>
          </a:p>
          <a:p>
            <a:pPr lvl="1"/>
            <a:r>
              <a:rPr lang="en-PK" dirty="0">
                <a:latin typeface="Centary school"/>
              </a:rPr>
              <a:t>Focus:</a:t>
            </a:r>
          </a:p>
          <a:p>
            <a:pPr marL="742950" lvl="1" indent="-285750">
              <a:buFont typeface="Arial" panose="020B0604020202020204" pitchFamily="34" charset="0"/>
              <a:buChar char="•"/>
            </a:pPr>
            <a:r>
              <a:rPr lang="en-PK" dirty="0">
                <a:latin typeface="Centary school"/>
              </a:rPr>
              <a:t>Understanding structured human motion patterns</a:t>
            </a:r>
          </a:p>
          <a:p>
            <a:pPr marL="742950" lvl="1" indent="-285750">
              <a:buFont typeface="Arial" panose="020B0604020202020204" pitchFamily="34" charset="0"/>
              <a:buChar char="•"/>
            </a:pPr>
            <a:r>
              <a:rPr lang="en-PK" dirty="0">
                <a:latin typeface="Centary school"/>
              </a:rPr>
              <a:t>Temporal </a:t>
            </a:r>
            <a:r>
              <a:rPr lang="en-PK" dirty="0" err="1">
                <a:latin typeface="Centary school"/>
              </a:rPr>
              <a:t>modeling</a:t>
            </a:r>
            <a:r>
              <a:rPr lang="en-PK" dirty="0">
                <a:latin typeface="Centary school"/>
              </a:rPr>
              <a:t> of </a:t>
            </a:r>
            <a:r>
              <a:rPr lang="en-PK" dirty="0" err="1">
                <a:latin typeface="Centary school"/>
              </a:rPr>
              <a:t>behavior</a:t>
            </a:r>
            <a:endParaRPr lang="en-PK" dirty="0">
              <a:latin typeface="Centary school"/>
            </a:endParaRPr>
          </a:p>
          <a:p>
            <a:pPr marL="742950" lvl="1" indent="-285750">
              <a:buFont typeface="Arial" panose="020B0604020202020204" pitchFamily="34" charset="0"/>
              <a:buChar char="•"/>
            </a:pPr>
            <a:r>
              <a:rPr lang="en-PK" dirty="0">
                <a:latin typeface="Centary school"/>
              </a:rPr>
              <a:t>Multimodal sensor-based interpretation</a:t>
            </a:r>
          </a:p>
        </p:txBody>
      </p:sp>
      <p:sp>
        <p:nvSpPr>
          <p:cNvPr id="1048646" name="Rectangle 5"/>
          <p:cNvSpPr/>
          <p:nvPr/>
        </p:nvSpPr>
        <p:spPr>
          <a:xfrm>
            <a:off x="0" y="0"/>
            <a:ext cx="12192000" cy="831273"/>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PK" sz="3600" b="1" dirty="0">
                <a:latin typeface="Centary school"/>
              </a:rPr>
              <a:t>Course Case Studies: From Theory to Real Systems</a:t>
            </a:r>
            <a:endParaRPr kumimoji="0" lang="en-PK" sz="3600" b="1" i="0" u="none" strike="noStrike" kern="1200" cap="none" spc="0" normalizeH="0" baseline="0" noProof="0" dirty="0">
              <a:ln>
                <a:noFill/>
              </a:ln>
              <a:solidFill>
                <a:prstClr val="white"/>
              </a:solidFill>
              <a:effectLst/>
              <a:uLnTx/>
              <a:uFillTx/>
              <a:latin typeface="Centary school"/>
            </a:endParaRPr>
          </a:p>
        </p:txBody>
      </p:sp>
      <p:pic>
        <p:nvPicPr>
          <p:cNvPr id="2097176" name="Picture 2" descr="Application of human activity/action recognition: a review | Multimedia  Tools and Applications | Springer Nature Link"/>
          <p:cNvPicPr>
            <a:picLocks noChangeAspect="1" noChangeArrowheads="1"/>
          </p:cNvPicPr>
          <p:nvPr/>
        </p:nvPicPr>
        <p:blipFill>
          <a:blip r:embed="rId2"/>
          <a:srcRect/>
          <a:stretch>
            <a:fillRect/>
          </a:stretch>
        </p:blipFill>
        <p:spPr bwMode="auto">
          <a:xfrm>
            <a:off x="6880634" y="970221"/>
            <a:ext cx="5192613" cy="2439597"/>
          </a:xfrm>
          <a:prstGeom prst="rect">
            <a:avLst/>
          </a:prstGeom>
          <a:noFill/>
        </p:spPr>
      </p:pic>
      <p:sp>
        <p:nvSpPr>
          <p:cNvPr id="3" name="Rectangle 4">
            <a:extLst>
              <a:ext uri="{FF2B5EF4-FFF2-40B4-BE49-F238E27FC236}">
                <a16:creationId xmlns:a16="http://schemas.microsoft.com/office/drawing/2014/main" id="{56E5ADE5-AA07-EC48-DD6E-9102B9957556}"/>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40</a:t>
            </a:r>
            <a:endParaRPr lang="en-PK" sz="4400" dirty="0">
              <a:latin typeface="Centary school"/>
            </a:endParaRPr>
          </a:p>
        </p:txBody>
      </p:sp>
      <p:pic>
        <p:nvPicPr>
          <p:cNvPr id="4" name="Picture 3">
            <a:extLst>
              <a:ext uri="{FF2B5EF4-FFF2-40B4-BE49-F238E27FC236}">
                <a16:creationId xmlns:a16="http://schemas.microsoft.com/office/drawing/2014/main" id="{9BD4DF58-1432-5D1E-77DA-1271A7A77124}"/>
              </a:ext>
            </a:extLst>
          </p:cNvPr>
          <p:cNvPicPr>
            <a:picLocks noChangeAspect="1"/>
          </p:cNvPicPr>
          <p:nvPr/>
        </p:nvPicPr>
        <p:blipFill>
          <a:blip r:embed="rId3"/>
          <a:stretch>
            <a:fillRect/>
          </a:stretch>
        </p:blipFill>
        <p:spPr>
          <a:xfrm>
            <a:off x="5273795" y="3548766"/>
            <a:ext cx="6799452" cy="2895336"/>
          </a:xfrm>
          <a:prstGeom prst="rect">
            <a:avLst/>
          </a:prstGeom>
        </p:spPr>
      </p:pic>
      <p:sp>
        <p:nvSpPr>
          <p:cNvPr id="6" name="TextBox 5">
            <a:extLst>
              <a:ext uri="{FF2B5EF4-FFF2-40B4-BE49-F238E27FC236}">
                <a16:creationId xmlns:a16="http://schemas.microsoft.com/office/drawing/2014/main" id="{213BD1D5-CE62-ED18-1E83-8C5593097533}"/>
              </a:ext>
            </a:extLst>
          </p:cNvPr>
          <p:cNvSpPr txBox="1"/>
          <p:nvPr/>
        </p:nvSpPr>
        <p:spPr>
          <a:xfrm>
            <a:off x="13281" y="2839596"/>
            <a:ext cx="6079644" cy="769441"/>
          </a:xfrm>
          <a:prstGeom prst="rect">
            <a:avLst/>
          </a:prstGeom>
          <a:noFill/>
        </p:spPr>
        <p:txBody>
          <a:bodyPr wrap="square" rtlCol="0">
            <a:spAutoFit/>
          </a:bodyPr>
          <a:lstStyle/>
          <a:p>
            <a:r>
              <a:rPr lang="en-US" sz="2200" b="1" dirty="0"/>
              <a:t>CHILD: C</a:t>
            </a:r>
            <a:r>
              <a:rPr lang="en-US" sz="2200" dirty="0"/>
              <a:t>hild</a:t>
            </a:r>
            <a:r>
              <a:rPr lang="en-US" sz="2200" b="1" dirty="0"/>
              <a:t> H</a:t>
            </a:r>
            <a:r>
              <a:rPr lang="en-US" sz="2200" dirty="0"/>
              <a:t>azardous</a:t>
            </a:r>
            <a:r>
              <a:rPr lang="en-US" sz="2200" b="1" dirty="0"/>
              <a:t> I</a:t>
            </a:r>
            <a:r>
              <a:rPr lang="en-US" sz="2200" dirty="0"/>
              <a:t>ndoor</a:t>
            </a:r>
            <a:r>
              <a:rPr lang="en-US" sz="2200" b="1" dirty="0"/>
              <a:t> L</a:t>
            </a:r>
            <a:r>
              <a:rPr lang="en-US" sz="2200" dirty="0"/>
              <a:t>abeled</a:t>
            </a:r>
            <a:r>
              <a:rPr lang="en-US" sz="2200" b="1" dirty="0"/>
              <a:t> D</a:t>
            </a:r>
            <a:r>
              <a:rPr lang="en-US" sz="2200" dirty="0"/>
              <a:t>ataset </a:t>
            </a:r>
          </a:p>
          <a:p>
            <a:r>
              <a:rPr lang="en-US" sz="2200" dirty="0"/>
              <a:t>for Activity Recognition </a:t>
            </a:r>
          </a:p>
        </p:txBody>
      </p:sp>
      <p:pic>
        <p:nvPicPr>
          <p:cNvPr id="8" name="Picture 7">
            <a:extLst>
              <a:ext uri="{FF2B5EF4-FFF2-40B4-BE49-F238E27FC236}">
                <a16:creationId xmlns:a16="http://schemas.microsoft.com/office/drawing/2014/main" id="{09F2F0D0-C021-F461-93B8-F2BB7E2C9EA5}"/>
              </a:ext>
            </a:extLst>
          </p:cNvPr>
          <p:cNvPicPr>
            <a:picLocks noChangeAspect="1"/>
          </p:cNvPicPr>
          <p:nvPr/>
        </p:nvPicPr>
        <p:blipFill>
          <a:blip r:embed="rId4"/>
          <a:stretch>
            <a:fillRect/>
          </a:stretch>
        </p:blipFill>
        <p:spPr>
          <a:xfrm>
            <a:off x="16356" y="4219643"/>
            <a:ext cx="4917274" cy="2232500"/>
          </a:xfrm>
          <a:prstGeom prst="rect">
            <a:avLst/>
          </a:prstGeom>
        </p:spPr>
      </p:pic>
      <p:sp>
        <p:nvSpPr>
          <p:cNvPr id="10" name="TextBox 9">
            <a:extLst>
              <a:ext uri="{FF2B5EF4-FFF2-40B4-BE49-F238E27FC236}">
                <a16:creationId xmlns:a16="http://schemas.microsoft.com/office/drawing/2014/main" id="{69A94C6F-AA79-485B-4996-9E918F2A1FD6}"/>
              </a:ext>
            </a:extLst>
          </p:cNvPr>
          <p:cNvSpPr txBox="1"/>
          <p:nvPr/>
        </p:nvSpPr>
        <p:spPr>
          <a:xfrm>
            <a:off x="0" y="3671876"/>
            <a:ext cx="4997513" cy="584775"/>
          </a:xfrm>
          <a:prstGeom prst="rect">
            <a:avLst/>
          </a:prstGeom>
          <a:noFill/>
        </p:spPr>
        <p:txBody>
          <a:bodyPr wrap="square" rtlCol="0">
            <a:spAutoFit/>
          </a:bodyPr>
          <a:lstStyle/>
          <a:p>
            <a:r>
              <a:rPr lang="en-US" sz="1600" dirty="0"/>
              <a:t>ACM Multimedia, 2025, BK IF=4. </a:t>
            </a:r>
            <a:r>
              <a:rPr lang="en-US" sz="1600" dirty="0">
                <a:hlinkClick r:id="rId5"/>
              </a:rPr>
              <a:t>https://dl.acm.org/doi/abs/10.1145/3746027.3754795</a:t>
            </a:r>
            <a:r>
              <a:rPr lang="en-US" sz="1600" dirty="0"/>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74929-3CE8-C915-870A-08055772EB90}"/>
            </a:ext>
          </a:extLst>
        </p:cNvPr>
        <p:cNvGrpSpPr/>
        <p:nvPr/>
      </p:nvGrpSpPr>
      <p:grpSpPr>
        <a:xfrm>
          <a:off x="0" y="0"/>
          <a:ext cx="0" cy="0"/>
          <a:chOff x="0" y="0"/>
          <a:chExt cx="0" cy="0"/>
        </a:xfrm>
      </p:grpSpPr>
      <p:sp>
        <p:nvSpPr>
          <p:cNvPr id="1048645" name="TextBox 3">
            <a:extLst>
              <a:ext uri="{FF2B5EF4-FFF2-40B4-BE49-F238E27FC236}">
                <a16:creationId xmlns:a16="http://schemas.microsoft.com/office/drawing/2014/main" id="{8534378E-DBE8-F0F0-6ADF-EF44CC394857}"/>
              </a:ext>
            </a:extLst>
          </p:cNvPr>
          <p:cNvSpPr txBox="1"/>
          <p:nvPr/>
        </p:nvSpPr>
        <p:spPr>
          <a:xfrm>
            <a:off x="118753" y="963930"/>
            <a:ext cx="9516140" cy="2031325"/>
          </a:xfrm>
          <a:prstGeom prst="rect">
            <a:avLst/>
          </a:prstGeom>
          <a:noFill/>
        </p:spPr>
        <p:txBody>
          <a:bodyPr wrap="square" rtlCol="0">
            <a:spAutoFit/>
          </a:bodyPr>
          <a:lstStyle/>
          <a:p>
            <a:pPr marL="285750" indent="-285750">
              <a:buFont typeface="Wingdings" panose="05000000000000000000" pitchFamily="2" charset="2"/>
              <a:buChar char="q"/>
            </a:pPr>
            <a:r>
              <a:rPr lang="en-PK" b="1" dirty="0">
                <a:latin typeface="Centary school"/>
              </a:rPr>
              <a:t>BEHAVIOR &amp; HUMAN ACTIVITY INTELLIGENCE</a:t>
            </a:r>
          </a:p>
          <a:p>
            <a:pPr marL="342900" indent="-342900">
              <a:buFont typeface="+mj-lt"/>
              <a:buAutoNum type="arabicPeriod"/>
            </a:pPr>
            <a:r>
              <a:rPr lang="en-PK" b="1" dirty="0">
                <a:latin typeface="Centary school"/>
              </a:rPr>
              <a:t>Human Action Recognition</a:t>
            </a:r>
            <a:endParaRPr lang="en-PK" dirty="0">
              <a:latin typeface="Centary school"/>
            </a:endParaRPr>
          </a:p>
          <a:p>
            <a:pPr marL="342900" indent="-342900">
              <a:buFont typeface="+mj-lt"/>
              <a:buAutoNum type="arabicPeriod" startAt="2"/>
            </a:pPr>
            <a:r>
              <a:rPr lang="en-PK" b="1" dirty="0">
                <a:latin typeface="Centary school"/>
              </a:rPr>
              <a:t>Aggressive Behavior Monitoring</a:t>
            </a:r>
            <a:endParaRPr lang="en-PK" dirty="0">
              <a:latin typeface="Centary school"/>
            </a:endParaRPr>
          </a:p>
          <a:p>
            <a:r>
              <a:rPr lang="en-PK" dirty="0">
                <a:latin typeface="Centary school"/>
              </a:rPr>
              <a:t>Focus:</a:t>
            </a:r>
          </a:p>
          <a:p>
            <a:pPr marL="285750" indent="-285750">
              <a:buFont typeface="Arial" panose="020B0604020202020204" pitchFamily="34" charset="0"/>
              <a:buChar char="•"/>
            </a:pPr>
            <a:r>
              <a:rPr lang="en-PK" dirty="0">
                <a:latin typeface="Centary school"/>
              </a:rPr>
              <a:t>Complex </a:t>
            </a:r>
            <a:r>
              <a:rPr lang="en-PK" dirty="0" err="1">
                <a:latin typeface="Centary school"/>
              </a:rPr>
              <a:t>behavior</a:t>
            </a:r>
            <a:r>
              <a:rPr lang="en-PK" dirty="0">
                <a:latin typeface="Centary school"/>
              </a:rPr>
              <a:t> classification in real environments</a:t>
            </a:r>
          </a:p>
          <a:p>
            <a:pPr marL="285750" indent="-285750">
              <a:buFont typeface="Arial" panose="020B0604020202020204" pitchFamily="34" charset="0"/>
              <a:buChar char="•"/>
            </a:pPr>
            <a:r>
              <a:rPr lang="en-PK" dirty="0">
                <a:latin typeface="Centary school"/>
              </a:rPr>
              <a:t>Context-aware interpretation of human actions</a:t>
            </a:r>
          </a:p>
          <a:p>
            <a:pPr marL="285750" indent="-285750">
              <a:buFont typeface="Arial" panose="020B0604020202020204" pitchFamily="34" charset="0"/>
              <a:buChar char="•"/>
            </a:pPr>
            <a:r>
              <a:rPr lang="en-PK" dirty="0">
                <a:latin typeface="Centary school"/>
              </a:rPr>
              <a:t>Safety and surveillance applications</a:t>
            </a:r>
          </a:p>
        </p:txBody>
      </p:sp>
      <p:sp>
        <p:nvSpPr>
          <p:cNvPr id="1048646" name="Rectangle 5">
            <a:extLst>
              <a:ext uri="{FF2B5EF4-FFF2-40B4-BE49-F238E27FC236}">
                <a16:creationId xmlns:a16="http://schemas.microsoft.com/office/drawing/2014/main" id="{450E23D1-D693-86EC-AD7B-3054828B7D60}"/>
              </a:ext>
            </a:extLst>
          </p:cNvPr>
          <p:cNvSpPr/>
          <p:nvPr/>
        </p:nvSpPr>
        <p:spPr>
          <a:xfrm>
            <a:off x="0" y="0"/>
            <a:ext cx="12192000" cy="831273"/>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PK" sz="3600" b="1" dirty="0">
                <a:latin typeface="Centary school"/>
              </a:rPr>
              <a:t>Course Case Studies: From Theory to Real Systems</a:t>
            </a:r>
            <a:endParaRPr kumimoji="0" lang="en-PK" sz="3600" b="1" i="0" u="none" strike="noStrike" kern="1200" cap="none" spc="0" normalizeH="0" baseline="0" noProof="0" dirty="0">
              <a:ln>
                <a:noFill/>
              </a:ln>
              <a:solidFill>
                <a:prstClr val="white"/>
              </a:solidFill>
              <a:effectLst/>
              <a:uLnTx/>
              <a:uFillTx/>
              <a:latin typeface="Centary school"/>
            </a:endParaRPr>
          </a:p>
        </p:txBody>
      </p:sp>
      <p:sp>
        <p:nvSpPr>
          <p:cNvPr id="3" name="Rectangle 4">
            <a:extLst>
              <a:ext uri="{FF2B5EF4-FFF2-40B4-BE49-F238E27FC236}">
                <a16:creationId xmlns:a16="http://schemas.microsoft.com/office/drawing/2014/main" id="{C92E8923-9DAF-0950-25C1-08BDEE20190F}"/>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41</a:t>
            </a:r>
            <a:endParaRPr lang="en-PK" sz="4400" dirty="0">
              <a:latin typeface="Centary school"/>
            </a:endParaRPr>
          </a:p>
        </p:txBody>
      </p:sp>
      <p:pic>
        <p:nvPicPr>
          <p:cNvPr id="5" name="Picture 2">
            <a:extLst>
              <a:ext uri="{FF2B5EF4-FFF2-40B4-BE49-F238E27FC236}">
                <a16:creationId xmlns:a16="http://schemas.microsoft.com/office/drawing/2014/main" id="{6A336972-1578-E2F1-D925-F65BAA0BFC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6334" y="2954812"/>
            <a:ext cx="8519331" cy="329088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6028A35-D80E-CD8F-8CC3-A7CE9EB5AB50}"/>
              </a:ext>
            </a:extLst>
          </p:cNvPr>
          <p:cNvSpPr txBox="1"/>
          <p:nvPr/>
        </p:nvSpPr>
        <p:spPr>
          <a:xfrm>
            <a:off x="3328501" y="6252028"/>
            <a:ext cx="5616987" cy="369332"/>
          </a:xfrm>
          <a:prstGeom prst="rect">
            <a:avLst/>
          </a:prstGeom>
          <a:noFill/>
        </p:spPr>
        <p:txBody>
          <a:bodyPr wrap="none" rtlCol="0">
            <a:spAutoFit/>
          </a:bodyPr>
          <a:lstStyle/>
          <a:p>
            <a:r>
              <a:rPr lang="en-US" i="1" dirty="0"/>
              <a:t>Child Aggression Behavior Analysis Dataset</a:t>
            </a:r>
            <a:r>
              <a:rPr lang="en-US" dirty="0"/>
              <a:t> (CABAD) and </a:t>
            </a:r>
            <a:r>
              <a:rPr lang="en-US" dirty="0" err="1"/>
              <a:t>CABA_Net</a:t>
            </a:r>
            <a:endParaRPr lang="en-US" dirty="0"/>
          </a:p>
        </p:txBody>
      </p:sp>
      <p:sp>
        <p:nvSpPr>
          <p:cNvPr id="9" name="TextBox 8">
            <a:extLst>
              <a:ext uri="{FF2B5EF4-FFF2-40B4-BE49-F238E27FC236}">
                <a16:creationId xmlns:a16="http://schemas.microsoft.com/office/drawing/2014/main" id="{42DD8F6C-A134-B863-AF6F-0667DB858DF2}"/>
              </a:ext>
            </a:extLst>
          </p:cNvPr>
          <p:cNvSpPr txBox="1"/>
          <p:nvPr/>
        </p:nvSpPr>
        <p:spPr>
          <a:xfrm>
            <a:off x="7203540" y="831273"/>
            <a:ext cx="4988460" cy="1200329"/>
          </a:xfrm>
          <a:prstGeom prst="rect">
            <a:avLst/>
          </a:prstGeom>
          <a:noFill/>
        </p:spPr>
        <p:txBody>
          <a:bodyPr wrap="square" rtlCol="0">
            <a:spAutoFit/>
          </a:bodyPr>
          <a:lstStyle/>
          <a:p>
            <a:r>
              <a:rPr lang="en-US" u="sng" dirty="0">
                <a:hlinkClick r:id="rId3"/>
              </a:rPr>
              <a:t>CABAD: A Video Dataset for Benchmarking Child Aggression Recognition</a:t>
            </a:r>
            <a:endParaRPr lang="en-US" u="sng" dirty="0"/>
          </a:p>
          <a:p>
            <a:r>
              <a:rPr lang="en-US" dirty="0"/>
              <a:t>Alexandria Engineering Journal (Impact Factor: 6.2, Q1 Rank, Top 5%)</a:t>
            </a:r>
          </a:p>
        </p:txBody>
      </p:sp>
    </p:spTree>
    <p:extLst>
      <p:ext uri="{BB962C8B-B14F-4D97-AF65-F5344CB8AC3E}">
        <p14:creationId xmlns:p14="http://schemas.microsoft.com/office/powerpoint/2010/main" val="6192992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5ACEF-707C-4332-EC70-8EDD1B55E6D9}"/>
            </a:ext>
          </a:extLst>
        </p:cNvPr>
        <p:cNvGrpSpPr/>
        <p:nvPr/>
      </p:nvGrpSpPr>
      <p:grpSpPr>
        <a:xfrm>
          <a:off x="0" y="0"/>
          <a:ext cx="0" cy="0"/>
          <a:chOff x="0" y="0"/>
          <a:chExt cx="0" cy="0"/>
        </a:xfrm>
      </p:grpSpPr>
      <p:sp>
        <p:nvSpPr>
          <p:cNvPr id="1048645" name="TextBox 3">
            <a:extLst>
              <a:ext uri="{FF2B5EF4-FFF2-40B4-BE49-F238E27FC236}">
                <a16:creationId xmlns:a16="http://schemas.microsoft.com/office/drawing/2014/main" id="{C0E565BA-C3C3-C108-9E5A-0B00A3532E2B}"/>
              </a:ext>
            </a:extLst>
          </p:cNvPr>
          <p:cNvSpPr txBox="1"/>
          <p:nvPr/>
        </p:nvSpPr>
        <p:spPr>
          <a:xfrm>
            <a:off x="118753" y="963930"/>
            <a:ext cx="5077936" cy="1938992"/>
          </a:xfrm>
          <a:prstGeom prst="rect">
            <a:avLst/>
          </a:prstGeom>
          <a:noFill/>
        </p:spPr>
        <p:txBody>
          <a:bodyPr wrap="square" rtlCol="0">
            <a:spAutoFit/>
          </a:bodyPr>
          <a:lstStyle/>
          <a:p>
            <a:pPr marL="285750" indent="-285750">
              <a:buFont typeface="Wingdings" panose="05000000000000000000" pitchFamily="2" charset="2"/>
              <a:buChar char="q"/>
            </a:pPr>
            <a:r>
              <a:rPr lang="en-PK" b="1" dirty="0">
                <a:latin typeface="Centary school"/>
              </a:rPr>
              <a:t>BEHAVIOR &amp; HUMAN ACTIVITY INTELLIGENCE</a:t>
            </a:r>
            <a:endParaRPr lang="en-PK" dirty="0">
              <a:latin typeface="Centary school"/>
            </a:endParaRPr>
          </a:p>
          <a:p>
            <a:pPr marL="285750" indent="-285750">
              <a:buFont typeface="Wingdings" panose="05000000000000000000" pitchFamily="2" charset="2"/>
              <a:buChar char="q"/>
            </a:pPr>
            <a:r>
              <a:rPr lang="en-PK" b="1" dirty="0">
                <a:latin typeface="Centary school"/>
              </a:rPr>
              <a:t>INDUSTRIAL INTELLIGENCE SYSTEMS</a:t>
            </a:r>
          </a:p>
          <a:p>
            <a:pPr marL="342900" indent="-342900">
              <a:buFont typeface="+mj-lt"/>
              <a:buAutoNum type="arabicPeriod"/>
            </a:pPr>
            <a:r>
              <a:rPr lang="en-PK" b="1" dirty="0">
                <a:latin typeface="Centary school"/>
              </a:rPr>
              <a:t>Industrial Anomaly Detection</a:t>
            </a:r>
            <a:endParaRPr lang="en-PK" dirty="0">
              <a:latin typeface="Centary school"/>
            </a:endParaRPr>
          </a:p>
          <a:p>
            <a:r>
              <a:rPr lang="en-PK" dirty="0">
                <a:latin typeface="Centary school"/>
              </a:rPr>
              <a:t>Focus:</a:t>
            </a:r>
          </a:p>
          <a:p>
            <a:pPr marL="285750" indent="-285750">
              <a:buFont typeface="Arial" panose="020B0604020202020204" pitchFamily="34" charset="0"/>
              <a:buChar char="•"/>
            </a:pPr>
            <a:r>
              <a:rPr lang="en-PK" sz="1600" dirty="0">
                <a:latin typeface="Centary school"/>
              </a:rPr>
              <a:t>Detection of deviations in operational systems</a:t>
            </a:r>
          </a:p>
          <a:p>
            <a:pPr marL="285750" indent="-285750">
              <a:buFont typeface="Arial" panose="020B0604020202020204" pitchFamily="34" charset="0"/>
              <a:buChar char="•"/>
            </a:pPr>
            <a:r>
              <a:rPr lang="en-PK" sz="1600" dirty="0" err="1">
                <a:latin typeface="Centary school"/>
              </a:rPr>
              <a:t>Multisensor</a:t>
            </a:r>
            <a:r>
              <a:rPr lang="en-PK" sz="1600" dirty="0">
                <a:latin typeface="Centary school"/>
              </a:rPr>
              <a:t> pattern analysis</a:t>
            </a:r>
          </a:p>
          <a:p>
            <a:pPr marL="285750" indent="-285750">
              <a:buFont typeface="Arial" panose="020B0604020202020204" pitchFamily="34" charset="0"/>
              <a:buChar char="•"/>
            </a:pPr>
            <a:r>
              <a:rPr lang="en-PK" sz="1600" dirty="0">
                <a:latin typeface="Centary school"/>
              </a:rPr>
              <a:t>Predictive monitoring for system reliability</a:t>
            </a:r>
          </a:p>
        </p:txBody>
      </p:sp>
      <p:sp>
        <p:nvSpPr>
          <p:cNvPr id="1048646" name="Rectangle 5">
            <a:extLst>
              <a:ext uri="{FF2B5EF4-FFF2-40B4-BE49-F238E27FC236}">
                <a16:creationId xmlns:a16="http://schemas.microsoft.com/office/drawing/2014/main" id="{FF1AC855-2469-79A6-9796-8D4A69DA5516}"/>
              </a:ext>
            </a:extLst>
          </p:cNvPr>
          <p:cNvSpPr/>
          <p:nvPr/>
        </p:nvSpPr>
        <p:spPr>
          <a:xfrm>
            <a:off x="0" y="0"/>
            <a:ext cx="12192000" cy="831273"/>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PK" sz="3600" b="1" dirty="0">
                <a:latin typeface="Centary school"/>
              </a:rPr>
              <a:t>Course Case Studies: From Theory to Real Systems</a:t>
            </a:r>
            <a:endParaRPr kumimoji="0" lang="en-PK" sz="3600" b="1" i="0" u="none" strike="noStrike" kern="1200" cap="none" spc="0" normalizeH="0" baseline="0" noProof="0" dirty="0">
              <a:ln>
                <a:noFill/>
              </a:ln>
              <a:solidFill>
                <a:prstClr val="white"/>
              </a:solidFill>
              <a:effectLst/>
              <a:uLnTx/>
              <a:uFillTx/>
              <a:latin typeface="Centary school"/>
            </a:endParaRPr>
          </a:p>
        </p:txBody>
      </p:sp>
      <p:pic>
        <p:nvPicPr>
          <p:cNvPr id="2097177" name="Picture 2">
            <a:extLst>
              <a:ext uri="{FF2B5EF4-FFF2-40B4-BE49-F238E27FC236}">
                <a16:creationId xmlns:a16="http://schemas.microsoft.com/office/drawing/2014/main" id="{4A5E04B4-A360-0830-D4C9-A8035B1117F1}"/>
              </a:ext>
            </a:extLst>
          </p:cNvPr>
          <p:cNvPicPr>
            <a:picLocks noChangeAspect="1"/>
          </p:cNvPicPr>
          <p:nvPr/>
        </p:nvPicPr>
        <p:blipFill rotWithShape="1">
          <a:blip r:embed="rId2"/>
          <a:srcRect t="5160" r="-2619" b="6891"/>
          <a:stretch>
            <a:fillRect/>
          </a:stretch>
        </p:blipFill>
        <p:spPr>
          <a:xfrm>
            <a:off x="4510356" y="1285248"/>
            <a:ext cx="7771122" cy="5154996"/>
          </a:xfrm>
          <a:prstGeom prst="rect">
            <a:avLst/>
          </a:prstGeom>
        </p:spPr>
      </p:pic>
      <p:sp>
        <p:nvSpPr>
          <p:cNvPr id="3" name="Rectangle 4">
            <a:extLst>
              <a:ext uri="{FF2B5EF4-FFF2-40B4-BE49-F238E27FC236}">
                <a16:creationId xmlns:a16="http://schemas.microsoft.com/office/drawing/2014/main" id="{34CE5E7F-20DB-18BE-9200-6366DEE88F67}"/>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42</a:t>
            </a:r>
            <a:endParaRPr lang="en-PK" sz="4400" dirty="0">
              <a:latin typeface="Centary school"/>
            </a:endParaRPr>
          </a:p>
        </p:txBody>
      </p:sp>
    </p:spTree>
    <p:extLst>
      <p:ext uri="{BB962C8B-B14F-4D97-AF65-F5344CB8AC3E}">
        <p14:creationId xmlns:p14="http://schemas.microsoft.com/office/powerpoint/2010/main" val="38613115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6AFB3-0FF6-3DBE-B672-6BD5F50DD6B2}"/>
            </a:ext>
          </a:extLst>
        </p:cNvPr>
        <p:cNvGrpSpPr/>
        <p:nvPr/>
      </p:nvGrpSpPr>
      <p:grpSpPr>
        <a:xfrm>
          <a:off x="0" y="0"/>
          <a:ext cx="0" cy="0"/>
          <a:chOff x="0" y="0"/>
          <a:chExt cx="0" cy="0"/>
        </a:xfrm>
      </p:grpSpPr>
      <p:sp>
        <p:nvSpPr>
          <p:cNvPr id="1048646" name="Rectangle 5">
            <a:extLst>
              <a:ext uri="{FF2B5EF4-FFF2-40B4-BE49-F238E27FC236}">
                <a16:creationId xmlns:a16="http://schemas.microsoft.com/office/drawing/2014/main" id="{F3B3E4FE-63E9-8B89-8A61-36245947EA83}"/>
              </a:ext>
            </a:extLst>
          </p:cNvPr>
          <p:cNvSpPr/>
          <p:nvPr/>
        </p:nvSpPr>
        <p:spPr>
          <a:xfrm>
            <a:off x="0" y="0"/>
            <a:ext cx="12192000" cy="831273"/>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PK" sz="3600" b="1" dirty="0">
                <a:latin typeface="Centary school"/>
              </a:rPr>
              <a:t>Course Case Studies: From Theory to Real Systems</a:t>
            </a:r>
            <a:endParaRPr kumimoji="0" lang="en-PK" sz="3600" b="1" i="0" u="none" strike="noStrike" kern="1200" cap="none" spc="0" normalizeH="0" baseline="0" noProof="0" dirty="0">
              <a:ln>
                <a:noFill/>
              </a:ln>
              <a:solidFill>
                <a:prstClr val="white"/>
              </a:solidFill>
              <a:effectLst/>
              <a:uLnTx/>
              <a:uFillTx/>
              <a:latin typeface="Centary school"/>
            </a:endParaRPr>
          </a:p>
        </p:txBody>
      </p:sp>
      <p:sp>
        <p:nvSpPr>
          <p:cNvPr id="3" name="Rectangle 4">
            <a:extLst>
              <a:ext uri="{FF2B5EF4-FFF2-40B4-BE49-F238E27FC236}">
                <a16:creationId xmlns:a16="http://schemas.microsoft.com/office/drawing/2014/main" id="{EC64A6C7-0D15-2C87-ADD4-44A8EC28847D}"/>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43</a:t>
            </a:r>
            <a:endParaRPr lang="en-PK" sz="4400" dirty="0">
              <a:latin typeface="Centary school"/>
            </a:endParaRPr>
          </a:p>
        </p:txBody>
      </p:sp>
      <p:sp>
        <p:nvSpPr>
          <p:cNvPr id="4" name="TextBox 3">
            <a:extLst>
              <a:ext uri="{FF2B5EF4-FFF2-40B4-BE49-F238E27FC236}">
                <a16:creationId xmlns:a16="http://schemas.microsoft.com/office/drawing/2014/main" id="{5CBB9C68-6858-933E-74A9-DAC40D81BD06}"/>
              </a:ext>
            </a:extLst>
          </p:cNvPr>
          <p:cNvSpPr txBox="1"/>
          <p:nvPr/>
        </p:nvSpPr>
        <p:spPr>
          <a:xfrm>
            <a:off x="1732535" y="856439"/>
            <a:ext cx="7133684" cy="430887"/>
          </a:xfrm>
          <a:prstGeom prst="rect">
            <a:avLst/>
          </a:prstGeom>
          <a:noFill/>
        </p:spPr>
        <p:txBody>
          <a:bodyPr wrap="none" rtlCol="0">
            <a:spAutoFit/>
          </a:bodyPr>
          <a:lstStyle/>
          <a:p>
            <a:r>
              <a:rPr lang="en-US" sz="2200" b="1" dirty="0"/>
              <a:t>IARD: I</a:t>
            </a:r>
            <a:r>
              <a:rPr lang="en-US" sz="2200" dirty="0"/>
              <a:t>ntruder</a:t>
            </a:r>
            <a:r>
              <a:rPr lang="en-US" sz="2200" b="1" dirty="0"/>
              <a:t> A</a:t>
            </a:r>
            <a:r>
              <a:rPr lang="en-US" sz="2200" dirty="0"/>
              <a:t>ctivity</a:t>
            </a:r>
            <a:r>
              <a:rPr lang="en-US" sz="2200" b="1" dirty="0"/>
              <a:t> R</a:t>
            </a:r>
            <a:r>
              <a:rPr lang="en-US" sz="2200" dirty="0"/>
              <a:t>ecognition</a:t>
            </a:r>
            <a:r>
              <a:rPr lang="en-US" sz="2200" b="1" dirty="0"/>
              <a:t> D</a:t>
            </a:r>
            <a:r>
              <a:rPr lang="en-US" sz="2200" dirty="0"/>
              <a:t>ataset</a:t>
            </a:r>
            <a:r>
              <a:rPr lang="en-US" sz="2200" b="1" dirty="0"/>
              <a:t> </a:t>
            </a:r>
            <a:r>
              <a:rPr lang="en-US" sz="2200" dirty="0"/>
              <a:t>for Threat Detection</a:t>
            </a:r>
          </a:p>
        </p:txBody>
      </p:sp>
      <p:sp>
        <p:nvSpPr>
          <p:cNvPr id="6" name="TextBox 5">
            <a:extLst>
              <a:ext uri="{FF2B5EF4-FFF2-40B4-BE49-F238E27FC236}">
                <a16:creationId xmlns:a16="http://schemas.microsoft.com/office/drawing/2014/main" id="{9738363A-EE55-626B-8F76-60115079D93D}"/>
              </a:ext>
            </a:extLst>
          </p:cNvPr>
          <p:cNvSpPr txBox="1"/>
          <p:nvPr/>
        </p:nvSpPr>
        <p:spPr>
          <a:xfrm>
            <a:off x="7804088" y="2297960"/>
            <a:ext cx="4028833" cy="1200329"/>
          </a:xfrm>
          <a:prstGeom prst="rect">
            <a:avLst/>
          </a:prstGeom>
          <a:noFill/>
        </p:spPr>
        <p:txBody>
          <a:bodyPr wrap="square" rtlCol="0">
            <a:spAutoFit/>
          </a:bodyPr>
          <a:lstStyle/>
          <a:p>
            <a:r>
              <a:rPr lang="en-US" dirty="0"/>
              <a:t>The 34</a:t>
            </a:r>
            <a:r>
              <a:rPr lang="en-US" baseline="30000" dirty="0"/>
              <a:t>th</a:t>
            </a:r>
            <a:r>
              <a:rPr lang="en-US" dirty="0"/>
              <a:t> ACM Conference on Information and Knowledge Management (CIKM), COEX, Seoul, 2025, BK IF=3.</a:t>
            </a:r>
          </a:p>
        </p:txBody>
      </p:sp>
      <p:pic>
        <p:nvPicPr>
          <p:cNvPr id="8" name="Picture 7">
            <a:extLst>
              <a:ext uri="{FF2B5EF4-FFF2-40B4-BE49-F238E27FC236}">
                <a16:creationId xmlns:a16="http://schemas.microsoft.com/office/drawing/2014/main" id="{0ECED6EA-A14B-7053-E83D-727A3342ACA5}"/>
              </a:ext>
            </a:extLst>
          </p:cNvPr>
          <p:cNvPicPr>
            <a:picLocks noChangeAspect="1"/>
          </p:cNvPicPr>
          <p:nvPr/>
        </p:nvPicPr>
        <p:blipFill>
          <a:blip r:embed="rId2"/>
          <a:stretch>
            <a:fillRect/>
          </a:stretch>
        </p:blipFill>
        <p:spPr>
          <a:xfrm>
            <a:off x="123673" y="1480657"/>
            <a:ext cx="6874655" cy="4984716"/>
          </a:xfrm>
          <a:prstGeom prst="rect">
            <a:avLst/>
          </a:prstGeom>
        </p:spPr>
      </p:pic>
      <p:pic>
        <p:nvPicPr>
          <p:cNvPr id="10" name="Picture 9">
            <a:extLst>
              <a:ext uri="{FF2B5EF4-FFF2-40B4-BE49-F238E27FC236}">
                <a16:creationId xmlns:a16="http://schemas.microsoft.com/office/drawing/2014/main" id="{B5C2A993-212E-61CF-1411-C5467C789A32}"/>
              </a:ext>
            </a:extLst>
          </p:cNvPr>
          <p:cNvPicPr>
            <a:picLocks noChangeAspect="1"/>
          </p:cNvPicPr>
          <p:nvPr/>
        </p:nvPicPr>
        <p:blipFill>
          <a:blip r:embed="rId3"/>
          <a:stretch>
            <a:fillRect/>
          </a:stretch>
        </p:blipFill>
        <p:spPr>
          <a:xfrm>
            <a:off x="7206558" y="4927611"/>
            <a:ext cx="4861769" cy="1517300"/>
          </a:xfrm>
          <a:prstGeom prst="rect">
            <a:avLst/>
          </a:prstGeom>
        </p:spPr>
      </p:pic>
    </p:spTree>
    <p:extLst>
      <p:ext uri="{BB962C8B-B14F-4D97-AF65-F5344CB8AC3E}">
        <p14:creationId xmlns:p14="http://schemas.microsoft.com/office/powerpoint/2010/main" val="14691220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00224-E982-4666-0A27-0727013FA4D3}"/>
            </a:ext>
          </a:extLst>
        </p:cNvPr>
        <p:cNvGrpSpPr/>
        <p:nvPr/>
      </p:nvGrpSpPr>
      <p:grpSpPr>
        <a:xfrm>
          <a:off x="0" y="0"/>
          <a:ext cx="0" cy="0"/>
          <a:chOff x="0" y="0"/>
          <a:chExt cx="0" cy="0"/>
        </a:xfrm>
      </p:grpSpPr>
      <p:sp>
        <p:nvSpPr>
          <p:cNvPr id="1048646" name="Rectangle 5">
            <a:extLst>
              <a:ext uri="{FF2B5EF4-FFF2-40B4-BE49-F238E27FC236}">
                <a16:creationId xmlns:a16="http://schemas.microsoft.com/office/drawing/2014/main" id="{04416650-5395-46E4-0EBA-E84279BA8F9B}"/>
              </a:ext>
            </a:extLst>
          </p:cNvPr>
          <p:cNvSpPr/>
          <p:nvPr/>
        </p:nvSpPr>
        <p:spPr>
          <a:xfrm>
            <a:off x="0" y="0"/>
            <a:ext cx="12192000" cy="831273"/>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PK" sz="3600" b="1" dirty="0">
                <a:latin typeface="Centary school"/>
              </a:rPr>
              <a:t>Course Case Studies: From Theory to Real Systems</a:t>
            </a:r>
            <a:endParaRPr kumimoji="0" lang="en-PK" sz="3600" b="1" i="0" u="none" strike="noStrike" kern="1200" cap="none" spc="0" normalizeH="0" baseline="0" noProof="0" dirty="0">
              <a:ln>
                <a:noFill/>
              </a:ln>
              <a:solidFill>
                <a:prstClr val="white"/>
              </a:solidFill>
              <a:effectLst/>
              <a:uLnTx/>
              <a:uFillTx/>
              <a:latin typeface="Centary school"/>
            </a:endParaRPr>
          </a:p>
        </p:txBody>
      </p:sp>
      <p:sp>
        <p:nvSpPr>
          <p:cNvPr id="3" name="Rectangle 4">
            <a:extLst>
              <a:ext uri="{FF2B5EF4-FFF2-40B4-BE49-F238E27FC236}">
                <a16:creationId xmlns:a16="http://schemas.microsoft.com/office/drawing/2014/main" id="{CFC4565F-31C7-61C4-EB1A-A4AB6F1E31CE}"/>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44</a:t>
            </a:r>
            <a:endParaRPr lang="en-PK" sz="4400" dirty="0">
              <a:latin typeface="Centary school"/>
            </a:endParaRPr>
          </a:p>
        </p:txBody>
      </p:sp>
      <p:sp>
        <p:nvSpPr>
          <p:cNvPr id="5" name="TextBox 4">
            <a:extLst>
              <a:ext uri="{FF2B5EF4-FFF2-40B4-BE49-F238E27FC236}">
                <a16:creationId xmlns:a16="http://schemas.microsoft.com/office/drawing/2014/main" id="{3EB321F0-B9DC-BB22-B7E1-DDF8C582B7F4}"/>
              </a:ext>
            </a:extLst>
          </p:cNvPr>
          <p:cNvSpPr txBox="1"/>
          <p:nvPr/>
        </p:nvSpPr>
        <p:spPr>
          <a:xfrm>
            <a:off x="7756514" y="2244482"/>
            <a:ext cx="4013206" cy="584775"/>
          </a:xfrm>
          <a:prstGeom prst="rect">
            <a:avLst/>
          </a:prstGeom>
          <a:noFill/>
        </p:spPr>
        <p:txBody>
          <a:bodyPr wrap="square" rtlCol="0">
            <a:spAutoFit/>
          </a:bodyPr>
          <a:lstStyle/>
          <a:p>
            <a:r>
              <a:rPr lang="en-US" sz="1600" dirty="0"/>
              <a:t>The 15</a:t>
            </a:r>
            <a:r>
              <a:rPr lang="en-US" sz="1600" baseline="30000" dirty="0"/>
              <a:t>th</a:t>
            </a:r>
            <a:r>
              <a:rPr lang="en-US" sz="1600" dirty="0"/>
              <a:t> ACM International Conference on Multimedia Retrieval (ICMR), USA. BK IF=1.</a:t>
            </a:r>
          </a:p>
        </p:txBody>
      </p:sp>
      <p:pic>
        <p:nvPicPr>
          <p:cNvPr id="9" name="Picture 8">
            <a:extLst>
              <a:ext uri="{FF2B5EF4-FFF2-40B4-BE49-F238E27FC236}">
                <a16:creationId xmlns:a16="http://schemas.microsoft.com/office/drawing/2014/main" id="{298AE43E-336D-03B5-775B-9914DCDF77AC}"/>
              </a:ext>
            </a:extLst>
          </p:cNvPr>
          <p:cNvPicPr>
            <a:picLocks noChangeAspect="1"/>
          </p:cNvPicPr>
          <p:nvPr/>
        </p:nvPicPr>
        <p:blipFill>
          <a:blip r:embed="rId2"/>
          <a:stretch>
            <a:fillRect/>
          </a:stretch>
        </p:blipFill>
        <p:spPr>
          <a:xfrm>
            <a:off x="1683945" y="3198589"/>
            <a:ext cx="7962344" cy="3217615"/>
          </a:xfrm>
          <a:prstGeom prst="rect">
            <a:avLst/>
          </a:prstGeom>
        </p:spPr>
      </p:pic>
      <p:pic>
        <p:nvPicPr>
          <p:cNvPr id="12" name="Picture 11">
            <a:extLst>
              <a:ext uri="{FF2B5EF4-FFF2-40B4-BE49-F238E27FC236}">
                <a16:creationId xmlns:a16="http://schemas.microsoft.com/office/drawing/2014/main" id="{64F2D216-38AD-1691-F78B-55B8F130D23E}"/>
              </a:ext>
            </a:extLst>
          </p:cNvPr>
          <p:cNvPicPr>
            <a:picLocks noChangeAspect="1"/>
          </p:cNvPicPr>
          <p:nvPr/>
        </p:nvPicPr>
        <p:blipFill>
          <a:blip r:embed="rId3"/>
          <a:stretch>
            <a:fillRect/>
          </a:stretch>
        </p:blipFill>
        <p:spPr>
          <a:xfrm>
            <a:off x="2841280" y="1094416"/>
            <a:ext cx="4475642" cy="2210363"/>
          </a:xfrm>
          <a:prstGeom prst="rect">
            <a:avLst/>
          </a:prstGeom>
        </p:spPr>
      </p:pic>
      <p:sp>
        <p:nvSpPr>
          <p:cNvPr id="14" name="TextBox 13">
            <a:extLst>
              <a:ext uri="{FF2B5EF4-FFF2-40B4-BE49-F238E27FC236}">
                <a16:creationId xmlns:a16="http://schemas.microsoft.com/office/drawing/2014/main" id="{6571F65F-BE5C-BE52-122D-E8D6C0C43391}"/>
              </a:ext>
            </a:extLst>
          </p:cNvPr>
          <p:cNvSpPr txBox="1"/>
          <p:nvPr/>
        </p:nvSpPr>
        <p:spPr>
          <a:xfrm>
            <a:off x="-34749" y="831273"/>
            <a:ext cx="10735945" cy="369332"/>
          </a:xfrm>
          <a:prstGeom prst="rect">
            <a:avLst/>
          </a:prstGeom>
          <a:noFill/>
        </p:spPr>
        <p:txBody>
          <a:bodyPr wrap="square" rtlCol="0">
            <a:spAutoFit/>
          </a:bodyPr>
          <a:lstStyle/>
          <a:p>
            <a:r>
              <a:rPr lang="en-US" b="1" dirty="0">
                <a:hlinkClick r:id="rId4"/>
              </a:rPr>
              <a:t>ROAD-6: A Diverse Dataset for Unexpected Hazard Recognition in Autonomous Vehicles</a:t>
            </a:r>
            <a:endParaRPr lang="en-US" dirty="0"/>
          </a:p>
        </p:txBody>
      </p:sp>
    </p:spTree>
    <p:extLst>
      <p:ext uri="{BB962C8B-B14F-4D97-AF65-F5344CB8AC3E}">
        <p14:creationId xmlns:p14="http://schemas.microsoft.com/office/powerpoint/2010/main" val="22591607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7" name="Rectangle 4"/>
          <p:cNvSpPr/>
          <p:nvPr/>
        </p:nvSpPr>
        <p:spPr>
          <a:xfrm>
            <a:off x="0" y="0"/>
            <a:ext cx="12192000" cy="831273"/>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US" sz="4000" b="1" dirty="0">
                <a:latin typeface="Centary school"/>
              </a:rPr>
              <a:t>9 (x): </a:t>
            </a:r>
            <a:r>
              <a:rPr lang="en-PK" sz="4000" b="1" dirty="0">
                <a:latin typeface="Centary school"/>
              </a:rPr>
              <a:t>Course Learning Outcomes</a:t>
            </a:r>
            <a:endParaRPr kumimoji="0" lang="en-PK" sz="4000" b="1" i="0" u="none" strike="noStrike" kern="1200" cap="none" spc="0" normalizeH="0" baseline="0" noProof="0" dirty="0">
              <a:ln>
                <a:noFill/>
              </a:ln>
              <a:solidFill>
                <a:prstClr val="white"/>
              </a:solidFill>
              <a:effectLst/>
              <a:uLnTx/>
              <a:uFillTx/>
              <a:latin typeface="Centary school"/>
            </a:endParaRPr>
          </a:p>
        </p:txBody>
      </p:sp>
      <p:pic>
        <p:nvPicPr>
          <p:cNvPr id="2097178" name="Picture 10"/>
          <p:cNvPicPr>
            <a:picLocks noChangeAspect="1"/>
          </p:cNvPicPr>
          <p:nvPr/>
        </p:nvPicPr>
        <p:blipFill>
          <a:blip r:embed="rId2"/>
          <a:srcRect l="26738" t="3411" r="27741"/>
          <a:stretch>
            <a:fillRect/>
          </a:stretch>
        </p:blipFill>
        <p:spPr>
          <a:xfrm rot="16200000">
            <a:off x="4489122" y="-1137683"/>
            <a:ext cx="3213756" cy="10119471"/>
          </a:xfrm>
          <a:prstGeom prst="rect">
            <a:avLst/>
          </a:prstGeom>
        </p:spPr>
      </p:pic>
      <p:sp>
        <p:nvSpPr>
          <p:cNvPr id="1048648" name="TextBox 11"/>
          <p:cNvSpPr txBox="1"/>
          <p:nvPr/>
        </p:nvSpPr>
        <p:spPr>
          <a:xfrm>
            <a:off x="878957" y="945351"/>
            <a:ext cx="1945759" cy="1704340"/>
          </a:xfrm>
          <a:prstGeom prst="rect">
            <a:avLst/>
          </a:prstGeom>
          <a:noFill/>
        </p:spPr>
        <p:txBody>
          <a:bodyPr wrap="square" rtlCol="0">
            <a:spAutoFit/>
          </a:bodyPr>
          <a:lstStyle/>
          <a:p>
            <a:r>
              <a:rPr lang="en-PK" sz="3600" b="1" dirty="0">
                <a:solidFill>
                  <a:srgbClr val="00B0F0"/>
                </a:solidFill>
                <a:latin typeface="Centary school"/>
              </a:rPr>
              <a:t>1. </a:t>
            </a:r>
            <a:r>
              <a:rPr lang="en-PK" b="1" dirty="0">
                <a:latin typeface="Centary school"/>
              </a:rPr>
              <a:t>Explain</a:t>
            </a:r>
          </a:p>
          <a:p>
            <a:r>
              <a:rPr lang="en-PK" sz="1400" dirty="0">
                <a:latin typeface="Centary school"/>
              </a:rPr>
              <a:t>Explain the fundamental concepts behind multimodal AI.</a:t>
            </a:r>
          </a:p>
          <a:p>
            <a:endParaRPr lang="en-PK" dirty="0">
              <a:latin typeface="Centary school"/>
            </a:endParaRPr>
          </a:p>
        </p:txBody>
      </p:sp>
      <p:sp>
        <p:nvSpPr>
          <p:cNvPr id="1048649" name="TextBox 13"/>
          <p:cNvSpPr txBox="1"/>
          <p:nvPr/>
        </p:nvSpPr>
        <p:spPr>
          <a:xfrm>
            <a:off x="2427766" y="5288340"/>
            <a:ext cx="1945759" cy="1691640"/>
          </a:xfrm>
          <a:prstGeom prst="rect">
            <a:avLst/>
          </a:prstGeom>
          <a:noFill/>
        </p:spPr>
        <p:txBody>
          <a:bodyPr wrap="square" rtlCol="0">
            <a:spAutoFit/>
          </a:bodyPr>
          <a:lstStyle/>
          <a:p>
            <a:r>
              <a:rPr lang="en-GB" sz="3600" b="1" dirty="0">
                <a:solidFill>
                  <a:srgbClr val="00B0F0"/>
                </a:solidFill>
                <a:latin typeface="Centary school"/>
              </a:rPr>
              <a:t>2</a:t>
            </a:r>
            <a:r>
              <a:rPr lang="en-PK" sz="3600" b="1" dirty="0">
                <a:solidFill>
                  <a:srgbClr val="00B0F0"/>
                </a:solidFill>
                <a:latin typeface="Centary school"/>
              </a:rPr>
              <a:t>. </a:t>
            </a:r>
            <a:r>
              <a:rPr lang="en-PK" b="1" dirty="0">
                <a:latin typeface="Centary school"/>
              </a:rPr>
              <a:t>Represent</a:t>
            </a:r>
          </a:p>
          <a:p>
            <a:r>
              <a:rPr lang="en-PK" sz="1200" dirty="0">
                <a:latin typeface="Centary school"/>
              </a:rPr>
              <a:t>Understand how different modalities are represented computationally</a:t>
            </a:r>
            <a:r>
              <a:rPr lang="en-PK" dirty="0">
                <a:latin typeface="Centary school"/>
              </a:rPr>
              <a:t>.</a:t>
            </a:r>
          </a:p>
          <a:p>
            <a:endParaRPr lang="en-PK" dirty="0">
              <a:latin typeface="Centary school"/>
            </a:endParaRPr>
          </a:p>
        </p:txBody>
      </p:sp>
      <p:sp>
        <p:nvSpPr>
          <p:cNvPr id="1048650" name="TextBox 15"/>
          <p:cNvSpPr txBox="1"/>
          <p:nvPr/>
        </p:nvSpPr>
        <p:spPr>
          <a:xfrm>
            <a:off x="3400645" y="1102657"/>
            <a:ext cx="2125150" cy="1704341"/>
          </a:xfrm>
          <a:prstGeom prst="rect">
            <a:avLst/>
          </a:prstGeom>
          <a:noFill/>
        </p:spPr>
        <p:txBody>
          <a:bodyPr wrap="square" rtlCol="0">
            <a:spAutoFit/>
          </a:bodyPr>
          <a:lstStyle/>
          <a:p>
            <a:r>
              <a:rPr lang="en-GB" sz="3600" b="1" dirty="0">
                <a:solidFill>
                  <a:srgbClr val="00B0F0"/>
                </a:solidFill>
                <a:latin typeface="Centary school"/>
              </a:rPr>
              <a:t>3</a:t>
            </a:r>
            <a:r>
              <a:rPr lang="en-PK" sz="3600" b="1" dirty="0">
                <a:solidFill>
                  <a:srgbClr val="00B0F0"/>
                </a:solidFill>
                <a:latin typeface="Centary school"/>
              </a:rPr>
              <a:t>. </a:t>
            </a:r>
            <a:r>
              <a:rPr lang="en-PK" b="1" dirty="0">
                <a:latin typeface="Centary school"/>
              </a:rPr>
              <a:t>Align</a:t>
            </a:r>
          </a:p>
          <a:p>
            <a:r>
              <a:rPr lang="en-PK" sz="1400" dirty="0">
                <a:latin typeface="Centary school"/>
              </a:rPr>
              <a:t>Explain how information from different modalities can be associated and aligned.</a:t>
            </a:r>
          </a:p>
          <a:p>
            <a:endParaRPr lang="en-PK" dirty="0">
              <a:latin typeface="Centary school"/>
            </a:endParaRPr>
          </a:p>
        </p:txBody>
      </p:sp>
      <p:sp>
        <p:nvSpPr>
          <p:cNvPr id="1048651" name="TextBox 17"/>
          <p:cNvSpPr txBox="1"/>
          <p:nvPr/>
        </p:nvSpPr>
        <p:spPr>
          <a:xfrm>
            <a:off x="6895213" y="5288340"/>
            <a:ext cx="2521688" cy="1526540"/>
          </a:xfrm>
          <a:prstGeom prst="rect">
            <a:avLst/>
          </a:prstGeom>
          <a:noFill/>
        </p:spPr>
        <p:txBody>
          <a:bodyPr wrap="square" rtlCol="0">
            <a:spAutoFit/>
          </a:bodyPr>
          <a:lstStyle/>
          <a:p>
            <a:r>
              <a:rPr lang="en-GB" sz="3600" b="1" dirty="0">
                <a:solidFill>
                  <a:srgbClr val="00B0F0"/>
                </a:solidFill>
                <a:latin typeface="Centary school"/>
              </a:rPr>
              <a:t>6</a:t>
            </a:r>
            <a:r>
              <a:rPr lang="en-PK" sz="3600" b="1" dirty="0">
                <a:solidFill>
                  <a:srgbClr val="00B0F0"/>
                </a:solidFill>
                <a:latin typeface="Centary school"/>
              </a:rPr>
              <a:t>. </a:t>
            </a:r>
            <a:r>
              <a:rPr lang="en-PK" sz="1600" b="1" dirty="0">
                <a:latin typeface="Centary school"/>
              </a:rPr>
              <a:t>Interpret applications</a:t>
            </a:r>
          </a:p>
          <a:p>
            <a:r>
              <a:rPr lang="en-PK" sz="1100" dirty="0" err="1">
                <a:latin typeface="Centary school"/>
              </a:rPr>
              <a:t>Analyze</a:t>
            </a:r>
            <a:r>
              <a:rPr lang="en-PK" sz="1100" dirty="0">
                <a:latin typeface="Centary school"/>
              </a:rPr>
              <a:t> how multimodal AI is used in vision, audio, video, sensors, robotics, healthcare, autonomous systems, and safety applications.</a:t>
            </a:r>
          </a:p>
        </p:txBody>
      </p:sp>
      <p:sp>
        <p:nvSpPr>
          <p:cNvPr id="1048652" name="TextBox 19"/>
          <p:cNvSpPr txBox="1"/>
          <p:nvPr/>
        </p:nvSpPr>
        <p:spPr>
          <a:xfrm>
            <a:off x="5438899" y="807754"/>
            <a:ext cx="3051957" cy="1424940"/>
          </a:xfrm>
          <a:prstGeom prst="rect">
            <a:avLst/>
          </a:prstGeom>
          <a:noFill/>
        </p:spPr>
        <p:txBody>
          <a:bodyPr wrap="square" rtlCol="0">
            <a:spAutoFit/>
          </a:bodyPr>
          <a:lstStyle/>
          <a:p>
            <a:r>
              <a:rPr lang="en-GB" sz="3600" b="1" dirty="0">
                <a:solidFill>
                  <a:srgbClr val="00B0F0"/>
                </a:solidFill>
                <a:latin typeface="Centary school"/>
              </a:rPr>
              <a:t>5</a:t>
            </a:r>
            <a:r>
              <a:rPr lang="en-PK" sz="3600" b="1" dirty="0">
                <a:solidFill>
                  <a:srgbClr val="00B0F0"/>
                </a:solidFill>
                <a:latin typeface="Centary school"/>
              </a:rPr>
              <a:t>. </a:t>
            </a:r>
            <a:r>
              <a:rPr lang="en-PK" sz="1700" b="1" dirty="0" err="1">
                <a:latin typeface="Centary school"/>
              </a:rPr>
              <a:t>Analyze</a:t>
            </a:r>
            <a:r>
              <a:rPr lang="en-PK" sz="1700" b="1" dirty="0">
                <a:latin typeface="Centary school"/>
              </a:rPr>
              <a:t> architectures</a:t>
            </a:r>
          </a:p>
          <a:p>
            <a:r>
              <a:rPr lang="en-PK" sz="1200" dirty="0">
                <a:latin typeface="Centary school"/>
              </a:rPr>
              <a:t>Understand the role of neural networks, embeddings, attention, and Transformers in multimodal systems.</a:t>
            </a:r>
          </a:p>
          <a:p>
            <a:endParaRPr lang="en-PK" dirty="0">
              <a:latin typeface="Centary school"/>
            </a:endParaRPr>
          </a:p>
        </p:txBody>
      </p:sp>
      <p:sp>
        <p:nvSpPr>
          <p:cNvPr id="1048653" name="TextBox 21"/>
          <p:cNvSpPr txBox="1"/>
          <p:nvPr/>
        </p:nvSpPr>
        <p:spPr>
          <a:xfrm>
            <a:off x="4949454" y="5288340"/>
            <a:ext cx="1945759" cy="1158240"/>
          </a:xfrm>
          <a:prstGeom prst="rect">
            <a:avLst/>
          </a:prstGeom>
          <a:noFill/>
        </p:spPr>
        <p:txBody>
          <a:bodyPr wrap="square" rtlCol="0">
            <a:spAutoFit/>
          </a:bodyPr>
          <a:lstStyle/>
          <a:p>
            <a:r>
              <a:rPr lang="en-GB" sz="3600" b="1" dirty="0">
                <a:solidFill>
                  <a:srgbClr val="00B0F0"/>
                </a:solidFill>
                <a:latin typeface="Centary school"/>
              </a:rPr>
              <a:t>4</a:t>
            </a:r>
            <a:r>
              <a:rPr lang="en-PK" sz="3600" b="1" dirty="0">
                <a:solidFill>
                  <a:srgbClr val="00B0F0"/>
                </a:solidFill>
                <a:latin typeface="Centary school"/>
              </a:rPr>
              <a:t>. </a:t>
            </a:r>
            <a:r>
              <a:rPr lang="en-PK" b="1" dirty="0">
                <a:latin typeface="Centary school"/>
              </a:rPr>
              <a:t>Fuse</a:t>
            </a:r>
          </a:p>
          <a:p>
            <a:r>
              <a:rPr lang="en-PK" sz="1200" dirty="0">
                <a:latin typeface="Centary school"/>
              </a:rPr>
              <a:t>Understand major strategies for combining multimodal information.</a:t>
            </a:r>
          </a:p>
        </p:txBody>
      </p:sp>
      <p:sp>
        <p:nvSpPr>
          <p:cNvPr id="1048654" name="TextBox 23"/>
          <p:cNvSpPr txBox="1"/>
          <p:nvPr/>
        </p:nvSpPr>
        <p:spPr>
          <a:xfrm>
            <a:off x="9416901" y="5177804"/>
            <a:ext cx="2775099" cy="1602740"/>
          </a:xfrm>
          <a:prstGeom prst="rect">
            <a:avLst/>
          </a:prstGeom>
          <a:noFill/>
        </p:spPr>
        <p:txBody>
          <a:bodyPr wrap="square" rtlCol="0">
            <a:spAutoFit/>
          </a:bodyPr>
          <a:lstStyle/>
          <a:p>
            <a:r>
              <a:rPr lang="en-GB" sz="3600" b="1" dirty="0">
                <a:solidFill>
                  <a:srgbClr val="00B0F0"/>
                </a:solidFill>
                <a:latin typeface="Centary school"/>
              </a:rPr>
              <a:t>8</a:t>
            </a:r>
            <a:r>
              <a:rPr lang="en-PK" sz="3600" b="1" dirty="0">
                <a:solidFill>
                  <a:srgbClr val="00B0F0"/>
                </a:solidFill>
                <a:latin typeface="Centary school"/>
              </a:rPr>
              <a:t>. </a:t>
            </a:r>
            <a:r>
              <a:rPr lang="en-PK" b="1" dirty="0">
                <a:latin typeface="Centary school"/>
              </a:rPr>
              <a:t>Identify limitations</a:t>
            </a:r>
          </a:p>
          <a:p>
            <a:r>
              <a:rPr lang="en-PK" sz="1200" dirty="0">
                <a:latin typeface="Centary school"/>
              </a:rPr>
              <a:t>Recognize challenges such as noise, missing modalities, alignment errors, computational cost, bias, and reliability.</a:t>
            </a:r>
            <a:endParaRPr lang="en-PK" sz="1050" dirty="0">
              <a:latin typeface="Centary school"/>
            </a:endParaRPr>
          </a:p>
          <a:p>
            <a:endParaRPr lang="en-PK" dirty="0">
              <a:latin typeface="Centary school"/>
            </a:endParaRPr>
          </a:p>
        </p:txBody>
      </p:sp>
      <p:sp>
        <p:nvSpPr>
          <p:cNvPr id="1048655" name="TextBox 25"/>
          <p:cNvSpPr txBox="1"/>
          <p:nvPr/>
        </p:nvSpPr>
        <p:spPr>
          <a:xfrm>
            <a:off x="8592858" y="1077058"/>
            <a:ext cx="2666340" cy="1200329"/>
          </a:xfrm>
          <a:prstGeom prst="rect">
            <a:avLst/>
          </a:prstGeom>
          <a:noFill/>
        </p:spPr>
        <p:txBody>
          <a:bodyPr wrap="square" rtlCol="0">
            <a:spAutoFit/>
          </a:bodyPr>
          <a:lstStyle/>
          <a:p>
            <a:r>
              <a:rPr lang="en-GB" sz="3600" b="1" dirty="0">
                <a:solidFill>
                  <a:srgbClr val="00B0F0"/>
                </a:solidFill>
                <a:latin typeface="Centary school"/>
              </a:rPr>
              <a:t>7</a:t>
            </a:r>
            <a:r>
              <a:rPr lang="en-PK" sz="3600" b="1" dirty="0">
                <a:solidFill>
                  <a:srgbClr val="00B0F0"/>
                </a:solidFill>
                <a:latin typeface="Centary school"/>
              </a:rPr>
              <a:t>. </a:t>
            </a:r>
            <a:r>
              <a:rPr lang="en-GB" b="1" dirty="0">
                <a:latin typeface="Centary school"/>
              </a:rPr>
              <a:t>Reading</a:t>
            </a:r>
            <a:r>
              <a:rPr lang="en-GB" sz="3600" b="1" dirty="0">
                <a:latin typeface="Centary school"/>
              </a:rPr>
              <a:t> </a:t>
            </a:r>
            <a:r>
              <a:rPr lang="en-US" b="1" dirty="0">
                <a:latin typeface="Centary school"/>
              </a:rPr>
              <a:t>Literature</a:t>
            </a:r>
            <a:endParaRPr lang="en-PK" b="1" dirty="0">
              <a:latin typeface="Centary school"/>
            </a:endParaRPr>
          </a:p>
          <a:p>
            <a:r>
              <a:rPr lang="en-PK" sz="1200" dirty="0">
                <a:latin typeface="Centary school"/>
              </a:rPr>
              <a:t>Understand and critically discuss multimodal AI research papers and case studies.</a:t>
            </a:r>
          </a:p>
        </p:txBody>
      </p:sp>
      <p:sp>
        <p:nvSpPr>
          <p:cNvPr id="1048656" name="Rectangle 29"/>
          <p:cNvSpPr/>
          <p:nvPr/>
        </p:nvSpPr>
        <p:spPr>
          <a:xfrm>
            <a:off x="39206" y="4214019"/>
            <a:ext cx="1836809" cy="2232561"/>
          </a:xfrm>
          <a:prstGeom prst="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en-PK" b="1" dirty="0">
                <a:latin typeface="Arial Black" panose="020B0A04020102020204" pitchFamily="34" charset="0"/>
              </a:rPr>
              <a:t>By the end of the course, students should be able to</a:t>
            </a:r>
            <a:r>
              <a:rPr lang="en-GB" b="1" dirty="0">
                <a:latin typeface="Arial Black" panose="020B0A04020102020204" pitchFamily="34" charset="0"/>
              </a:rPr>
              <a:t> understand these</a:t>
            </a:r>
            <a:endParaRPr lang="en-PK" b="1" dirty="0">
              <a:latin typeface="Arial Black" panose="020B0A04020102020204" pitchFamily="34" charset="0"/>
            </a:endParaRPr>
          </a:p>
        </p:txBody>
      </p:sp>
      <p:sp>
        <p:nvSpPr>
          <p:cNvPr id="3" name="Rectangle 4">
            <a:extLst>
              <a:ext uri="{FF2B5EF4-FFF2-40B4-BE49-F238E27FC236}">
                <a16:creationId xmlns:a16="http://schemas.microsoft.com/office/drawing/2014/main" id="{1F92F535-B24E-BFE9-D7DF-3E2F2EC18276}"/>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45</a:t>
            </a:r>
            <a:endParaRPr lang="en-PK" sz="4400" dirty="0">
              <a:latin typeface="Centary schoo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7" name="Rectangle 4"/>
          <p:cNvSpPr/>
          <p:nvPr/>
        </p:nvSpPr>
        <p:spPr>
          <a:xfrm>
            <a:off x="0" y="0"/>
            <a:ext cx="12192000" cy="831273"/>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GB" sz="4000" b="1" dirty="0">
                <a:latin typeface="Centary school"/>
              </a:rPr>
              <a:t>9 (xi): Course Roadmap</a:t>
            </a:r>
            <a:endParaRPr kumimoji="0" lang="en-PK" sz="4000" b="1" i="0" u="none" strike="noStrike" kern="1200" cap="none" spc="0" normalizeH="0" baseline="0" noProof="0" dirty="0">
              <a:ln>
                <a:noFill/>
              </a:ln>
              <a:solidFill>
                <a:prstClr val="white"/>
              </a:solidFill>
              <a:effectLst/>
              <a:uLnTx/>
              <a:uFillTx/>
              <a:latin typeface="Centary school"/>
            </a:endParaRPr>
          </a:p>
        </p:txBody>
      </p:sp>
      <p:graphicFrame>
        <p:nvGraphicFramePr>
          <p:cNvPr id="4194307" name="Diagram 7"/>
          <p:cNvGraphicFramePr>
            <a:graphicFrameLocks/>
          </p:cNvGraphicFramePr>
          <p:nvPr>
            <p:extLst>
              <p:ext uri="{D42A27DB-BD31-4B8C-83A1-F6EECF244321}">
                <p14:modId xmlns:p14="http://schemas.microsoft.com/office/powerpoint/2010/main" val="3034625076"/>
              </p:ext>
            </p:extLst>
          </p:nvPr>
        </p:nvGraphicFramePr>
        <p:xfrm>
          <a:off x="596604" y="2061246"/>
          <a:ext cx="5059917" cy="33951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2" name="Group 1">
            <a:extLst>
              <a:ext uri="{FF2B5EF4-FFF2-40B4-BE49-F238E27FC236}">
                <a16:creationId xmlns:a16="http://schemas.microsoft.com/office/drawing/2014/main" id="{53F021FF-B813-429B-BBD5-EAE3F034B381}"/>
              </a:ext>
            </a:extLst>
          </p:cNvPr>
          <p:cNvGrpSpPr/>
          <p:nvPr/>
        </p:nvGrpSpPr>
        <p:grpSpPr>
          <a:xfrm>
            <a:off x="6836736" y="2106330"/>
            <a:ext cx="4706079" cy="2161325"/>
            <a:chOff x="6836736" y="2737926"/>
            <a:chExt cx="4706079" cy="2161325"/>
          </a:xfrm>
        </p:grpSpPr>
        <p:sp>
          <p:nvSpPr>
            <p:cNvPr id="6" name="Freeform: Shape 5">
              <a:extLst>
                <a:ext uri="{FF2B5EF4-FFF2-40B4-BE49-F238E27FC236}">
                  <a16:creationId xmlns:a16="http://schemas.microsoft.com/office/drawing/2014/main" id="{96076D17-9597-492B-AD8F-6B6AD7B26DDB}"/>
                </a:ext>
              </a:extLst>
            </p:cNvPr>
            <p:cNvSpPr/>
            <p:nvPr/>
          </p:nvSpPr>
          <p:spPr>
            <a:xfrm>
              <a:off x="6836736" y="2737926"/>
              <a:ext cx="826954" cy="1181364"/>
            </a:xfrm>
            <a:custGeom>
              <a:avLst/>
              <a:gdLst>
                <a:gd name="connsiteX0" fmla="*/ 0 w 1181364"/>
                <a:gd name="connsiteY0" fmla="*/ 0 h 826954"/>
                <a:gd name="connsiteX1" fmla="*/ 767887 w 1181364"/>
                <a:gd name="connsiteY1" fmla="*/ 0 h 826954"/>
                <a:gd name="connsiteX2" fmla="*/ 1181364 w 1181364"/>
                <a:gd name="connsiteY2" fmla="*/ 413477 h 826954"/>
                <a:gd name="connsiteX3" fmla="*/ 767887 w 1181364"/>
                <a:gd name="connsiteY3" fmla="*/ 826954 h 826954"/>
                <a:gd name="connsiteX4" fmla="*/ 0 w 1181364"/>
                <a:gd name="connsiteY4" fmla="*/ 826954 h 826954"/>
                <a:gd name="connsiteX5" fmla="*/ 413477 w 1181364"/>
                <a:gd name="connsiteY5" fmla="*/ 413477 h 826954"/>
                <a:gd name="connsiteX6" fmla="*/ 0 w 1181364"/>
                <a:gd name="connsiteY6" fmla="*/ 0 h 826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1364" h="826954">
                  <a:moveTo>
                    <a:pt x="1181363" y="0"/>
                  </a:moveTo>
                  <a:lnTo>
                    <a:pt x="1181363" y="537520"/>
                  </a:lnTo>
                  <a:lnTo>
                    <a:pt x="590682" y="826954"/>
                  </a:lnTo>
                  <a:lnTo>
                    <a:pt x="1" y="537520"/>
                  </a:lnTo>
                  <a:lnTo>
                    <a:pt x="1" y="0"/>
                  </a:lnTo>
                  <a:lnTo>
                    <a:pt x="590682" y="289434"/>
                  </a:lnTo>
                  <a:lnTo>
                    <a:pt x="1181363" y="0"/>
                  </a:lnTo>
                  <a:close/>
                </a:path>
              </a:pathLst>
            </a:custGeom>
          </p:spPr>
          <p:style>
            <a:lnRef idx="1">
              <a:schemeClr val="accent2">
                <a:hueOff val="3221807"/>
                <a:satOff val="-9246"/>
                <a:lumOff val="-14805"/>
                <a:alphaOff val="0"/>
              </a:schemeClr>
            </a:lnRef>
            <a:fillRef idx="3">
              <a:schemeClr val="accent2">
                <a:hueOff val="3221807"/>
                <a:satOff val="-9246"/>
                <a:lumOff val="-14805"/>
                <a:alphaOff val="0"/>
              </a:schemeClr>
            </a:fillRef>
            <a:effectRef idx="3">
              <a:schemeClr val="accent2">
                <a:hueOff val="3221807"/>
                <a:satOff val="-9246"/>
                <a:lumOff val="-14805"/>
                <a:alphaOff val="0"/>
              </a:schemeClr>
            </a:effectRef>
            <a:fontRef idx="minor">
              <a:schemeClr val="lt1"/>
            </a:fontRef>
          </p:style>
          <p:txBody>
            <a:bodyPr spcFirstLastPara="0" vert="horz" wrap="square" lIns="12700" tIns="426177" rIns="12700" bIns="426177" numCol="1" spcCol="1270" anchor="ctr" anchorCtr="0">
              <a:noAutofit/>
            </a:bodyPr>
            <a:lstStyle/>
            <a:p>
              <a:pPr marL="0" lvl="0" indent="0" algn="ctr" defTabSz="889000">
                <a:lnSpc>
                  <a:spcPct val="90000"/>
                </a:lnSpc>
                <a:spcBef>
                  <a:spcPct val="0"/>
                </a:spcBef>
                <a:spcAft>
                  <a:spcPct val="35000"/>
                </a:spcAft>
                <a:buNone/>
              </a:pPr>
              <a:r>
                <a:rPr lang="en-GB" sz="2000" kern="1200" dirty="0">
                  <a:latin typeface="Centary school"/>
                </a:rPr>
                <a:t>Week 5</a:t>
              </a:r>
              <a:endParaRPr lang="en-PK" sz="2000" kern="1200" dirty="0">
                <a:latin typeface="Centary school"/>
              </a:endParaRPr>
            </a:p>
          </p:txBody>
        </p:sp>
        <p:sp>
          <p:nvSpPr>
            <p:cNvPr id="7" name="Freeform: Shape 6">
              <a:extLst>
                <a:ext uri="{FF2B5EF4-FFF2-40B4-BE49-F238E27FC236}">
                  <a16:creationId xmlns:a16="http://schemas.microsoft.com/office/drawing/2014/main" id="{E526A879-163C-40DC-A5B4-6CE58A198FD6}"/>
                </a:ext>
              </a:extLst>
            </p:cNvPr>
            <p:cNvSpPr/>
            <p:nvPr/>
          </p:nvSpPr>
          <p:spPr>
            <a:xfrm>
              <a:off x="7663689" y="2737928"/>
              <a:ext cx="3879126" cy="767886"/>
            </a:xfrm>
            <a:custGeom>
              <a:avLst/>
              <a:gdLst>
                <a:gd name="connsiteX0" fmla="*/ 127984 w 767886"/>
                <a:gd name="connsiteY0" fmla="*/ 0 h 3879126"/>
                <a:gd name="connsiteX1" fmla="*/ 639902 w 767886"/>
                <a:gd name="connsiteY1" fmla="*/ 0 h 3879126"/>
                <a:gd name="connsiteX2" fmla="*/ 767886 w 767886"/>
                <a:gd name="connsiteY2" fmla="*/ 127984 h 3879126"/>
                <a:gd name="connsiteX3" fmla="*/ 767886 w 767886"/>
                <a:gd name="connsiteY3" fmla="*/ 3879126 h 3879126"/>
                <a:gd name="connsiteX4" fmla="*/ 767886 w 767886"/>
                <a:gd name="connsiteY4" fmla="*/ 3879126 h 3879126"/>
                <a:gd name="connsiteX5" fmla="*/ 0 w 767886"/>
                <a:gd name="connsiteY5" fmla="*/ 3879126 h 3879126"/>
                <a:gd name="connsiteX6" fmla="*/ 0 w 767886"/>
                <a:gd name="connsiteY6" fmla="*/ 3879126 h 3879126"/>
                <a:gd name="connsiteX7" fmla="*/ 0 w 767886"/>
                <a:gd name="connsiteY7" fmla="*/ 127984 h 3879126"/>
                <a:gd name="connsiteX8" fmla="*/ 127984 w 767886"/>
                <a:gd name="connsiteY8" fmla="*/ 0 h 3879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7886" h="3879126">
                  <a:moveTo>
                    <a:pt x="767886" y="646536"/>
                  </a:moveTo>
                  <a:lnTo>
                    <a:pt x="767886" y="3232590"/>
                  </a:lnTo>
                  <a:cubicBezTo>
                    <a:pt x="767886" y="3589664"/>
                    <a:pt x="756543" y="3879126"/>
                    <a:pt x="742551" y="3879126"/>
                  </a:cubicBezTo>
                  <a:lnTo>
                    <a:pt x="0" y="3879126"/>
                  </a:lnTo>
                  <a:lnTo>
                    <a:pt x="0" y="3879126"/>
                  </a:lnTo>
                  <a:lnTo>
                    <a:pt x="0" y="0"/>
                  </a:lnTo>
                  <a:lnTo>
                    <a:pt x="0" y="0"/>
                  </a:lnTo>
                  <a:lnTo>
                    <a:pt x="742551" y="0"/>
                  </a:lnTo>
                  <a:cubicBezTo>
                    <a:pt x="756543" y="0"/>
                    <a:pt x="767886" y="289462"/>
                    <a:pt x="767886" y="646536"/>
                  </a:cubicBezTo>
                  <a:close/>
                </a:path>
              </a:pathLst>
            </a:custGeom>
          </p:spPr>
          <p:style>
            <a:lnRef idx="1">
              <a:schemeClr val="accent2">
                <a:hueOff val="3221807"/>
                <a:satOff val="-9246"/>
                <a:lumOff val="-14805"/>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63577" tIns="52089" rIns="52089" bIns="52091" numCol="1" spcCol="1270" anchor="ctr" anchorCtr="0">
              <a:noAutofit/>
            </a:bodyPr>
            <a:lstStyle/>
            <a:p>
              <a:pPr marL="228600" lvl="1" indent="-228600" algn="l" defTabSz="1022350">
                <a:lnSpc>
                  <a:spcPct val="90000"/>
                </a:lnSpc>
                <a:spcBef>
                  <a:spcPct val="0"/>
                </a:spcBef>
                <a:spcAft>
                  <a:spcPct val="15000"/>
                </a:spcAft>
                <a:buNone/>
              </a:pPr>
              <a:r>
                <a:rPr lang="en-PK" sz="2300" kern="1200" dirty="0">
                  <a:latin typeface="Centary school"/>
                </a:rPr>
                <a:t>Low-Level Vision &amp; Image Enhancement</a:t>
              </a:r>
            </a:p>
          </p:txBody>
        </p:sp>
        <p:sp>
          <p:nvSpPr>
            <p:cNvPr id="8" name="Freeform: Shape 7">
              <a:extLst>
                <a:ext uri="{FF2B5EF4-FFF2-40B4-BE49-F238E27FC236}">
                  <a16:creationId xmlns:a16="http://schemas.microsoft.com/office/drawing/2014/main" id="{37ADDEC5-BFBE-4177-A211-40C449B0A60B}"/>
                </a:ext>
              </a:extLst>
            </p:cNvPr>
            <p:cNvSpPr/>
            <p:nvPr/>
          </p:nvSpPr>
          <p:spPr>
            <a:xfrm>
              <a:off x="6836736" y="3717887"/>
              <a:ext cx="826954" cy="1181364"/>
            </a:xfrm>
            <a:custGeom>
              <a:avLst/>
              <a:gdLst>
                <a:gd name="connsiteX0" fmla="*/ 0 w 1181364"/>
                <a:gd name="connsiteY0" fmla="*/ 0 h 826954"/>
                <a:gd name="connsiteX1" fmla="*/ 767887 w 1181364"/>
                <a:gd name="connsiteY1" fmla="*/ 0 h 826954"/>
                <a:gd name="connsiteX2" fmla="*/ 1181364 w 1181364"/>
                <a:gd name="connsiteY2" fmla="*/ 413477 h 826954"/>
                <a:gd name="connsiteX3" fmla="*/ 767887 w 1181364"/>
                <a:gd name="connsiteY3" fmla="*/ 826954 h 826954"/>
                <a:gd name="connsiteX4" fmla="*/ 0 w 1181364"/>
                <a:gd name="connsiteY4" fmla="*/ 826954 h 826954"/>
                <a:gd name="connsiteX5" fmla="*/ 413477 w 1181364"/>
                <a:gd name="connsiteY5" fmla="*/ 413477 h 826954"/>
                <a:gd name="connsiteX6" fmla="*/ 0 w 1181364"/>
                <a:gd name="connsiteY6" fmla="*/ 0 h 826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1364" h="826954">
                  <a:moveTo>
                    <a:pt x="1181363" y="0"/>
                  </a:moveTo>
                  <a:lnTo>
                    <a:pt x="1181363" y="537520"/>
                  </a:lnTo>
                  <a:lnTo>
                    <a:pt x="590682" y="826954"/>
                  </a:lnTo>
                  <a:lnTo>
                    <a:pt x="1" y="537520"/>
                  </a:lnTo>
                  <a:lnTo>
                    <a:pt x="1" y="0"/>
                  </a:lnTo>
                  <a:lnTo>
                    <a:pt x="590682" y="289434"/>
                  </a:lnTo>
                  <a:lnTo>
                    <a:pt x="1181363" y="0"/>
                  </a:lnTo>
                  <a:close/>
                </a:path>
              </a:pathLst>
            </a:custGeom>
          </p:spPr>
          <p:style>
            <a:lnRef idx="1">
              <a:schemeClr val="accent2">
                <a:hueOff val="6443614"/>
                <a:satOff val="-18493"/>
                <a:lumOff val="-29609"/>
                <a:alphaOff val="0"/>
              </a:schemeClr>
            </a:lnRef>
            <a:fillRef idx="3">
              <a:schemeClr val="accent2">
                <a:hueOff val="6443614"/>
                <a:satOff val="-18493"/>
                <a:lumOff val="-29609"/>
                <a:alphaOff val="0"/>
              </a:schemeClr>
            </a:fillRef>
            <a:effectRef idx="3">
              <a:schemeClr val="accent2">
                <a:hueOff val="6443614"/>
                <a:satOff val="-18493"/>
                <a:lumOff val="-29609"/>
                <a:alphaOff val="0"/>
              </a:schemeClr>
            </a:effectRef>
            <a:fontRef idx="minor">
              <a:schemeClr val="lt1"/>
            </a:fontRef>
          </p:style>
          <p:txBody>
            <a:bodyPr spcFirstLastPara="0" vert="horz" wrap="square" lIns="12700" tIns="426177" rIns="12700" bIns="426177" numCol="1" spcCol="1270" anchor="ctr" anchorCtr="0">
              <a:noAutofit/>
            </a:bodyPr>
            <a:lstStyle/>
            <a:p>
              <a:pPr marL="0" lvl="0" indent="0" algn="ctr" defTabSz="889000">
                <a:lnSpc>
                  <a:spcPct val="90000"/>
                </a:lnSpc>
                <a:spcBef>
                  <a:spcPct val="0"/>
                </a:spcBef>
                <a:spcAft>
                  <a:spcPct val="35000"/>
                </a:spcAft>
                <a:buNone/>
              </a:pPr>
              <a:r>
                <a:rPr lang="en-GB" sz="2000" kern="1200" dirty="0">
                  <a:latin typeface="Centary school"/>
                </a:rPr>
                <a:t>Week 6</a:t>
              </a:r>
              <a:endParaRPr lang="en-PK" sz="2000" kern="1200" dirty="0">
                <a:latin typeface="Centary school"/>
              </a:endParaRPr>
            </a:p>
          </p:txBody>
        </p:sp>
        <p:sp>
          <p:nvSpPr>
            <p:cNvPr id="9" name="Freeform: Shape 8">
              <a:extLst>
                <a:ext uri="{FF2B5EF4-FFF2-40B4-BE49-F238E27FC236}">
                  <a16:creationId xmlns:a16="http://schemas.microsoft.com/office/drawing/2014/main" id="{04EFBBD5-86E1-44B2-8BBE-58D8EF3719C1}"/>
                </a:ext>
              </a:extLst>
            </p:cNvPr>
            <p:cNvSpPr/>
            <p:nvPr/>
          </p:nvSpPr>
          <p:spPr>
            <a:xfrm>
              <a:off x="7663689" y="3717888"/>
              <a:ext cx="3879126" cy="767887"/>
            </a:xfrm>
            <a:custGeom>
              <a:avLst/>
              <a:gdLst>
                <a:gd name="connsiteX0" fmla="*/ 127984 w 767886"/>
                <a:gd name="connsiteY0" fmla="*/ 0 h 3879126"/>
                <a:gd name="connsiteX1" fmla="*/ 639902 w 767886"/>
                <a:gd name="connsiteY1" fmla="*/ 0 h 3879126"/>
                <a:gd name="connsiteX2" fmla="*/ 767886 w 767886"/>
                <a:gd name="connsiteY2" fmla="*/ 127984 h 3879126"/>
                <a:gd name="connsiteX3" fmla="*/ 767886 w 767886"/>
                <a:gd name="connsiteY3" fmla="*/ 3879126 h 3879126"/>
                <a:gd name="connsiteX4" fmla="*/ 767886 w 767886"/>
                <a:gd name="connsiteY4" fmla="*/ 3879126 h 3879126"/>
                <a:gd name="connsiteX5" fmla="*/ 0 w 767886"/>
                <a:gd name="connsiteY5" fmla="*/ 3879126 h 3879126"/>
                <a:gd name="connsiteX6" fmla="*/ 0 w 767886"/>
                <a:gd name="connsiteY6" fmla="*/ 3879126 h 3879126"/>
                <a:gd name="connsiteX7" fmla="*/ 0 w 767886"/>
                <a:gd name="connsiteY7" fmla="*/ 127984 h 3879126"/>
                <a:gd name="connsiteX8" fmla="*/ 127984 w 767886"/>
                <a:gd name="connsiteY8" fmla="*/ 0 h 3879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7886" h="3879126">
                  <a:moveTo>
                    <a:pt x="767886" y="646536"/>
                  </a:moveTo>
                  <a:lnTo>
                    <a:pt x="767886" y="3232590"/>
                  </a:lnTo>
                  <a:cubicBezTo>
                    <a:pt x="767886" y="3589664"/>
                    <a:pt x="756543" y="3879126"/>
                    <a:pt x="742551" y="3879126"/>
                  </a:cubicBezTo>
                  <a:lnTo>
                    <a:pt x="0" y="3879126"/>
                  </a:lnTo>
                  <a:lnTo>
                    <a:pt x="0" y="3879126"/>
                  </a:lnTo>
                  <a:lnTo>
                    <a:pt x="0" y="0"/>
                  </a:lnTo>
                  <a:lnTo>
                    <a:pt x="0" y="0"/>
                  </a:lnTo>
                  <a:lnTo>
                    <a:pt x="742551" y="0"/>
                  </a:lnTo>
                  <a:cubicBezTo>
                    <a:pt x="756543" y="0"/>
                    <a:pt x="767886" y="289462"/>
                    <a:pt x="767886" y="646536"/>
                  </a:cubicBezTo>
                  <a:close/>
                </a:path>
              </a:pathLst>
            </a:custGeom>
          </p:spPr>
          <p:style>
            <a:lnRef idx="1">
              <a:schemeClr val="accent2">
                <a:hueOff val="6443614"/>
                <a:satOff val="-18493"/>
                <a:lumOff val="-29609"/>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63577" tIns="52090" rIns="52089" bIns="52091" numCol="1" spcCol="1270" anchor="ctr" anchorCtr="0">
              <a:noAutofit/>
            </a:bodyPr>
            <a:lstStyle/>
            <a:p>
              <a:pPr marL="228600" lvl="1" indent="-228600" algn="l" defTabSz="1022350">
                <a:lnSpc>
                  <a:spcPct val="90000"/>
                </a:lnSpc>
                <a:spcBef>
                  <a:spcPct val="0"/>
                </a:spcBef>
                <a:spcAft>
                  <a:spcPct val="15000"/>
                </a:spcAft>
                <a:buNone/>
              </a:pPr>
              <a:r>
                <a:rPr lang="en-PK" sz="2300" kern="1200" dirty="0">
                  <a:latin typeface="Centary school"/>
                </a:rPr>
                <a:t>Intelligent Baby Monitoring</a:t>
              </a:r>
            </a:p>
          </p:txBody>
        </p:sp>
      </p:grpSp>
      <p:graphicFrame>
        <p:nvGraphicFramePr>
          <p:cNvPr id="4194309" name="Diagram 22"/>
          <p:cNvGraphicFramePr>
            <a:graphicFrameLocks/>
          </p:cNvGraphicFramePr>
          <p:nvPr>
            <p:extLst>
              <p:ext uri="{D42A27DB-BD31-4B8C-83A1-F6EECF244321}">
                <p14:modId xmlns:p14="http://schemas.microsoft.com/office/powerpoint/2010/main" val="3974117755"/>
              </p:ext>
            </p:extLst>
          </p:nvPr>
        </p:nvGraphicFramePr>
        <p:xfrm>
          <a:off x="6836735" y="4048403"/>
          <a:ext cx="4758662" cy="2027209"/>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048658" name="TextBox 23"/>
          <p:cNvSpPr txBox="1"/>
          <p:nvPr/>
        </p:nvSpPr>
        <p:spPr>
          <a:xfrm>
            <a:off x="754911" y="1040914"/>
            <a:ext cx="4494029" cy="523220"/>
          </a:xfrm>
          <a:prstGeom prst="rect">
            <a:avLst/>
          </a:prstGeom>
          <a:noFill/>
        </p:spPr>
        <p:txBody>
          <a:bodyPr wrap="square" rtlCol="0">
            <a:spAutoFit/>
          </a:bodyPr>
          <a:lstStyle/>
          <a:p>
            <a:r>
              <a:rPr lang="en-GB" sz="2800" b="1" dirty="0">
                <a:latin typeface="Centary school"/>
              </a:rPr>
              <a:t>Phase: 1  </a:t>
            </a:r>
            <a:r>
              <a:rPr lang="en-PK" sz="2800" b="1" dirty="0">
                <a:latin typeface="Centary school"/>
              </a:rPr>
              <a:t>Foundations</a:t>
            </a:r>
          </a:p>
        </p:txBody>
      </p:sp>
      <p:sp>
        <p:nvSpPr>
          <p:cNvPr id="1048659" name="TextBox 25"/>
          <p:cNvSpPr txBox="1"/>
          <p:nvPr/>
        </p:nvSpPr>
        <p:spPr>
          <a:xfrm>
            <a:off x="6702054" y="848188"/>
            <a:ext cx="5227675" cy="954107"/>
          </a:xfrm>
          <a:prstGeom prst="rect">
            <a:avLst/>
          </a:prstGeom>
          <a:noFill/>
        </p:spPr>
        <p:txBody>
          <a:bodyPr wrap="square" rtlCol="0">
            <a:spAutoFit/>
          </a:bodyPr>
          <a:lstStyle/>
          <a:p>
            <a:pPr algn="ctr"/>
            <a:r>
              <a:rPr lang="en-PK" sz="2800" b="1" dirty="0">
                <a:latin typeface="Centary school"/>
              </a:rPr>
              <a:t>Phase 2  Vision &amp; Real-World Perception</a:t>
            </a:r>
          </a:p>
        </p:txBody>
      </p:sp>
      <p:sp>
        <p:nvSpPr>
          <p:cNvPr id="3" name="Rectangle 4">
            <a:extLst>
              <a:ext uri="{FF2B5EF4-FFF2-40B4-BE49-F238E27FC236}">
                <a16:creationId xmlns:a16="http://schemas.microsoft.com/office/drawing/2014/main" id="{BAE086C7-6287-21A9-44F7-9B9F93C65A16}"/>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46</a:t>
            </a:r>
            <a:endParaRPr lang="en-PK" sz="4400" dirty="0">
              <a:latin typeface="Centary school"/>
            </a:endParaRPr>
          </a:p>
        </p:txBody>
      </p:sp>
      <p:sp>
        <p:nvSpPr>
          <p:cNvPr id="16" name="Freeform: Shape 15">
            <a:extLst>
              <a:ext uri="{FF2B5EF4-FFF2-40B4-BE49-F238E27FC236}">
                <a16:creationId xmlns:a16="http://schemas.microsoft.com/office/drawing/2014/main" id="{CEC728DC-D1FA-4E53-84E5-E61A968AAF45}"/>
              </a:ext>
            </a:extLst>
          </p:cNvPr>
          <p:cNvSpPr/>
          <p:nvPr/>
        </p:nvSpPr>
        <p:spPr>
          <a:xfrm>
            <a:off x="624474" y="5227028"/>
            <a:ext cx="826954" cy="1181365"/>
          </a:xfrm>
          <a:custGeom>
            <a:avLst/>
            <a:gdLst>
              <a:gd name="connsiteX0" fmla="*/ 0 w 1181364"/>
              <a:gd name="connsiteY0" fmla="*/ 0 h 826954"/>
              <a:gd name="connsiteX1" fmla="*/ 767887 w 1181364"/>
              <a:gd name="connsiteY1" fmla="*/ 0 h 826954"/>
              <a:gd name="connsiteX2" fmla="*/ 1181364 w 1181364"/>
              <a:gd name="connsiteY2" fmla="*/ 413477 h 826954"/>
              <a:gd name="connsiteX3" fmla="*/ 767887 w 1181364"/>
              <a:gd name="connsiteY3" fmla="*/ 826954 h 826954"/>
              <a:gd name="connsiteX4" fmla="*/ 0 w 1181364"/>
              <a:gd name="connsiteY4" fmla="*/ 826954 h 826954"/>
              <a:gd name="connsiteX5" fmla="*/ 413477 w 1181364"/>
              <a:gd name="connsiteY5" fmla="*/ 413477 h 826954"/>
              <a:gd name="connsiteX6" fmla="*/ 0 w 1181364"/>
              <a:gd name="connsiteY6" fmla="*/ 0 h 8269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1364" h="826954">
                <a:moveTo>
                  <a:pt x="1181363" y="0"/>
                </a:moveTo>
                <a:lnTo>
                  <a:pt x="1181363" y="537520"/>
                </a:lnTo>
                <a:lnTo>
                  <a:pt x="590682" y="826954"/>
                </a:lnTo>
                <a:lnTo>
                  <a:pt x="1" y="537520"/>
                </a:lnTo>
                <a:lnTo>
                  <a:pt x="1" y="0"/>
                </a:lnTo>
                <a:lnTo>
                  <a:pt x="590682" y="289434"/>
                </a:lnTo>
                <a:lnTo>
                  <a:pt x="1181363" y="0"/>
                </a:lnTo>
                <a:close/>
              </a:path>
            </a:pathLst>
          </a:custGeom>
        </p:spPr>
        <p:style>
          <a:lnRef idx="1">
            <a:schemeClr val="accent2">
              <a:hueOff val="0"/>
              <a:satOff val="0"/>
              <a:lumOff val="0"/>
              <a:alphaOff val="0"/>
            </a:schemeClr>
          </a:lnRef>
          <a:fillRef idx="3">
            <a:schemeClr val="accent2">
              <a:hueOff val="0"/>
              <a:satOff val="0"/>
              <a:lumOff val="0"/>
              <a:alphaOff val="0"/>
            </a:schemeClr>
          </a:fillRef>
          <a:effectRef idx="3">
            <a:schemeClr val="accent2">
              <a:hueOff val="0"/>
              <a:satOff val="0"/>
              <a:lumOff val="0"/>
              <a:alphaOff val="0"/>
            </a:schemeClr>
          </a:effectRef>
          <a:fontRef idx="minor">
            <a:schemeClr val="lt1"/>
          </a:fontRef>
        </p:style>
        <p:txBody>
          <a:bodyPr spcFirstLastPara="0" vert="horz" wrap="square" lIns="12700" tIns="426178" rIns="12700" bIns="426177" numCol="1" spcCol="1270" anchor="ctr" anchorCtr="0">
            <a:noAutofit/>
          </a:bodyPr>
          <a:lstStyle/>
          <a:p>
            <a:pPr marL="0" lvl="0" indent="0" algn="ctr" defTabSz="889000">
              <a:lnSpc>
                <a:spcPct val="90000"/>
              </a:lnSpc>
              <a:spcBef>
                <a:spcPct val="0"/>
              </a:spcBef>
              <a:spcAft>
                <a:spcPct val="35000"/>
              </a:spcAft>
              <a:buNone/>
            </a:pPr>
            <a:r>
              <a:rPr lang="en-GB" sz="2000" kern="1200" dirty="0">
                <a:latin typeface="Centary school"/>
              </a:rPr>
              <a:t>Week 4</a:t>
            </a:r>
            <a:endParaRPr lang="en-PK" sz="2000" kern="1200" dirty="0">
              <a:latin typeface="Centary school"/>
            </a:endParaRPr>
          </a:p>
        </p:txBody>
      </p:sp>
      <p:sp>
        <p:nvSpPr>
          <p:cNvPr id="17" name="Freeform: Shape 16">
            <a:extLst>
              <a:ext uri="{FF2B5EF4-FFF2-40B4-BE49-F238E27FC236}">
                <a16:creationId xmlns:a16="http://schemas.microsoft.com/office/drawing/2014/main" id="{660626CF-FFA4-47D4-8902-7AD01CD22327}"/>
              </a:ext>
            </a:extLst>
          </p:cNvPr>
          <p:cNvSpPr/>
          <p:nvPr/>
        </p:nvSpPr>
        <p:spPr>
          <a:xfrm>
            <a:off x="1451427" y="5227031"/>
            <a:ext cx="3879126" cy="767886"/>
          </a:xfrm>
          <a:custGeom>
            <a:avLst/>
            <a:gdLst>
              <a:gd name="connsiteX0" fmla="*/ 127984 w 767886"/>
              <a:gd name="connsiteY0" fmla="*/ 0 h 3879126"/>
              <a:gd name="connsiteX1" fmla="*/ 639902 w 767886"/>
              <a:gd name="connsiteY1" fmla="*/ 0 h 3879126"/>
              <a:gd name="connsiteX2" fmla="*/ 767886 w 767886"/>
              <a:gd name="connsiteY2" fmla="*/ 127984 h 3879126"/>
              <a:gd name="connsiteX3" fmla="*/ 767886 w 767886"/>
              <a:gd name="connsiteY3" fmla="*/ 3879126 h 3879126"/>
              <a:gd name="connsiteX4" fmla="*/ 767886 w 767886"/>
              <a:gd name="connsiteY4" fmla="*/ 3879126 h 3879126"/>
              <a:gd name="connsiteX5" fmla="*/ 0 w 767886"/>
              <a:gd name="connsiteY5" fmla="*/ 3879126 h 3879126"/>
              <a:gd name="connsiteX6" fmla="*/ 0 w 767886"/>
              <a:gd name="connsiteY6" fmla="*/ 3879126 h 3879126"/>
              <a:gd name="connsiteX7" fmla="*/ 0 w 767886"/>
              <a:gd name="connsiteY7" fmla="*/ 127984 h 3879126"/>
              <a:gd name="connsiteX8" fmla="*/ 127984 w 767886"/>
              <a:gd name="connsiteY8" fmla="*/ 0 h 3879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7886" h="3879126">
                <a:moveTo>
                  <a:pt x="767886" y="646536"/>
                </a:moveTo>
                <a:lnTo>
                  <a:pt x="767886" y="3232590"/>
                </a:lnTo>
                <a:cubicBezTo>
                  <a:pt x="767886" y="3589664"/>
                  <a:pt x="756543" y="3879126"/>
                  <a:pt x="742551" y="3879126"/>
                </a:cubicBezTo>
                <a:lnTo>
                  <a:pt x="0" y="3879126"/>
                </a:lnTo>
                <a:lnTo>
                  <a:pt x="0" y="3879126"/>
                </a:lnTo>
                <a:lnTo>
                  <a:pt x="0" y="0"/>
                </a:lnTo>
                <a:lnTo>
                  <a:pt x="0" y="0"/>
                </a:lnTo>
                <a:lnTo>
                  <a:pt x="742551" y="0"/>
                </a:lnTo>
                <a:cubicBezTo>
                  <a:pt x="756543" y="0"/>
                  <a:pt x="767886" y="289462"/>
                  <a:pt x="767886" y="646536"/>
                </a:cubicBezTo>
                <a:close/>
              </a:path>
            </a:pathLst>
          </a:custGeom>
        </p:spPr>
        <p:style>
          <a:lnRef idx="1">
            <a:schemeClr val="accent2">
              <a:hueOff val="0"/>
              <a:satOff val="0"/>
              <a:lumOff val="0"/>
              <a:alphaOff val="0"/>
            </a:schemeClr>
          </a:lnRef>
          <a:fillRef idx="1">
            <a:schemeClr val="lt1">
              <a:alpha val="90000"/>
              <a:hueOff val="0"/>
              <a:satOff val="0"/>
              <a:lumOff val="0"/>
              <a:alphaOff val="0"/>
            </a:schemeClr>
          </a:fillRef>
          <a:effectRef idx="2">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63577" tIns="52089" rIns="52089" bIns="52091" numCol="1" spcCol="1270" anchor="ctr" anchorCtr="0">
            <a:noAutofit/>
          </a:bodyPr>
          <a:lstStyle/>
          <a:p>
            <a:pPr marL="228600" lvl="1" indent="-228600" algn="l" defTabSz="1022350">
              <a:lnSpc>
                <a:spcPct val="90000"/>
              </a:lnSpc>
              <a:spcBef>
                <a:spcPct val="0"/>
              </a:spcBef>
              <a:spcAft>
                <a:spcPct val="15000"/>
              </a:spcAft>
              <a:buNone/>
            </a:pPr>
            <a:r>
              <a:rPr lang="en-PK" sz="2300" kern="1200" dirty="0">
                <a:latin typeface="Centary school"/>
              </a:rPr>
              <a:t>Vision: CNNs → Vision Transformers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0" name="Rectangle 4"/>
          <p:cNvSpPr/>
          <p:nvPr/>
        </p:nvSpPr>
        <p:spPr>
          <a:xfrm>
            <a:off x="0" y="0"/>
            <a:ext cx="12192000" cy="831273"/>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GB" sz="4000" b="1" dirty="0">
                <a:latin typeface="Centary school"/>
              </a:rPr>
              <a:t>9 (xi): Course Roadmap</a:t>
            </a:r>
            <a:endParaRPr kumimoji="0" lang="en-PK" sz="4000" b="1" i="0" u="none" strike="noStrike" kern="1200" cap="none" spc="0" normalizeH="0" baseline="0" noProof="0" dirty="0">
              <a:ln>
                <a:noFill/>
              </a:ln>
              <a:solidFill>
                <a:prstClr val="white"/>
              </a:solidFill>
              <a:effectLst/>
              <a:uLnTx/>
              <a:uFillTx/>
              <a:latin typeface="Centary school"/>
            </a:endParaRPr>
          </a:p>
        </p:txBody>
      </p:sp>
      <p:graphicFrame>
        <p:nvGraphicFramePr>
          <p:cNvPr id="4194310" name="Diagram 7"/>
          <p:cNvGraphicFramePr>
            <a:graphicFrameLocks/>
          </p:cNvGraphicFramePr>
          <p:nvPr>
            <p:extLst>
              <p:ext uri="{D42A27DB-BD31-4B8C-83A1-F6EECF244321}">
                <p14:modId xmlns:p14="http://schemas.microsoft.com/office/powerpoint/2010/main" val="2359664431"/>
              </p:ext>
            </p:extLst>
          </p:nvPr>
        </p:nvGraphicFramePr>
        <p:xfrm>
          <a:off x="456017" y="2200087"/>
          <a:ext cx="5059917" cy="41081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4194311" name="Diagram 13"/>
          <p:cNvGraphicFramePr>
            <a:graphicFrameLocks/>
          </p:cNvGraphicFramePr>
          <p:nvPr>
            <p:extLst>
              <p:ext uri="{D42A27DB-BD31-4B8C-83A1-F6EECF244321}">
                <p14:modId xmlns:p14="http://schemas.microsoft.com/office/powerpoint/2010/main" val="2971331985"/>
              </p:ext>
            </p:extLst>
          </p:nvPr>
        </p:nvGraphicFramePr>
        <p:xfrm>
          <a:off x="6936560" y="2213219"/>
          <a:ext cx="4758661" cy="395678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048661" name="TextBox 23"/>
          <p:cNvSpPr txBox="1"/>
          <p:nvPr/>
        </p:nvSpPr>
        <p:spPr>
          <a:xfrm>
            <a:off x="401670" y="1216871"/>
            <a:ext cx="5639983" cy="954107"/>
          </a:xfrm>
          <a:prstGeom prst="rect">
            <a:avLst/>
          </a:prstGeom>
          <a:noFill/>
        </p:spPr>
        <p:txBody>
          <a:bodyPr wrap="square" rtlCol="0">
            <a:spAutoFit/>
          </a:bodyPr>
          <a:lstStyle/>
          <a:p>
            <a:pPr algn="ctr"/>
            <a:r>
              <a:rPr lang="en-PK" sz="2800" b="1" dirty="0">
                <a:latin typeface="Centary school"/>
              </a:rPr>
              <a:t>Phase 3 Intelligent Multimodal Systems</a:t>
            </a:r>
          </a:p>
        </p:txBody>
      </p:sp>
      <p:sp>
        <p:nvSpPr>
          <p:cNvPr id="1048662" name="TextBox 25"/>
          <p:cNvSpPr txBox="1"/>
          <p:nvPr/>
        </p:nvSpPr>
        <p:spPr>
          <a:xfrm>
            <a:off x="6927678" y="1585004"/>
            <a:ext cx="5227675" cy="523220"/>
          </a:xfrm>
          <a:prstGeom prst="rect">
            <a:avLst/>
          </a:prstGeom>
          <a:noFill/>
        </p:spPr>
        <p:txBody>
          <a:bodyPr wrap="square" rtlCol="0">
            <a:spAutoFit/>
          </a:bodyPr>
          <a:lstStyle/>
          <a:p>
            <a:r>
              <a:rPr lang="en-PK" sz="2800" b="1" dirty="0">
                <a:latin typeface="Centary school"/>
              </a:rPr>
              <a:t>Phase 4 Beyond Vision</a:t>
            </a:r>
          </a:p>
        </p:txBody>
      </p:sp>
      <p:sp>
        <p:nvSpPr>
          <p:cNvPr id="3" name="Rectangle 4">
            <a:extLst>
              <a:ext uri="{FF2B5EF4-FFF2-40B4-BE49-F238E27FC236}">
                <a16:creationId xmlns:a16="http://schemas.microsoft.com/office/drawing/2014/main" id="{DD7C494F-9DB3-05B6-0553-407D87F86814}"/>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47</a:t>
            </a:r>
            <a:endParaRPr lang="en-PK" sz="4400" dirty="0">
              <a:latin typeface="Centary schoo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txBox="1"/>
          <p:nvPr/>
        </p:nvSpPr>
        <p:spPr>
          <a:xfrm>
            <a:off x="1524000" y="76200"/>
            <a:ext cx="8610600" cy="457200"/>
          </a:xfrm>
          <a:prstGeom prst="rect">
            <a:avLst/>
          </a:prstGeom>
        </p:spPr>
        <p:txBody>
          <a:bodyPr bIns="91440" anchor="b" anchorCtr="0">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lvl="0">
              <a:defRPr/>
            </a:pPr>
            <a:r>
              <a:rPr lang="en-US" sz="2800" dirty="0">
                <a:solidFill>
                  <a:schemeClr val="bg1"/>
                </a:solidFill>
                <a:latin typeface="Times New Roman"/>
                <a:cs typeface="Times New Roman"/>
              </a:rPr>
              <a:t>8. Goals and Expectations</a:t>
            </a:r>
          </a:p>
        </p:txBody>
      </p:sp>
      <p:sp>
        <p:nvSpPr>
          <p:cNvPr id="7" name="Rectangle 4">
            <a:extLst>
              <a:ext uri="{FF2B5EF4-FFF2-40B4-BE49-F238E27FC236}">
                <a16:creationId xmlns:a16="http://schemas.microsoft.com/office/drawing/2014/main" id="{B6F674B1-26F2-8B94-866E-585559FB51F4}"/>
              </a:ext>
            </a:extLst>
          </p:cNvPr>
          <p:cNvSpPr/>
          <p:nvPr/>
        </p:nvSpPr>
        <p:spPr>
          <a:xfrm>
            <a:off x="0" y="0"/>
            <a:ext cx="12192000" cy="831273"/>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GB" sz="4000" b="1" dirty="0">
                <a:latin typeface="Centary school"/>
              </a:rPr>
              <a:t>9 (xi): Course Roadmap</a:t>
            </a:r>
            <a:endParaRPr kumimoji="0" lang="en-PK" sz="4000" b="1" i="0" u="none" strike="noStrike" kern="1200" cap="none" spc="0" normalizeH="0" baseline="0" noProof="0" dirty="0">
              <a:ln>
                <a:noFill/>
              </a:ln>
              <a:solidFill>
                <a:prstClr val="white"/>
              </a:solidFill>
              <a:effectLst/>
              <a:uLnTx/>
              <a:uFillTx/>
              <a:latin typeface="Centary school"/>
            </a:endParaRPr>
          </a:p>
        </p:txBody>
      </p:sp>
      <p:sp>
        <p:nvSpPr>
          <p:cNvPr id="12" name="Rectangle 4">
            <a:extLst>
              <a:ext uri="{FF2B5EF4-FFF2-40B4-BE49-F238E27FC236}">
                <a16:creationId xmlns:a16="http://schemas.microsoft.com/office/drawing/2014/main" id="{0FB5BBF9-2A76-F4A9-1CC9-C8DF9D1A7889}"/>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48</a:t>
            </a:r>
            <a:endParaRPr lang="en-PK" sz="4400" dirty="0">
              <a:latin typeface="Centary school"/>
            </a:endParaRPr>
          </a:p>
        </p:txBody>
      </p:sp>
      <p:sp>
        <p:nvSpPr>
          <p:cNvPr id="16" name="Content Placeholder 2">
            <a:extLst>
              <a:ext uri="{FF2B5EF4-FFF2-40B4-BE49-F238E27FC236}">
                <a16:creationId xmlns:a16="http://schemas.microsoft.com/office/drawing/2014/main" id="{42D6544B-F46C-13F1-211A-6AAF507D8CE0}"/>
              </a:ext>
            </a:extLst>
          </p:cNvPr>
          <p:cNvSpPr>
            <a:spLocks noGrp="1"/>
          </p:cNvSpPr>
          <p:nvPr>
            <p:ph idx="1"/>
          </p:nvPr>
        </p:nvSpPr>
        <p:spPr>
          <a:xfrm>
            <a:off x="396844" y="807488"/>
            <a:ext cx="10231924" cy="5813872"/>
          </a:xfrm>
        </p:spPr>
        <p:txBody>
          <a:bodyPr>
            <a:normAutofit lnSpcReduction="10000"/>
          </a:bodyPr>
          <a:lstStyle/>
          <a:p>
            <a:pPr marL="560070" indent="-514350">
              <a:lnSpc>
                <a:spcPct val="120000"/>
              </a:lnSpc>
              <a:buFont typeface="+mj-lt"/>
              <a:buAutoNum type="arabicPeriod"/>
            </a:pPr>
            <a:r>
              <a:rPr lang="en-US" dirty="0"/>
              <a:t>Professor’s Topics of Research</a:t>
            </a:r>
          </a:p>
          <a:p>
            <a:pPr marL="560070" indent="-514350">
              <a:lnSpc>
                <a:spcPct val="120000"/>
              </a:lnSpc>
              <a:buFont typeface="+mj-lt"/>
              <a:buAutoNum type="arabicPeriod"/>
            </a:pPr>
            <a:r>
              <a:rPr lang="en-US" dirty="0"/>
              <a:t>Keynote Talk</a:t>
            </a:r>
          </a:p>
          <a:p>
            <a:pPr lvl="1">
              <a:lnSpc>
                <a:spcPct val="120000"/>
              </a:lnSpc>
            </a:pPr>
            <a:r>
              <a:rPr lang="en-US" sz="1600" dirty="0"/>
              <a:t>Keynote Speaker, The 25</a:t>
            </a:r>
            <a:r>
              <a:rPr lang="en-US" sz="1600" baseline="30000" dirty="0"/>
              <a:t>th</a:t>
            </a:r>
            <a:r>
              <a:rPr lang="en-US" sz="1600" dirty="0"/>
              <a:t> International Conference on Computational Science and Its Applications, Turkey, 2025</a:t>
            </a:r>
          </a:p>
          <a:p>
            <a:pPr marL="560070" indent="-514350">
              <a:lnSpc>
                <a:spcPct val="120000"/>
              </a:lnSpc>
              <a:buFont typeface="+mj-lt"/>
              <a:buAutoNum type="arabicPeriod"/>
            </a:pPr>
            <a:r>
              <a:rPr lang="en-US" dirty="0"/>
              <a:t>Intelligent Fire Scene Analysis</a:t>
            </a:r>
          </a:p>
          <a:p>
            <a:pPr lvl="1">
              <a:lnSpc>
                <a:spcPct val="120000"/>
              </a:lnSpc>
            </a:pPr>
            <a:r>
              <a:rPr lang="en-US" sz="1600" dirty="0"/>
              <a:t>Exposure of Area</a:t>
            </a:r>
          </a:p>
          <a:p>
            <a:pPr lvl="1">
              <a:lnSpc>
                <a:spcPct val="120000"/>
              </a:lnSpc>
            </a:pPr>
            <a:r>
              <a:rPr lang="en-US" sz="1600" dirty="0"/>
              <a:t>Thesis Tips</a:t>
            </a:r>
          </a:p>
          <a:p>
            <a:pPr marL="560070" indent="-514350">
              <a:lnSpc>
                <a:spcPct val="120000"/>
              </a:lnSpc>
              <a:buFont typeface="+mj-lt"/>
              <a:buAutoNum type="arabicPeriod"/>
            </a:pPr>
            <a:r>
              <a:rPr lang="en-US" dirty="0"/>
              <a:t>Students’ Presentation</a:t>
            </a:r>
          </a:p>
          <a:p>
            <a:pPr lvl="1">
              <a:lnSpc>
                <a:spcPct val="120000"/>
              </a:lnSpc>
            </a:pPr>
            <a:r>
              <a:rPr lang="en-US" sz="1400" dirty="0"/>
              <a:t>Topic and Contributions</a:t>
            </a:r>
          </a:p>
          <a:p>
            <a:pPr lvl="1">
              <a:lnSpc>
                <a:spcPct val="120000"/>
              </a:lnSpc>
            </a:pPr>
            <a:r>
              <a:rPr lang="en-US" sz="1400" dirty="0"/>
              <a:t>Plan and Suggestions</a:t>
            </a:r>
          </a:p>
          <a:p>
            <a:pPr marL="560070" indent="-514350">
              <a:lnSpc>
                <a:spcPct val="120000"/>
              </a:lnSpc>
              <a:buFont typeface="+mj-lt"/>
              <a:buAutoNum type="arabicPeriod"/>
            </a:pPr>
            <a:r>
              <a:rPr lang="en-US" dirty="0"/>
              <a:t>Invited Speakers</a:t>
            </a:r>
          </a:p>
          <a:p>
            <a:pPr lvl="1">
              <a:lnSpc>
                <a:spcPct val="120000"/>
              </a:lnSpc>
            </a:pPr>
            <a:r>
              <a:rPr lang="en-US" sz="1400" dirty="0"/>
              <a:t>Success Story and Experiences</a:t>
            </a:r>
          </a:p>
          <a:p>
            <a:pPr lvl="1">
              <a:lnSpc>
                <a:spcPct val="120000"/>
              </a:lnSpc>
            </a:pPr>
            <a:r>
              <a:rPr lang="en-US" sz="1400" dirty="0"/>
              <a:t>Projects</a:t>
            </a:r>
          </a:p>
          <a:p>
            <a:pPr lvl="1">
              <a:lnSpc>
                <a:spcPct val="120000"/>
              </a:lnSpc>
            </a:pPr>
            <a:r>
              <a:rPr lang="en-US" sz="1400" dirty="0"/>
              <a:t>Opportunities</a:t>
            </a:r>
          </a:p>
        </p:txBody>
      </p:sp>
    </p:spTree>
    <p:extLst>
      <p:ext uri="{BB962C8B-B14F-4D97-AF65-F5344CB8AC3E}">
        <p14:creationId xmlns:p14="http://schemas.microsoft.com/office/powerpoint/2010/main" val="1605983885"/>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847BF-7627-5CAF-DBE7-3C67885FB624}"/>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4EC8021E-CDE2-2209-5E62-AA7841F8493A}"/>
              </a:ext>
            </a:extLst>
          </p:cNvPr>
          <p:cNvSpPr txBox="1"/>
          <p:nvPr/>
        </p:nvSpPr>
        <p:spPr>
          <a:xfrm>
            <a:off x="1524000" y="76200"/>
            <a:ext cx="8610600" cy="457200"/>
          </a:xfrm>
          <a:prstGeom prst="rect">
            <a:avLst/>
          </a:prstGeom>
        </p:spPr>
        <p:txBody>
          <a:bodyPr bIns="91440" anchor="b" anchorCtr="0">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lvl="0">
              <a:defRPr/>
            </a:pPr>
            <a:r>
              <a:rPr lang="en-US" sz="2800" dirty="0">
                <a:solidFill>
                  <a:schemeClr val="bg1"/>
                </a:solidFill>
                <a:latin typeface="Times New Roman"/>
                <a:cs typeface="Times New Roman"/>
              </a:rPr>
              <a:t>8. Goals and Expectations</a:t>
            </a:r>
          </a:p>
        </p:txBody>
      </p:sp>
      <p:sp>
        <p:nvSpPr>
          <p:cNvPr id="8" name="Content Placeholder 2">
            <a:extLst>
              <a:ext uri="{FF2B5EF4-FFF2-40B4-BE49-F238E27FC236}">
                <a16:creationId xmlns:a16="http://schemas.microsoft.com/office/drawing/2014/main" id="{388181C1-9F38-7739-35E5-BC6EE7C4F80E}"/>
              </a:ext>
            </a:extLst>
          </p:cNvPr>
          <p:cNvSpPr>
            <a:spLocks noGrp="1"/>
          </p:cNvSpPr>
          <p:nvPr>
            <p:ph idx="1"/>
          </p:nvPr>
        </p:nvSpPr>
        <p:spPr>
          <a:xfrm>
            <a:off x="250258" y="907473"/>
            <a:ext cx="10266608" cy="5531828"/>
          </a:xfrm>
        </p:spPr>
        <p:txBody>
          <a:bodyPr>
            <a:normAutofit fontScale="85000" lnSpcReduction="20000"/>
          </a:bodyPr>
          <a:lstStyle/>
          <a:p>
            <a:pPr marL="560070" indent="-514350">
              <a:lnSpc>
                <a:spcPct val="120000"/>
              </a:lnSpc>
              <a:buFont typeface="+mj-lt"/>
              <a:buAutoNum type="arabicPeriod"/>
            </a:pPr>
            <a:r>
              <a:rPr lang="en-US" b="1" dirty="0"/>
              <a:t>My goals</a:t>
            </a:r>
          </a:p>
          <a:p>
            <a:pPr marL="834390" lvl="1" indent="-514350">
              <a:lnSpc>
                <a:spcPct val="120000"/>
              </a:lnSpc>
            </a:pPr>
            <a:r>
              <a:rPr lang="en-US" dirty="0"/>
              <a:t>Maximize the learning effectiveness of your time</a:t>
            </a:r>
          </a:p>
          <a:p>
            <a:pPr marL="834390" lvl="1" indent="-514350">
              <a:lnSpc>
                <a:spcPct val="120000"/>
              </a:lnSpc>
            </a:pPr>
            <a:r>
              <a:rPr lang="en-US" dirty="0"/>
              <a:t>Provide roadmap for further exposure to related research areas</a:t>
            </a:r>
          </a:p>
          <a:p>
            <a:pPr marL="834390" lvl="1" indent="-514350">
              <a:lnSpc>
                <a:spcPct val="120000"/>
              </a:lnSpc>
            </a:pPr>
            <a:r>
              <a:rPr lang="en-US" dirty="0"/>
              <a:t>Ensure good grade with hard work, flexibility, and equality </a:t>
            </a:r>
          </a:p>
          <a:p>
            <a:pPr marL="560070" indent="-514350">
              <a:lnSpc>
                <a:spcPct val="120000"/>
              </a:lnSpc>
              <a:buFont typeface="+mj-lt"/>
              <a:buAutoNum type="arabicPeriod"/>
            </a:pPr>
            <a:endParaRPr lang="en-US" dirty="0"/>
          </a:p>
          <a:p>
            <a:pPr marL="560070" indent="-514350">
              <a:lnSpc>
                <a:spcPct val="120000"/>
              </a:lnSpc>
              <a:buFont typeface="+mj-lt"/>
              <a:buAutoNum type="arabicPeriod"/>
            </a:pPr>
            <a:r>
              <a:rPr lang="en-US" b="1" dirty="0"/>
              <a:t>My expectations from you</a:t>
            </a:r>
          </a:p>
          <a:p>
            <a:pPr lvl="1">
              <a:lnSpc>
                <a:spcPct val="120000"/>
              </a:lnSpc>
            </a:pPr>
            <a:r>
              <a:rPr lang="en-US" sz="2200" dirty="0"/>
              <a:t>Attend and participate, when possible</a:t>
            </a:r>
          </a:p>
          <a:p>
            <a:pPr lvl="1">
              <a:lnSpc>
                <a:spcPct val="120000"/>
              </a:lnSpc>
            </a:pPr>
            <a:r>
              <a:rPr lang="en-US" sz="2200" dirty="0"/>
              <a:t>Follow up the lecture (if missed)</a:t>
            </a:r>
          </a:p>
          <a:p>
            <a:pPr lvl="1">
              <a:lnSpc>
                <a:spcPct val="120000"/>
              </a:lnSpc>
            </a:pPr>
            <a:r>
              <a:rPr lang="en-US" sz="2200" dirty="0"/>
              <a:t>Start assignments/homework/project etc. well before the deadline</a:t>
            </a:r>
          </a:p>
          <a:p>
            <a:pPr lvl="1">
              <a:lnSpc>
                <a:spcPct val="120000"/>
              </a:lnSpc>
            </a:pPr>
            <a:r>
              <a:rPr lang="en-US" sz="2200" dirty="0"/>
              <a:t>Stay tuned on the </a:t>
            </a:r>
            <a:r>
              <a:rPr lang="en-US" sz="2200" dirty="0" err="1"/>
              <a:t>i</a:t>
            </a:r>
            <a:r>
              <a:rPr lang="en-US" sz="2200" dirty="0"/>
              <a:t>-Campus</a:t>
            </a:r>
          </a:p>
          <a:p>
            <a:pPr lvl="1">
              <a:lnSpc>
                <a:spcPct val="120000"/>
              </a:lnSpc>
            </a:pPr>
            <a:r>
              <a:rPr lang="en-US" sz="2200" dirty="0"/>
              <a:t>Feedback about what’s working for you and suggest improvements</a:t>
            </a:r>
          </a:p>
          <a:p>
            <a:pPr lvl="2">
              <a:lnSpc>
                <a:spcPct val="120000"/>
              </a:lnSpc>
              <a:buFont typeface="Wingdings" panose="05000000000000000000" pitchFamily="2" charset="2"/>
              <a:buChar char="§"/>
            </a:pPr>
            <a:r>
              <a:rPr lang="en-US" sz="1800" dirty="0"/>
              <a:t>You can write in an email</a:t>
            </a:r>
          </a:p>
          <a:p>
            <a:pPr lvl="2">
              <a:lnSpc>
                <a:spcPct val="120000"/>
              </a:lnSpc>
              <a:buFont typeface="Wingdings" panose="05000000000000000000" pitchFamily="2" charset="2"/>
              <a:buChar char="§"/>
            </a:pPr>
            <a:r>
              <a:rPr lang="en-US" sz="1800" dirty="0"/>
              <a:t>You can submit anonymously</a:t>
            </a:r>
          </a:p>
          <a:p>
            <a:pPr lvl="2">
              <a:lnSpc>
                <a:spcPct val="120000"/>
              </a:lnSpc>
              <a:buFont typeface="Wingdings" panose="05000000000000000000" pitchFamily="2" charset="2"/>
              <a:buChar char="§"/>
            </a:pPr>
            <a:r>
              <a:rPr lang="en-US" sz="1800" dirty="0"/>
              <a:t>Use official week 1, mid-term and final-term evaluations </a:t>
            </a:r>
            <a:endParaRPr lang="en-US" sz="2200" dirty="0"/>
          </a:p>
          <a:p>
            <a:pPr lvl="1">
              <a:lnSpc>
                <a:spcPct val="120000"/>
              </a:lnSpc>
            </a:pPr>
            <a:endParaRPr lang="en-US" sz="2200" dirty="0"/>
          </a:p>
          <a:p>
            <a:pPr lvl="1">
              <a:lnSpc>
                <a:spcPct val="120000"/>
              </a:lnSpc>
            </a:pPr>
            <a:endParaRPr lang="en-US" sz="2200" dirty="0"/>
          </a:p>
          <a:p>
            <a:pPr marL="560070" indent="-514350">
              <a:lnSpc>
                <a:spcPct val="120000"/>
              </a:lnSpc>
              <a:buFont typeface="+mj-lt"/>
              <a:buAutoNum type="arabicPeriod"/>
            </a:pPr>
            <a:endParaRPr lang="en-US" sz="1400" dirty="0"/>
          </a:p>
        </p:txBody>
      </p:sp>
      <p:sp>
        <p:nvSpPr>
          <p:cNvPr id="7" name="Rectangle 4">
            <a:extLst>
              <a:ext uri="{FF2B5EF4-FFF2-40B4-BE49-F238E27FC236}">
                <a16:creationId xmlns:a16="http://schemas.microsoft.com/office/drawing/2014/main" id="{B80767C7-2108-C0E6-0152-3F7F1515C410}"/>
              </a:ext>
            </a:extLst>
          </p:cNvPr>
          <p:cNvSpPr/>
          <p:nvPr/>
        </p:nvSpPr>
        <p:spPr>
          <a:xfrm>
            <a:off x="0" y="0"/>
            <a:ext cx="12192000" cy="831273"/>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GB" sz="4000" b="1" dirty="0">
                <a:latin typeface="Centary school"/>
              </a:rPr>
              <a:t>10: Goals and Expectations</a:t>
            </a:r>
            <a:endParaRPr kumimoji="0" lang="en-PK" sz="4000" b="1" i="0" u="none" strike="noStrike" kern="1200" cap="none" spc="0" normalizeH="0" baseline="0" noProof="0" dirty="0">
              <a:ln>
                <a:noFill/>
              </a:ln>
              <a:solidFill>
                <a:prstClr val="white"/>
              </a:solidFill>
              <a:effectLst/>
              <a:uLnTx/>
              <a:uFillTx/>
              <a:latin typeface="Centary school"/>
            </a:endParaRPr>
          </a:p>
        </p:txBody>
      </p:sp>
      <p:sp>
        <p:nvSpPr>
          <p:cNvPr id="12" name="Rectangle 4">
            <a:extLst>
              <a:ext uri="{FF2B5EF4-FFF2-40B4-BE49-F238E27FC236}">
                <a16:creationId xmlns:a16="http://schemas.microsoft.com/office/drawing/2014/main" id="{586425EB-4886-A25C-E6C1-D5DA38C23D63}"/>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49</a:t>
            </a:r>
            <a:endParaRPr lang="en-PK" sz="4400" dirty="0">
              <a:latin typeface="Centary school"/>
            </a:endParaRPr>
          </a:p>
        </p:txBody>
      </p:sp>
    </p:spTree>
    <p:extLst>
      <p:ext uri="{BB962C8B-B14F-4D97-AF65-F5344CB8AC3E}">
        <p14:creationId xmlns:p14="http://schemas.microsoft.com/office/powerpoint/2010/main" val="2044054221"/>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651F10-4841-0585-E8E4-7ADA9A9A3DD5}"/>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57168E95-9545-F7E8-3A5C-0901F1E90D63}"/>
              </a:ext>
            </a:extLst>
          </p:cNvPr>
          <p:cNvSpPr txBox="1"/>
          <p:nvPr/>
        </p:nvSpPr>
        <p:spPr>
          <a:xfrm>
            <a:off x="1524000" y="76200"/>
            <a:ext cx="8610600" cy="457200"/>
          </a:xfrm>
          <a:prstGeom prst="rect">
            <a:avLst/>
          </a:prstGeom>
        </p:spPr>
        <p:txBody>
          <a:bodyPr bIns="91440" anchor="b" anchorCtr="0">
            <a:noAutofit/>
          </a:bodyPr>
          <a:lstStyle>
            <a:lvl1pPr algn="l" rtl="0" eaLnBrk="1" latinLnBrk="0" hangingPunct="1">
              <a:spcBef>
                <a:spcPct val="0"/>
              </a:spcBef>
              <a:buNone/>
              <a:defRPr kumimoji="0" sz="4000" kern="1200">
                <a:solidFill>
                  <a:schemeClr val="tx2"/>
                </a:solidFill>
                <a:latin typeface="+mj-lt"/>
                <a:ea typeface="+mj-ea"/>
                <a:cs typeface="+mj-cs"/>
              </a:defRPr>
            </a:lvl1pPr>
          </a:lstStyle>
          <a:p>
            <a:pPr lvl="0">
              <a:defRPr/>
            </a:pPr>
            <a:r>
              <a:rPr lang="en-US" sz="2800" dirty="0">
                <a:solidFill>
                  <a:schemeClr val="bg1"/>
                </a:solidFill>
                <a:latin typeface="Times New Roman"/>
                <a:cs typeface="Times New Roman"/>
              </a:rPr>
              <a:t>8. Goals and Expectations</a:t>
            </a:r>
          </a:p>
        </p:txBody>
      </p:sp>
      <p:sp>
        <p:nvSpPr>
          <p:cNvPr id="8" name="Content Placeholder 2">
            <a:extLst>
              <a:ext uri="{FF2B5EF4-FFF2-40B4-BE49-F238E27FC236}">
                <a16:creationId xmlns:a16="http://schemas.microsoft.com/office/drawing/2014/main" id="{96D8BE3B-DDA9-A399-5127-BBF761AD982B}"/>
              </a:ext>
            </a:extLst>
          </p:cNvPr>
          <p:cNvSpPr>
            <a:spLocks noGrp="1"/>
          </p:cNvSpPr>
          <p:nvPr>
            <p:ph idx="1"/>
          </p:nvPr>
        </p:nvSpPr>
        <p:spPr>
          <a:xfrm>
            <a:off x="63375" y="907473"/>
            <a:ext cx="11950574" cy="5531828"/>
          </a:xfrm>
        </p:spPr>
        <p:txBody>
          <a:bodyPr>
            <a:normAutofit fontScale="70000" lnSpcReduction="20000"/>
          </a:bodyPr>
          <a:lstStyle/>
          <a:p>
            <a:pPr marL="0" indent="0" algn="ctr" latinLnBrk="1">
              <a:buNone/>
            </a:pPr>
            <a:r>
              <a:rPr lang="en-US" sz="4400" b="1" dirty="0"/>
              <a:t>Dataset Creation and Benchmarking</a:t>
            </a:r>
            <a:endParaRPr lang="en-US" sz="4400" dirty="0"/>
          </a:p>
          <a:p>
            <a:pPr marL="0" indent="0" latinLnBrk="1">
              <a:buNone/>
            </a:pPr>
            <a:r>
              <a:rPr lang="en-US" b="1" dirty="0"/>
              <a:t>Instructions</a:t>
            </a:r>
            <a:endParaRPr lang="en-US" dirty="0"/>
          </a:p>
          <a:p>
            <a:pPr lvl="1" latinLnBrk="1"/>
            <a:r>
              <a:rPr lang="en-US" dirty="0"/>
              <a:t>Total Marks: 15~30</a:t>
            </a:r>
          </a:p>
          <a:p>
            <a:pPr lvl="1" latinLnBrk="1"/>
            <a:r>
              <a:rPr lang="en-US" dirty="0"/>
              <a:t>Each student will do the assignment alone/group.</a:t>
            </a:r>
          </a:p>
          <a:p>
            <a:pPr lvl="1" latinLnBrk="1"/>
            <a:r>
              <a:rPr lang="en-US" dirty="0"/>
              <a:t>Due date for dataset theme selection to avoid duplication (use </a:t>
            </a:r>
            <a:r>
              <a:rPr lang="en-US" dirty="0">
                <a:hlinkClick r:id="rId2"/>
              </a:rPr>
              <a:t>khanmuhammad@g.skku.edu </a:t>
            </a:r>
            <a:r>
              <a:rPr lang="en-US" dirty="0"/>
              <a:t>as usual): </a:t>
            </a:r>
            <a:r>
              <a:rPr lang="en-US" b="1" dirty="0"/>
              <a:t>X 2026</a:t>
            </a:r>
            <a:endParaRPr lang="en-US" dirty="0"/>
          </a:p>
          <a:p>
            <a:pPr lvl="1" latinLnBrk="1"/>
            <a:r>
              <a:rPr lang="en-US" dirty="0"/>
              <a:t>Due date for submission of all details of the assignment/project/presentation: </a:t>
            </a:r>
            <a:r>
              <a:rPr lang="en-US" b="1" dirty="0"/>
              <a:t>XX 2026</a:t>
            </a:r>
            <a:endParaRPr lang="en-US" dirty="0"/>
          </a:p>
          <a:p>
            <a:pPr marL="0" indent="0" latinLnBrk="1">
              <a:buNone/>
            </a:pPr>
            <a:r>
              <a:rPr lang="en-US" b="1" dirty="0"/>
              <a:t>Task</a:t>
            </a:r>
            <a:r>
              <a:rPr lang="en-US" dirty="0"/>
              <a:t>: Each student/team is required to make a comprehensive plan of a new dataset, including its title, main description of the dataset, number of classes, images count and a table listing existing datasets with their key information and details of the new dataset, showing how the new dataset is different and unique etc. You can include all possible details. I will explain via example in the class or using a separate video. The evaluation will be done based on these points:</a:t>
            </a:r>
          </a:p>
          <a:p>
            <a:pPr marL="0" indent="0" latinLnBrk="1">
              <a:buNone/>
            </a:pPr>
            <a:r>
              <a:rPr lang="en-US" dirty="0"/>
              <a:t>1. Dataset Understanding &amp; Problem Analysis (5~10 points)</a:t>
            </a:r>
          </a:p>
          <a:p>
            <a:pPr marL="0" indent="0" latinLnBrk="1">
              <a:buNone/>
            </a:pPr>
            <a:r>
              <a:rPr lang="en-US" dirty="0"/>
              <a:t>2. Novel Dataset / Extension Proposal (5~10 points)</a:t>
            </a:r>
          </a:p>
          <a:p>
            <a:pPr marL="0" indent="0" latinLnBrk="1">
              <a:buNone/>
            </a:pPr>
            <a:r>
              <a:rPr lang="en-US" dirty="0"/>
              <a:t>3. Practical Demonstration/Feasibility (5~10 points)</a:t>
            </a:r>
          </a:p>
          <a:p>
            <a:pPr lvl="1" latinLnBrk="1"/>
            <a:r>
              <a:rPr lang="en-US" b="1" dirty="0"/>
              <a:t>Option A (Coding track)</a:t>
            </a:r>
            <a:r>
              <a:rPr lang="en-US" dirty="0"/>
              <a:t>: run a prototype experiment, test a model, do possible ablation and report results.</a:t>
            </a:r>
          </a:p>
          <a:p>
            <a:pPr lvl="1" latinLnBrk="1"/>
            <a:r>
              <a:rPr lang="en-US" b="1" dirty="0"/>
              <a:t>Option B (Non-coding track)</a:t>
            </a:r>
            <a:r>
              <a:rPr lang="en-US" dirty="0"/>
              <a:t>: provide a feasibility analysis, workflow diagram, collection plan, and manual annotation sample for the dataset you are proposing.</a:t>
            </a:r>
          </a:p>
          <a:p>
            <a:pPr lvl="1" latinLnBrk="1"/>
            <a:r>
              <a:rPr lang="en-US" b="1" dirty="0"/>
              <a:t>Option C: Create a small/mini dataset (what is proposed in point 2)</a:t>
            </a:r>
            <a:endParaRPr lang="en-US" dirty="0"/>
          </a:p>
          <a:p>
            <a:pPr marL="0" indent="0" latinLnBrk="1">
              <a:buNone/>
            </a:pPr>
            <a:r>
              <a:rPr lang="en-US" dirty="0"/>
              <a:t>All details can be finalized once the final numbers of students are confirmed.</a:t>
            </a:r>
          </a:p>
        </p:txBody>
      </p:sp>
      <p:sp>
        <p:nvSpPr>
          <p:cNvPr id="7" name="Rectangle 4">
            <a:extLst>
              <a:ext uri="{FF2B5EF4-FFF2-40B4-BE49-F238E27FC236}">
                <a16:creationId xmlns:a16="http://schemas.microsoft.com/office/drawing/2014/main" id="{DBAB78B7-FA2D-7A2D-D58B-E1EA1CCF216B}"/>
              </a:ext>
            </a:extLst>
          </p:cNvPr>
          <p:cNvSpPr/>
          <p:nvPr/>
        </p:nvSpPr>
        <p:spPr>
          <a:xfrm>
            <a:off x="0" y="0"/>
            <a:ext cx="12192000" cy="831273"/>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lvl="0"/>
            <a:r>
              <a:rPr lang="en-GB" sz="4000" b="1" dirty="0">
                <a:latin typeface="Centary school"/>
              </a:rPr>
              <a:t>11: Assignment/Project/Presentation</a:t>
            </a:r>
            <a:endParaRPr kumimoji="0" lang="en-PK" sz="4000" b="1" i="0" u="none" strike="noStrike" kern="1200" cap="none" spc="0" normalizeH="0" baseline="0" noProof="0" dirty="0">
              <a:ln>
                <a:noFill/>
              </a:ln>
              <a:solidFill>
                <a:prstClr val="white"/>
              </a:solidFill>
              <a:effectLst/>
              <a:uLnTx/>
              <a:uFillTx/>
              <a:latin typeface="Centary school"/>
            </a:endParaRPr>
          </a:p>
        </p:txBody>
      </p:sp>
      <p:sp>
        <p:nvSpPr>
          <p:cNvPr id="12" name="Rectangle 4">
            <a:extLst>
              <a:ext uri="{FF2B5EF4-FFF2-40B4-BE49-F238E27FC236}">
                <a16:creationId xmlns:a16="http://schemas.microsoft.com/office/drawing/2014/main" id="{3D037B89-B134-39E3-DB81-B07BEADC46C8}"/>
              </a:ext>
            </a:extLst>
          </p:cNvPr>
          <p:cNvSpPr/>
          <p:nvPr/>
        </p:nvSpPr>
        <p:spPr>
          <a:xfrm>
            <a:off x="-3075" y="6621360"/>
            <a:ext cx="12192000" cy="236640"/>
          </a:xfrm>
          <a:prstGeom prst="rect">
            <a:avLst/>
          </a:prstGeom>
          <a:effectLst>
            <a:glow rad="63500">
              <a:schemeClr val="accent1">
                <a:satMod val="175000"/>
                <a:alpha val="40000"/>
              </a:schemeClr>
            </a:glow>
          </a:effectLst>
        </p:spPr>
        <p:style>
          <a:lnRef idx="2">
            <a:schemeClr val="accent1">
              <a:shade val="15000"/>
            </a:schemeClr>
          </a:lnRef>
          <a:fillRef idx="1001">
            <a:schemeClr val="dk2"/>
          </a:fillRef>
          <a:effectRef idx="0">
            <a:schemeClr val="accent1"/>
          </a:effectRef>
          <a:fontRef idx="minor">
            <a:schemeClr val="lt1"/>
          </a:fontRef>
        </p:style>
        <p:txBody>
          <a:bodyPr rtlCol="0" anchor="ctr"/>
          <a:lstStyle/>
          <a:p>
            <a:pPr algn="r"/>
            <a:r>
              <a:rPr lang="en-GB" sz="2000" dirty="0">
                <a:latin typeface="Centary school"/>
              </a:rPr>
              <a:t>50</a:t>
            </a:r>
            <a:endParaRPr lang="en-PK" sz="4400" dirty="0">
              <a:latin typeface="Centary school"/>
            </a:endParaRPr>
          </a:p>
        </p:txBody>
      </p:sp>
    </p:spTree>
    <p:extLst>
      <p:ext uri="{BB962C8B-B14F-4D97-AF65-F5344CB8AC3E}">
        <p14:creationId xmlns:p14="http://schemas.microsoft.com/office/powerpoint/2010/main" val="1005208065"/>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1D395B"/>
        </a:solidFill>
        <a:effectLst/>
      </p:bgPr>
    </p:bg>
    <p:spTree>
      <p:nvGrpSpPr>
        <p:cNvPr id="1" name=""/>
        <p:cNvGrpSpPr/>
        <p:nvPr/>
      </p:nvGrpSpPr>
      <p:grpSpPr>
        <a:xfrm>
          <a:off x="0" y="0"/>
          <a:ext cx="0" cy="0"/>
          <a:chOff x="0" y="0"/>
          <a:chExt cx="0" cy="0"/>
        </a:xfrm>
      </p:grpSpPr>
      <p:sp>
        <p:nvSpPr>
          <p:cNvPr id="1048663" name="TextBox 3"/>
          <p:cNvSpPr txBox="1"/>
          <p:nvPr/>
        </p:nvSpPr>
        <p:spPr>
          <a:xfrm>
            <a:off x="866274" y="818260"/>
            <a:ext cx="10173903" cy="4893647"/>
          </a:xfrm>
          <a:prstGeom prst="rect">
            <a:avLst/>
          </a:prstGeom>
          <a:noFill/>
        </p:spPr>
        <p:txBody>
          <a:bodyPr wrap="square" rtlCol="0">
            <a:spAutoFit/>
          </a:bodyPr>
          <a:lstStyle/>
          <a:p>
            <a:pPr algn="ctr"/>
            <a:r>
              <a:rPr lang="en-GB" sz="9600" dirty="0">
                <a:solidFill>
                  <a:schemeClr val="bg1"/>
                </a:solidFill>
                <a:effectLst>
                  <a:glow rad="139700">
                    <a:schemeClr val="accent1">
                      <a:satMod val="175000"/>
                      <a:alpha val="40000"/>
                    </a:schemeClr>
                  </a:glow>
                </a:effectLst>
                <a:latin typeface="Vladimir Script" panose="03050402040407070305" pitchFamily="66" charset="0"/>
              </a:rPr>
              <a:t>Thank You</a:t>
            </a:r>
          </a:p>
          <a:p>
            <a:pPr algn="ctr"/>
            <a:r>
              <a:rPr lang="en-GB" sz="5400" dirty="0">
                <a:solidFill>
                  <a:schemeClr val="bg1"/>
                </a:solidFill>
                <a:effectLst>
                  <a:glow rad="139700">
                    <a:schemeClr val="accent1">
                      <a:satMod val="175000"/>
                      <a:alpha val="40000"/>
                    </a:schemeClr>
                  </a:glow>
                </a:effectLst>
              </a:rPr>
              <a:t>Any Question?</a:t>
            </a:r>
          </a:p>
          <a:p>
            <a:pPr algn="ctr"/>
            <a:r>
              <a:rPr lang="en-US" sz="5400" b="1" dirty="0">
                <a:solidFill>
                  <a:srgbClr val="00B050"/>
                </a:solidFill>
              </a:rPr>
              <a:t>Feel free to contact on </a:t>
            </a:r>
            <a:r>
              <a:rPr lang="en-US" sz="5400" b="1" dirty="0">
                <a:solidFill>
                  <a:srgbClr val="00B050"/>
                </a:solidFill>
                <a:hlinkClick r:id="rId2">
                  <a:extLst>
                    <a:ext uri="{A12FA001-AC4F-418D-AE19-62706E023703}">
                      <ahyp:hlinkClr xmlns:ahyp="http://schemas.microsoft.com/office/drawing/2018/hyperlinkcolor" val="tx"/>
                    </a:ext>
                  </a:extLst>
                </a:hlinkClick>
              </a:rPr>
              <a:t>khanmuhammad@g.skku.edu</a:t>
            </a:r>
            <a:endParaRPr lang="en-US" sz="5400" b="1" dirty="0">
              <a:solidFill>
                <a:srgbClr val="00B050"/>
              </a:solidFill>
            </a:endParaRPr>
          </a:p>
          <a:p>
            <a:pPr algn="ctr"/>
            <a:r>
              <a:rPr lang="en-US" sz="5400" b="1" dirty="0">
                <a:solidFill>
                  <a:srgbClr val="FF0000"/>
                </a:solidFill>
                <a:effectLst>
                  <a:glow rad="139700">
                    <a:schemeClr val="accent1">
                      <a:satMod val="175000"/>
                      <a:alpha val="40000"/>
                    </a:schemeClr>
                  </a:glow>
                </a:effectLst>
              </a:rPr>
              <a:t>Welcome to Join!</a:t>
            </a:r>
            <a:endParaRPr lang="en-GB" sz="5400" dirty="0">
              <a:solidFill>
                <a:srgbClr val="FF0000"/>
              </a:solidFill>
              <a:effectLst>
                <a:glow rad="139700">
                  <a:schemeClr val="accent1">
                    <a:satMod val="175000"/>
                    <a:alpha val="40000"/>
                  </a:schemeClr>
                </a:glow>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effectLst>
          <a:glow rad="63500">
            <a:schemeClr val="accent1">
              <a:satMod val="175000"/>
              <a:alpha val="40000"/>
            </a:schemeClr>
          </a:glow>
        </a:effectLst>
      </a:spPr>
      <a:bodyPr rtlCol="0" anchor="ctr"/>
      <a:lstStyle>
        <a:defPPr algn="r">
          <a:defRPr sz="2000" dirty="0" smtClean="0">
            <a:latin typeface="Centary school"/>
          </a:defRPr>
        </a:defPPr>
      </a:lstStyle>
      <a:style>
        <a:lnRef idx="2">
          <a:schemeClr val="accent1">
            <a:shade val="15000"/>
          </a:schemeClr>
        </a:lnRef>
        <a:fillRef idx="1001">
          <a:schemeClr val="dk2"/>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4860</Words>
  <Application>Microsoft Office PowerPoint</Application>
  <PresentationFormat>Widescreen</PresentationFormat>
  <Paragraphs>812</Paragraphs>
  <Slides>51</Slides>
  <Notes>4</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51</vt:i4>
      </vt:variant>
    </vt:vector>
  </HeadingPairs>
  <TitlesOfParts>
    <vt:vector size="66" baseType="lpstr">
      <vt:lpstr>Centary school</vt:lpstr>
      <vt:lpstr>Microsoft GothicNeo (Body)</vt:lpstr>
      <vt:lpstr>Yoon 윤고딕 530_TT</vt:lpstr>
      <vt:lpstr>맑은 고딕</vt:lpstr>
      <vt:lpstr>Aparajita</vt:lpstr>
      <vt:lpstr>Aptos</vt:lpstr>
      <vt:lpstr>Aptos Display</vt:lpstr>
      <vt:lpstr>Arial</vt:lpstr>
      <vt:lpstr>Arial Black</vt:lpstr>
      <vt:lpstr>Calibri</vt:lpstr>
      <vt:lpstr>PT Sans</vt:lpstr>
      <vt:lpstr>Times New Roman</vt:lpstr>
      <vt:lpstr>Vladimir Script</vt:lpstr>
      <vt:lpstr>Wingdings</vt:lpstr>
      <vt:lpstr>Office Theme</vt:lpstr>
      <vt:lpstr>Introduction to Multimodal AI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khan</dc:creator>
  <cp:lastModifiedBy>무함마드칸</cp:lastModifiedBy>
  <cp:revision>1</cp:revision>
  <dcterms:modified xsi:type="dcterms:W3CDTF">2026-09-10T05:26:56Z</dcterms:modified>
</cp:coreProperties>
</file>